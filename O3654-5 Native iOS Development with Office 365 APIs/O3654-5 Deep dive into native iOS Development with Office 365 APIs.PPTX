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701" r:id="rId3"/>
    <p:sldMasterId id="2147483713" r:id="rId4"/>
    <p:sldMasterId id="2147483730" r:id="rId5"/>
  </p:sldMasterIdLst>
  <p:notesMasterIdLst>
    <p:notesMasterId r:id="rId49"/>
  </p:notesMasterIdLst>
  <p:sldIdLst>
    <p:sldId id="353" r:id="rId6"/>
    <p:sldId id="354" r:id="rId7"/>
    <p:sldId id="355" r:id="rId8"/>
    <p:sldId id="356" r:id="rId9"/>
    <p:sldId id="358" r:id="rId10"/>
    <p:sldId id="359" r:id="rId11"/>
    <p:sldId id="360" r:id="rId12"/>
    <p:sldId id="327" r:id="rId13"/>
    <p:sldId id="328" r:id="rId14"/>
    <p:sldId id="324" r:id="rId15"/>
    <p:sldId id="352" r:id="rId16"/>
    <p:sldId id="267" r:id="rId17"/>
    <p:sldId id="332" r:id="rId18"/>
    <p:sldId id="347" r:id="rId19"/>
    <p:sldId id="333" r:id="rId20"/>
    <p:sldId id="346" r:id="rId21"/>
    <p:sldId id="301" r:id="rId22"/>
    <p:sldId id="334" r:id="rId23"/>
    <p:sldId id="335" r:id="rId24"/>
    <p:sldId id="336" r:id="rId25"/>
    <p:sldId id="337" r:id="rId26"/>
    <p:sldId id="284" r:id="rId27"/>
    <p:sldId id="286" r:id="rId28"/>
    <p:sldId id="349" r:id="rId29"/>
    <p:sldId id="350" r:id="rId30"/>
    <p:sldId id="345" r:id="rId31"/>
    <p:sldId id="274" r:id="rId32"/>
    <p:sldId id="275" r:id="rId33"/>
    <p:sldId id="276" r:id="rId34"/>
    <p:sldId id="338" r:id="rId35"/>
    <p:sldId id="339" r:id="rId36"/>
    <p:sldId id="285" r:id="rId37"/>
    <p:sldId id="296" r:id="rId38"/>
    <p:sldId id="348" r:id="rId39"/>
    <p:sldId id="340" r:id="rId40"/>
    <p:sldId id="341" r:id="rId41"/>
    <p:sldId id="366" r:id="rId42"/>
    <p:sldId id="351" r:id="rId43"/>
    <p:sldId id="361" r:id="rId44"/>
    <p:sldId id="362" r:id="rId45"/>
    <p:sldId id="363" r:id="rId46"/>
    <p:sldId id="364" r:id="rId47"/>
    <p:sldId id="36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31A561B-D85D-489A-BC6B-3D0098FD000C}">
          <p14:sldIdLst>
            <p14:sldId id="353"/>
            <p14:sldId id="354"/>
            <p14:sldId id="355"/>
            <p14:sldId id="356"/>
            <p14:sldId id="358"/>
            <p14:sldId id="359"/>
            <p14:sldId id="360"/>
            <p14:sldId id="327"/>
            <p14:sldId id="328"/>
            <p14:sldId id="324"/>
            <p14:sldId id="352"/>
          </p14:sldIdLst>
        </p14:section>
        <p14:section name="iOS - ADAL" id="{1881539C-A698-4AB8-8DED-EDC374C91CBD}">
          <p14:sldIdLst>
            <p14:sldId id="267"/>
            <p14:sldId id="332"/>
            <p14:sldId id="347"/>
            <p14:sldId id="333"/>
            <p14:sldId id="346"/>
            <p14:sldId id="301"/>
            <p14:sldId id="334"/>
            <p14:sldId id="335"/>
            <p14:sldId id="336"/>
            <p14:sldId id="337"/>
          </p14:sldIdLst>
        </p14:section>
        <p14:section name="iOS - SharePoint Lists" id="{F0B9BE2D-5665-4DA3-9DC4-848B3EBFDCF9}">
          <p14:sldIdLst>
            <p14:sldId id="284"/>
            <p14:sldId id="286"/>
            <p14:sldId id="349"/>
            <p14:sldId id="350"/>
            <p14:sldId id="345"/>
          </p14:sldIdLst>
        </p14:section>
        <p14:section name="iOS - Exhange" id="{1F51DC3A-F33C-4AC2-8270-3ED5202B74D5}">
          <p14:sldIdLst>
            <p14:sldId id="274"/>
            <p14:sldId id="275"/>
            <p14:sldId id="276"/>
            <p14:sldId id="338"/>
            <p14:sldId id="339"/>
          </p14:sldIdLst>
        </p14:section>
        <p14:section name="iOS - OneDrive" id="{829B0614-BC8D-4AA2-A65E-63F89953CBF3}">
          <p14:sldIdLst>
            <p14:sldId id="285"/>
            <p14:sldId id="296"/>
            <p14:sldId id="348"/>
            <p14:sldId id="340"/>
            <p14:sldId id="341"/>
          </p14:sldIdLst>
        </p14:section>
        <p14:section name="Summary" id="{46BEC4EC-BC1A-4752-A27E-5E23AD865C8E}">
          <p14:sldIdLst>
            <p14:sldId id="366"/>
            <p14:sldId id="351"/>
            <p14:sldId id="361"/>
            <p14:sldId id="362"/>
            <p14:sldId id="363"/>
            <p14:sldId id="364"/>
            <p14:sldId id="36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dd Baginski" initials="TB" lastIdx="7" clrIdx="0">
    <p:extLst>
      <p:ext uri="{19B8F6BF-5375-455C-9EA6-DF929625EA0E}">
        <p15:presenceInfo xmlns:p15="http://schemas.microsoft.com/office/powerpoint/2012/main" userId="ccdec92bfb64c4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9" autoAdjust="0"/>
    <p:restoredTop sz="68307" autoAdjust="0"/>
  </p:normalViewPr>
  <p:slideViewPr>
    <p:cSldViewPr snapToGrid="0">
      <p:cViewPr varScale="1">
        <p:scale>
          <a:sx n="79" d="100"/>
          <a:sy n="79" d="100"/>
        </p:scale>
        <p:origin x="816" y="96"/>
      </p:cViewPr>
      <p:guideLst/>
    </p:cSldViewPr>
  </p:slideViewPr>
  <p:notesTextViewPr>
    <p:cViewPr>
      <p:scale>
        <a:sx n="1" d="1"/>
        <a:sy n="1" d="1"/>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11-18T13:28:11.708" idx="7">
    <p:pos x="10" y="10"/>
    <p:text>The content in this slide does not match this course.  Needs to be updated.</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7E1A4-AA44-49DE-AADE-A8541052334F}" type="datetimeFigureOut">
              <a:rPr lang="en-NZ" smtClean="0"/>
              <a:t>2014-11-20</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C59F1-9368-4308-AFF4-78B729EF25FE}" type="slidenum">
              <a:rPr lang="en-NZ" smtClean="0"/>
              <a:t>‹#›</a:t>
            </a:fld>
            <a:endParaRPr lang="en-NZ"/>
          </a:p>
        </p:txBody>
      </p:sp>
    </p:spTree>
    <p:extLst>
      <p:ext uri="{BB962C8B-B14F-4D97-AF65-F5344CB8AC3E}">
        <p14:creationId xmlns:p14="http://schemas.microsoft.com/office/powerpoint/2010/main" val="369399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7827E0-75C2-4762-9602-52F8A16E59DD}"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9995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11/20/2014</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7</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4121563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8</a:t>
            </a:fld>
            <a:endParaRPr lang="en-NZ"/>
          </a:p>
        </p:txBody>
      </p:sp>
    </p:spTree>
    <p:extLst>
      <p:ext uri="{BB962C8B-B14F-4D97-AF65-F5344CB8AC3E}">
        <p14:creationId xmlns:p14="http://schemas.microsoft.com/office/powerpoint/2010/main" val="1584123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Security for O365 SharePoint, Exchange</a:t>
            </a:r>
            <a:r>
              <a:rPr lang="en-NZ" baseline="0" dirty="0" smtClean="0"/>
              <a:t> </a:t>
            </a:r>
            <a:r>
              <a:rPr lang="en-NZ" baseline="0" dirty="0" err="1" smtClean="0"/>
              <a:t>etc</a:t>
            </a:r>
            <a:r>
              <a:rPr lang="en-NZ" baseline="0" dirty="0" smtClean="0"/>
              <a:t> is handled by Azure AD.</a:t>
            </a:r>
          </a:p>
          <a:p>
            <a:endParaRPr lang="en-NZ" baseline="0" dirty="0" smtClean="0"/>
          </a:p>
          <a:p>
            <a:r>
              <a:rPr lang="en-NZ" baseline="0" dirty="0" smtClean="0"/>
              <a:t>We can authenticate apps with Azure AD using it’s </a:t>
            </a:r>
            <a:r>
              <a:rPr lang="en-NZ" baseline="0" dirty="0" err="1" smtClean="0"/>
              <a:t>OAuth</a:t>
            </a:r>
            <a:r>
              <a:rPr lang="en-NZ" baseline="0" dirty="0" smtClean="0"/>
              <a:t> 2.0 support – but implementing this manually is fiddly work.</a:t>
            </a:r>
          </a:p>
          <a:p>
            <a:endParaRPr lang="en-NZ" baseline="0" dirty="0" smtClean="0"/>
          </a:p>
          <a:p>
            <a:r>
              <a:rPr lang="en-NZ" baseline="0" dirty="0" smtClean="0"/>
              <a:t>There is a Microsoft library we can use: Active Directory Authentication Library (ADAL) – it implements </a:t>
            </a:r>
            <a:r>
              <a:rPr lang="en-NZ" baseline="0" dirty="0" err="1" smtClean="0"/>
              <a:t>OAuth</a:t>
            </a:r>
            <a:r>
              <a:rPr lang="en-NZ" baseline="0" dirty="0" smtClean="0"/>
              <a:t> authentication with Azure AD and wraps it up into a few easy method calls. This includes UI elements for prompting the user to sign in (hosts a web browser control).</a:t>
            </a:r>
          </a:p>
          <a:p>
            <a:endParaRPr lang="en-NZ" baseline="0" dirty="0" smtClean="0"/>
          </a:p>
          <a:p>
            <a:r>
              <a:rPr lang="en-NZ" baseline="0" dirty="0" smtClean="0"/>
              <a:t>Also provides methods for retrieving a new access token using an existing refresh token.</a:t>
            </a:r>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13</a:t>
            </a:fld>
            <a:endParaRPr lang="en-NZ"/>
          </a:p>
        </p:txBody>
      </p:sp>
    </p:spTree>
    <p:extLst>
      <p:ext uri="{BB962C8B-B14F-4D97-AF65-F5344CB8AC3E}">
        <p14:creationId xmlns:p14="http://schemas.microsoft.com/office/powerpoint/2010/main" val="1542101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Th</a:t>
            </a:r>
            <a:r>
              <a:rPr lang="en-NZ" baseline="0" dirty="0" smtClean="0"/>
              <a:t>e ADAL is hosted on GitHub, under the </a:t>
            </a:r>
            <a:r>
              <a:rPr lang="en-NZ" baseline="0" dirty="0" err="1" smtClean="0"/>
              <a:t>AzureAD</a:t>
            </a:r>
            <a:r>
              <a:rPr lang="en-NZ" baseline="0" dirty="0" smtClean="0"/>
              <a:t> account.</a:t>
            </a:r>
          </a:p>
          <a:p>
            <a:endParaRPr lang="en-NZ" baseline="0" dirty="0" smtClean="0"/>
          </a:p>
          <a:p>
            <a:r>
              <a:rPr lang="en-NZ" baseline="0" dirty="0" smtClean="0"/>
              <a:t>It supports both iOS and OSX development. Installation is supported in two ways:</a:t>
            </a:r>
          </a:p>
          <a:p>
            <a:endParaRPr lang="en-NZ" baseline="0" dirty="0" smtClean="0"/>
          </a:p>
          <a:p>
            <a:pPr marL="171450" indent="-171450">
              <a:buFont typeface="Arial" panose="020B0604020202020204" pitchFamily="34" charset="0"/>
              <a:buChar char="•"/>
            </a:pPr>
            <a:r>
              <a:rPr lang="en-NZ" baseline="0" dirty="0" smtClean="0"/>
              <a:t>Included as source (clone from GitHub and import into your project).</a:t>
            </a:r>
          </a:p>
          <a:p>
            <a:pPr marL="171450" indent="-171450">
              <a:buFont typeface="Arial" panose="020B0604020202020204" pitchFamily="34" charset="0"/>
              <a:buChar char="•"/>
            </a:pPr>
            <a:r>
              <a:rPr lang="en-NZ" baseline="0" dirty="0" smtClean="0"/>
              <a:t>Included into your project using the Cocoapods dependency manager for Objective-C</a:t>
            </a:r>
          </a:p>
          <a:p>
            <a:pPr marL="171450" indent="-171450">
              <a:buFont typeface="Arial" panose="020B0604020202020204" pitchFamily="34" charset="0"/>
              <a:buChar char="•"/>
            </a:pPr>
            <a:endParaRPr lang="en-NZ" baseline="0" dirty="0" smtClean="0"/>
          </a:p>
          <a:p>
            <a:pPr marL="171450" indent="-171450">
              <a:buFont typeface="Arial" panose="020B0604020202020204" pitchFamily="34" charset="0"/>
              <a:buChar char="•"/>
            </a:pPr>
            <a:endParaRPr lang="en-NZ" baseline="0" dirty="0" smtClean="0"/>
          </a:p>
          <a:p>
            <a:pPr marL="171450" indent="-171450">
              <a:buFont typeface="Arial" panose="020B0604020202020204" pitchFamily="34" charset="0"/>
              <a:buChar char="•"/>
            </a:pPr>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16</a:t>
            </a:fld>
            <a:endParaRPr lang="en-NZ"/>
          </a:p>
        </p:txBody>
      </p:sp>
    </p:spTree>
    <p:extLst>
      <p:ext uri="{BB962C8B-B14F-4D97-AF65-F5344CB8AC3E}">
        <p14:creationId xmlns:p14="http://schemas.microsoft.com/office/powerpoint/2010/main" val="4121965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Best practice is to avoid caching</a:t>
            </a:r>
            <a:r>
              <a:rPr lang="en-NZ" baseline="0" dirty="0" smtClean="0"/>
              <a:t> refresh tokens yourself – the ADAL takes care of this for you.</a:t>
            </a:r>
          </a:p>
          <a:p>
            <a:endParaRPr lang="en-NZ" baseline="0" dirty="0" smtClean="0"/>
          </a:p>
          <a:p>
            <a:r>
              <a:rPr lang="en-US" baseline="0" dirty="0" smtClean="0"/>
              <a:t>Cached access/refresh tokens are secured using the iOS Keychain SDK</a:t>
            </a:r>
            <a:r>
              <a:rPr lang="en-US" b="0" baseline="0" dirty="0" smtClean="0"/>
              <a:t>: https://developer.apple.com/library/mac/documentation/Security/Conceptual/keychainServConcepts/02concepts/concepts.html</a:t>
            </a:r>
          </a:p>
          <a:p>
            <a:endParaRPr lang="en-US" b="0" baseline="0" dirty="0" smtClean="0"/>
          </a:p>
          <a:p>
            <a:r>
              <a:rPr lang="en-US" b="0" dirty="0" smtClean="0"/>
              <a:t>“</a:t>
            </a:r>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keychain </a:t>
            </a:r>
            <a:r>
              <a:rPr lang="en-US" sz="1200" b="0" i="0" kern="1200" dirty="0" smtClean="0">
                <a:solidFill>
                  <a:schemeClr val="tx1"/>
                </a:solidFill>
                <a:effectLst/>
                <a:latin typeface="+mn-lt"/>
                <a:ea typeface="+mn-ea"/>
                <a:cs typeface="+mn-cs"/>
              </a:rPr>
              <a:t>is an encrypted container that holds passwords for multiple applications and secure services. </a:t>
            </a:r>
            <a:r>
              <a:rPr lang="en-US" sz="1200" b="0" i="0" kern="1200" dirty="0" err="1" smtClean="0">
                <a:solidFill>
                  <a:schemeClr val="tx1"/>
                </a:solidFill>
                <a:effectLst/>
                <a:latin typeface="+mn-lt"/>
                <a:ea typeface="+mn-ea"/>
                <a:cs typeface="+mn-cs"/>
              </a:rPr>
              <a:t>Keychains</a:t>
            </a:r>
            <a:r>
              <a:rPr lang="en-US" sz="1200" b="0" i="0" kern="1200" dirty="0" smtClean="0">
                <a:solidFill>
                  <a:schemeClr val="tx1"/>
                </a:solidFill>
                <a:effectLst/>
                <a:latin typeface="+mn-lt"/>
                <a:ea typeface="+mn-ea"/>
                <a:cs typeface="+mn-cs"/>
              </a:rPr>
              <a:t> are </a:t>
            </a:r>
            <a:r>
              <a:rPr lang="en-US" sz="1200" b="1" i="0" kern="1200" dirty="0" smtClean="0">
                <a:solidFill>
                  <a:schemeClr val="tx1"/>
                </a:solidFill>
                <a:effectLst/>
                <a:latin typeface="+mn-lt"/>
                <a:ea typeface="+mn-ea"/>
                <a:cs typeface="+mn-cs"/>
              </a:rPr>
              <a:t>secure storage</a:t>
            </a:r>
            <a:r>
              <a:rPr lang="en-US" sz="1200" b="0" i="0" kern="1200" dirty="0" smtClean="0">
                <a:solidFill>
                  <a:schemeClr val="tx1"/>
                </a:solidFill>
                <a:effectLst/>
                <a:latin typeface="+mn-lt"/>
                <a:ea typeface="+mn-ea"/>
                <a:cs typeface="+mn-cs"/>
              </a:rPr>
              <a:t> containers, which means that when the keychain is </a:t>
            </a:r>
            <a:r>
              <a:rPr lang="en-US" sz="1200" b="1" i="0" kern="1200" dirty="0" smtClean="0">
                <a:solidFill>
                  <a:schemeClr val="tx1"/>
                </a:solidFill>
                <a:effectLst/>
                <a:latin typeface="+mn-lt"/>
                <a:ea typeface="+mn-ea"/>
                <a:cs typeface="+mn-cs"/>
              </a:rPr>
              <a:t>locked</a:t>
            </a:r>
            <a:r>
              <a:rPr lang="en-US" sz="1200" b="0" i="0" kern="1200" dirty="0" smtClean="0">
                <a:solidFill>
                  <a:schemeClr val="tx1"/>
                </a:solidFill>
                <a:effectLst/>
                <a:latin typeface="+mn-lt"/>
                <a:ea typeface="+mn-ea"/>
                <a:cs typeface="+mn-cs"/>
              </a:rPr>
              <a:t>, no one can access its protected contents. In OS X, users can unlock a keychain—thus providing trusted applications access to the contents—by entering a single master password. In iOS, each application always has access to its own keychain items; the user is never asked to unlock the keychain. Whereas in OS X any application can access any keychain item provided the user gives permission, in iOS an application can access only its own keychain items.</a:t>
            </a:r>
            <a:r>
              <a:rPr lang="en-NZ"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2BC59F1-9368-4308-AFF4-78B729EF25FE}" type="slidenum">
              <a:rPr lang="en-NZ" smtClean="0"/>
              <a:t>20</a:t>
            </a:fld>
            <a:endParaRPr lang="en-NZ"/>
          </a:p>
        </p:txBody>
      </p:sp>
    </p:spTree>
    <p:extLst>
      <p:ext uri="{BB962C8B-B14F-4D97-AF65-F5344CB8AC3E}">
        <p14:creationId xmlns:p14="http://schemas.microsoft.com/office/powerpoint/2010/main" val="2260401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21</a:t>
            </a:fld>
            <a:endParaRPr lang="en-NZ"/>
          </a:p>
        </p:txBody>
      </p:sp>
    </p:spTree>
    <p:extLst>
      <p:ext uri="{BB962C8B-B14F-4D97-AF65-F5344CB8AC3E}">
        <p14:creationId xmlns:p14="http://schemas.microsoft.com/office/powerpoint/2010/main" val="2823672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23</a:t>
            </a:fld>
            <a:endParaRPr lang="en-NZ"/>
          </a:p>
        </p:txBody>
      </p:sp>
    </p:spTree>
    <p:extLst>
      <p:ext uri="{BB962C8B-B14F-4D97-AF65-F5344CB8AC3E}">
        <p14:creationId xmlns:p14="http://schemas.microsoft.com/office/powerpoint/2010/main" val="3387585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24</a:t>
            </a:fld>
            <a:endParaRPr lang="en-NZ"/>
          </a:p>
        </p:txBody>
      </p:sp>
    </p:spTree>
    <p:extLst>
      <p:ext uri="{BB962C8B-B14F-4D97-AF65-F5344CB8AC3E}">
        <p14:creationId xmlns:p14="http://schemas.microsoft.com/office/powerpoint/2010/main" val="973789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http://dev.office.com/ios</a:t>
            </a:r>
          </a:p>
          <a:p>
            <a:endParaRPr lang="en-US" dirty="0" smtClean="0"/>
          </a:p>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25</a:t>
            </a:fld>
            <a:endParaRPr lang="en-NZ"/>
          </a:p>
        </p:txBody>
      </p:sp>
    </p:spTree>
    <p:extLst>
      <p:ext uri="{BB962C8B-B14F-4D97-AF65-F5344CB8AC3E}">
        <p14:creationId xmlns:p14="http://schemas.microsoft.com/office/powerpoint/2010/main" val="1689198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31</a:t>
            </a:fld>
            <a:endParaRPr lang="en-NZ"/>
          </a:p>
        </p:txBody>
      </p:sp>
    </p:spTree>
    <p:extLst>
      <p:ext uri="{BB962C8B-B14F-4D97-AF65-F5344CB8AC3E}">
        <p14:creationId xmlns:p14="http://schemas.microsoft.com/office/powerpoint/2010/main" val="3071755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32</a:t>
            </a:fld>
            <a:endParaRPr lang="en-NZ"/>
          </a:p>
        </p:txBody>
      </p:sp>
    </p:spTree>
    <p:extLst>
      <p:ext uri="{BB962C8B-B14F-4D97-AF65-F5344CB8AC3E}">
        <p14:creationId xmlns:p14="http://schemas.microsoft.com/office/powerpoint/2010/main" val="4129700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33</a:t>
            </a:fld>
            <a:endParaRPr lang="en-NZ"/>
          </a:p>
        </p:txBody>
      </p:sp>
    </p:spTree>
    <p:extLst>
      <p:ext uri="{BB962C8B-B14F-4D97-AF65-F5344CB8AC3E}">
        <p14:creationId xmlns:p14="http://schemas.microsoft.com/office/powerpoint/2010/main" val="1664510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11/20/2014</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37</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42193131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5.xml"/><Relationship Id="rId4"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 Id="rId5" Type="http://schemas.openxmlformats.org/officeDocument/2006/relationships/image" Target="../media/image17.jpeg"/><Relationship Id="rId4" Type="http://schemas.openxmlformats.org/officeDocument/2006/relationships/image" Target="../media/image16.jpe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8.jpe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p:spPr>
        <p:txBody>
          <a:bodyPr anchor="b" anchorCtr="0"/>
          <a:lstStyle>
            <a:lvl1pPr>
              <a:defRPr sz="7200"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16988" y="4873974"/>
            <a:ext cx="4363274" cy="2046779"/>
          </a:xfrm>
          <a:prstGeom prst="rect">
            <a:avLst/>
          </a:prstGeom>
        </p:spPr>
      </p:pic>
    </p:spTree>
    <p:extLst>
      <p:ext uri="{BB962C8B-B14F-4D97-AF65-F5344CB8AC3E}">
        <p14:creationId xmlns:p14="http://schemas.microsoft.com/office/powerpoint/2010/main" val="30686440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p:spPr>
        <p:txBody>
          <a:bodyPr anchor="b" anchorCtr="0"/>
          <a:lstStyle>
            <a:lvl1pPr>
              <a:defRPr sz="8800"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592100843"/>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392" y="4343401"/>
            <a:ext cx="10240453" cy="461665"/>
          </a:xfrm>
        </p:spPr>
        <p:txBody>
          <a:bodyPr>
            <a:noAutofit/>
          </a:bodyPr>
          <a:lstStyle>
            <a:lvl1pPr marL="0" indent="0" algn="l">
              <a:lnSpc>
                <a:spcPct val="90000"/>
              </a:lnSpc>
              <a:spcBef>
                <a:spcPts val="0"/>
              </a:spcBef>
              <a:buNone/>
              <a:defRPr lang="en-US" sz="3600" kern="1200" spc="-70" baseline="0" dirty="0">
                <a:gradFill>
                  <a:gsLst>
                    <a:gs pos="2083">
                      <a:schemeClr val="bg2"/>
                    </a:gs>
                    <a:gs pos="99000">
                      <a:schemeClr val="bg2"/>
                    </a:gs>
                  </a:gsLst>
                  <a:lin ang="5400000" scaled="0"/>
                </a:gradFill>
                <a:latin typeface="+mj-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pPr marL="0" marR="0" lvl="0" indent="0" algn="l" defTabSz="914363"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392" y="2739678"/>
            <a:ext cx="10248394"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600"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392" y="1447800"/>
            <a:ext cx="10240454" cy="914096"/>
          </a:xfrm>
        </p:spPr>
        <p:txBody>
          <a:bodyPr wrap="square" anchor="b">
            <a:noAutofit/>
          </a:bodyPr>
          <a:lstStyle>
            <a:lvl1pPr marL="0" indent="0">
              <a:buNone/>
              <a:defRPr sz="6600" spc="-150"/>
            </a:lvl1pPr>
          </a:lstStyle>
          <a:p>
            <a:pPr lvl="0"/>
            <a:r>
              <a:rPr lang="en-US" smtClean="0"/>
              <a:t>Click to edit Master text styles</a:t>
            </a:r>
          </a:p>
        </p:txBody>
      </p:sp>
    </p:spTree>
    <p:extLst>
      <p:ext uri="{BB962C8B-B14F-4D97-AF65-F5344CB8AC3E}">
        <p14:creationId xmlns:p14="http://schemas.microsoft.com/office/powerpoint/2010/main" val="10024032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1775" indent="0">
              <a:buNone/>
              <a:defRPr sz="2000">
                <a:gradFill>
                  <a:gsLst>
                    <a:gs pos="100000">
                      <a:schemeClr val="bg2"/>
                    </a:gs>
                    <a:gs pos="6000">
                      <a:schemeClr val="bg2"/>
                    </a:gs>
                  </a:gsLst>
                  <a:lin ang="5400000" scaled="0"/>
                </a:gradFill>
              </a:defRPr>
            </a:lvl3pPr>
            <a:lvl4pPr marL="457200" indent="0">
              <a:buNone/>
              <a:defRPr sz="2000">
                <a:gradFill>
                  <a:gsLst>
                    <a:gs pos="100000">
                      <a:schemeClr val="bg2"/>
                    </a:gs>
                    <a:gs pos="6000">
                      <a:schemeClr val="bg2"/>
                    </a:gs>
                  </a:gsLst>
                  <a:lin ang="5400000" scaled="0"/>
                </a:gradFill>
              </a:defRPr>
            </a:lvl4pPr>
            <a:lvl5pPr marL="693738"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14983379"/>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75" indent="0">
              <a:buNone/>
              <a:defRPr sz="2000">
                <a:gradFill>
                  <a:gsLst>
                    <a:gs pos="100000">
                      <a:schemeClr val="bg2"/>
                    </a:gs>
                    <a:gs pos="0">
                      <a:schemeClr val="bg2"/>
                    </a:gs>
                  </a:gsLst>
                  <a:lin ang="5400000" scaled="0"/>
                </a:gradFill>
              </a:defRPr>
            </a:lvl3pPr>
            <a:lvl4pPr marL="457200" indent="0">
              <a:buNone/>
              <a:defRPr sz="2000">
                <a:gradFill>
                  <a:gsLst>
                    <a:gs pos="100000">
                      <a:schemeClr val="bg2"/>
                    </a:gs>
                    <a:gs pos="0">
                      <a:schemeClr val="bg2"/>
                    </a:gs>
                  </a:gsLst>
                  <a:lin ang="5400000" scaled="0"/>
                </a:gradFill>
              </a:defRPr>
            </a:lvl4pPr>
            <a:lvl5pPr marL="693738"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1025005792"/>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43636"/>
          </a:xfrm>
          <a:prstGeom prst="rect">
            <a:avLst/>
          </a:prstGeom>
        </p:spPr>
        <p:txBody>
          <a:bodyPr/>
          <a:lstStyle>
            <a:lvl1pPr marL="284163" indent="-284163">
              <a:buFont typeface="Wingdings" pitchFamily="2" charset="2"/>
              <a:buChar char=""/>
              <a:defRPr sz="4000"/>
            </a:lvl1pPr>
            <a:lvl2pPr marL="517525" indent="-233363">
              <a:buFont typeface="Wingdings" pitchFamily="2" charset="2"/>
              <a:buChar char=""/>
              <a:defRPr>
                <a:latin typeface="+mn-lt"/>
              </a:defRPr>
            </a:lvl2pPr>
            <a:lvl3pPr marL="741363" indent="-223838">
              <a:buFont typeface="Wingdings" pitchFamily="2" charset="2"/>
              <a:buChar char=""/>
              <a:tabLst/>
              <a:defRPr>
                <a:latin typeface="+mn-lt"/>
              </a:defRPr>
            </a:lvl3pPr>
            <a:lvl4pPr marL="914400" indent="-173038">
              <a:buFont typeface="Wingdings" pitchFamily="2" charset="2"/>
              <a:buChar char=""/>
              <a:defRPr>
                <a:latin typeface="+mn-lt"/>
              </a:defRPr>
            </a:lvl4pPr>
            <a:lvl5pPr marL="1087438" indent="-173038">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4003581016"/>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6" y="1447801"/>
            <a:ext cx="5396365"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3" y="1447801"/>
            <a:ext cx="5396365"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749104370"/>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6" y="1447801"/>
            <a:ext cx="5396365" cy="2462213"/>
          </a:xfrm>
        </p:spPr>
        <p:txBody>
          <a:bodyPr/>
          <a:lstStyle>
            <a:lvl1pPr marL="0" indent="0">
              <a:spcBef>
                <a:spcPts val="120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3363" indent="0">
              <a:buNone/>
              <a:defRPr sz="2000">
                <a:gradFill>
                  <a:gsLst>
                    <a:gs pos="1000">
                      <a:schemeClr val="bg2"/>
                    </a:gs>
                    <a:gs pos="98000">
                      <a:schemeClr val="bg2"/>
                    </a:gs>
                  </a:gsLst>
                  <a:lin ang="5400000" scaled="0"/>
                </a:gradFill>
              </a:defRPr>
            </a:lvl3pPr>
            <a:lvl4pPr marL="457200" indent="0">
              <a:buNone/>
              <a:defRPr sz="2000">
                <a:gradFill>
                  <a:gsLst>
                    <a:gs pos="1000">
                      <a:schemeClr val="bg2"/>
                    </a:gs>
                    <a:gs pos="98000">
                      <a:schemeClr val="bg2"/>
                    </a:gs>
                  </a:gsLst>
                  <a:lin ang="5400000" scaled="0"/>
                </a:gradFill>
              </a:defRPr>
            </a:lvl4pPr>
            <a:lvl5pPr marL="693738"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3" y="1447801"/>
            <a:ext cx="5396365" cy="2462213"/>
          </a:xfrm>
        </p:spPr>
        <p:txBody>
          <a:bodyPr/>
          <a:lstStyle>
            <a:lvl1pPr marL="0" indent="0">
              <a:spcBef>
                <a:spcPts val="1200"/>
              </a:spcBef>
              <a:buNone/>
              <a:defRPr lang="en-US" sz="4000" kern="1200" spc="-70" baseline="0" dirty="0" smtClean="0">
                <a:gradFill>
                  <a:gsLst>
                    <a:gs pos="1000">
                      <a:schemeClr val="bg2"/>
                    </a:gs>
                    <a:gs pos="98000">
                      <a:schemeClr val="bg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826283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836" y="1447801"/>
            <a:ext cx="5396365" cy="2351413"/>
          </a:xfrm>
        </p:spPr>
        <p:txBody>
          <a:bodyPr>
            <a:spAutoFit/>
          </a:bodyPr>
          <a:lstStyle>
            <a:lvl1pPr marL="292100" indent="-292100">
              <a:spcBef>
                <a:spcPts val="1200"/>
              </a:spcBef>
              <a:buClr>
                <a:schemeClr val="bg2"/>
              </a:buClr>
              <a:buSzPct val="100000"/>
              <a:buFont typeface="Wingdings" pitchFamily="2" charset="2"/>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9563" y="1447801"/>
            <a:ext cx="5396365" cy="2720745"/>
          </a:xfrm>
        </p:spPr>
        <p:txBody>
          <a:bodyPr>
            <a:spAutoFit/>
          </a:bodyPr>
          <a:lstStyle>
            <a:lvl1pPr marL="339725" indent="-339725">
              <a:spcBef>
                <a:spcPts val="1200"/>
              </a:spcBef>
              <a:buClr>
                <a:schemeClr val="bg2"/>
              </a:buClr>
              <a:buFont typeface="Arial" pitchFamily="34" charset="0"/>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635000" indent="-342900">
              <a:defRPr lang="en-US" sz="2000" kern="1200" spc="0" baseline="0" dirty="0" smtClean="0">
                <a:gradFill>
                  <a:gsLst>
                    <a:gs pos="1250">
                      <a:schemeClr val="bg2"/>
                    </a:gs>
                    <a:gs pos="100000">
                      <a:schemeClr val="bg2"/>
                    </a:gs>
                  </a:gsLst>
                  <a:lin ang="5400000" scaled="0"/>
                </a:gradFill>
                <a:latin typeface="+mn-lt"/>
                <a:ea typeface="+mn-ea"/>
                <a:cs typeface="+mn-cs"/>
              </a:defRPr>
            </a:lvl2pPr>
            <a:lvl3pPr marL="863600" indent="-342900">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28700" indent="-342900">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06500" indent="-342900">
              <a:defRPr lang="en-US" sz="2000" kern="1200" spc="0" baseline="0" dirty="0">
                <a:gradFill>
                  <a:gsLst>
                    <a:gs pos="1250">
                      <a:schemeClr val="bg2"/>
                    </a:gs>
                    <a:gs pos="100000">
                      <a:schemeClr val="bg2"/>
                    </a:gs>
                  </a:gsLst>
                  <a:lin ang="5400000" scaled="0"/>
                </a:gradFill>
                <a:latin typeface="+mn-lt"/>
                <a:ea typeface="+mn-ea"/>
                <a:cs typeface="+mn-cs"/>
              </a:defRPr>
            </a:lvl5pPr>
          </a:lstStyle>
          <a:p>
            <a:pPr marL="292100" marR="0" lvl="0"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2100" marR="0" lvl="1"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2100" marR="0" lvl="2"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2100" marR="0" lvl="3"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2100" marR="0" lvl="4"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65138053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661993"/>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1"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381245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8958789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0"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0"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71052010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27" y="0"/>
            <a:ext cx="5988022"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233764" cy="1661993"/>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1"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4307871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7" name="Rectangle 6"/>
          <p:cNvSpPr/>
          <p:nvPr userDrawn="1"/>
        </p:nvSpPr>
        <p:spPr bwMode="white">
          <a:xfrm>
            <a:off x="1" y="0"/>
            <a:ext cx="622144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2275570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8968" y="0"/>
            <a:ext cx="6223032"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9710"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0"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13419023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1" y="857250"/>
            <a:ext cx="12192000"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836" y="1358054"/>
            <a:ext cx="11155093" cy="2863073"/>
          </a:xfrm>
          <a:prstGeom prst="rect">
            <a:avLst/>
          </a:prstGeom>
        </p:spPr>
        <p:txBody>
          <a:bodyPr>
            <a:normAutofit/>
          </a:bodyPr>
          <a:lstStyle>
            <a:lvl1pPr marL="0" indent="0">
              <a:lnSpc>
                <a:spcPct val="90000"/>
              </a:lnSpc>
              <a:buNone/>
              <a:defRPr sz="64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836" y="4343401"/>
            <a:ext cx="11155093" cy="470747"/>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smtClean="0"/>
              <a:t>Click to edit Master text styles</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99889874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291659291"/>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2385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1" y="1155940"/>
            <a:ext cx="12192000"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453" y="1447801"/>
            <a:ext cx="11155093" cy="1988237"/>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39725"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308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51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028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851639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836" y="228601"/>
            <a:ext cx="11155093"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248" y="1447799"/>
            <a:ext cx="11151917"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7"/>
            <a:ext cx="12192001"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3769424987"/>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6" y="157944"/>
            <a:ext cx="11725736" cy="1205345"/>
          </a:xfrm>
          <a:prstGeom prst="rect">
            <a:avLst/>
          </a:prstGeom>
        </p:spPr>
        <p:txBody>
          <a:bodyPr/>
          <a:lstStyle>
            <a:lvl1pPr>
              <a:defRPr sz="3999">
                <a:solidFill>
                  <a:srgbClr val="002050"/>
                </a:solidFill>
                <a:latin typeface="Segoe UI Light" pitchFamily="34" charset="0"/>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436677" y="1487490"/>
            <a:ext cx="11536191" cy="5159375"/>
          </a:xfrm>
          <a:prstGeom prst="rect">
            <a:avLst/>
          </a:prstGeom>
        </p:spPr>
        <p:txBody>
          <a:bodyPr/>
          <a:lstStyle>
            <a:lvl1pPr marL="342764" indent="-342764">
              <a:lnSpc>
                <a:spcPct val="100000"/>
              </a:lnSpc>
              <a:spcBef>
                <a:spcPts val="1799"/>
              </a:spcBef>
              <a:buClr>
                <a:schemeClr val="accent1"/>
              </a:buClr>
              <a:buSzPct val="100000"/>
              <a:buFont typeface="Arial" pitchFamily="34" charset="0"/>
              <a:buChar char="•"/>
              <a:defRPr sz="3199">
                <a:solidFill>
                  <a:srgbClr val="002050">
                    <a:alpha val="99000"/>
                  </a:srgbClr>
                </a:solidFill>
                <a:latin typeface="Segoe UI Light" panose="020B0502040204020203" pitchFamily="34" charset="0"/>
                <a:cs typeface="Segoe UI Light" panose="020B0502040204020203" pitchFamily="34" charset="0"/>
              </a:defRPr>
            </a:lvl1pPr>
            <a:lvl2pPr marL="807718" indent="-344351">
              <a:lnSpc>
                <a:spcPct val="100000"/>
              </a:lnSpc>
              <a:spcBef>
                <a:spcPts val="400"/>
              </a:spcBef>
              <a:spcAft>
                <a:spcPts val="400"/>
              </a:spcAft>
              <a:buClr>
                <a:schemeClr val="tx1">
                  <a:lumMod val="75000"/>
                  <a:lumOff val="25000"/>
                </a:schemeClr>
              </a:buClr>
              <a:buSzPct val="85000"/>
              <a:buFont typeface="Segoe UI" pitchFamily="34" charset="0"/>
              <a:buChar char="–"/>
              <a:defRPr sz="2799">
                <a:solidFill>
                  <a:schemeClr val="tx1">
                    <a:alpha val="99000"/>
                  </a:schemeClr>
                </a:solidFill>
                <a:latin typeface="Segoe UI Light" panose="020B0502040204020203" pitchFamily="34" charset="0"/>
                <a:cs typeface="Segoe UI Light" panose="020B0502040204020203" pitchFamily="34" charset="0"/>
              </a:defRPr>
            </a:lvl2pPr>
            <a:lvl3pPr marL="1198088" indent="-342764">
              <a:lnSpc>
                <a:spcPct val="100000"/>
              </a:lnSpc>
              <a:spcBef>
                <a:spcPts val="200"/>
              </a:spcBef>
              <a:spcAft>
                <a:spcPts val="200"/>
              </a:spcAft>
              <a:buClr>
                <a:schemeClr val="tx1">
                  <a:lumMod val="75000"/>
                  <a:lumOff val="25000"/>
                </a:schemeClr>
              </a:buClr>
              <a:buSzPct val="85000"/>
              <a:buFont typeface="Courier New" pitchFamily="49" charset="0"/>
              <a:buChar char="o"/>
              <a:defRPr sz="1799">
                <a:solidFill>
                  <a:schemeClr val="tx1">
                    <a:alpha val="99000"/>
                  </a:schemeClr>
                </a:solidFill>
                <a:latin typeface="Segoe UI Light" panose="020B0502040204020203" pitchFamily="34" charset="0"/>
                <a:cs typeface="Segoe UI Light" panose="020B0502040204020203" pitchFamily="34" charset="0"/>
              </a:defRPr>
            </a:lvl3pPr>
            <a:lvl4pPr>
              <a:defRPr sz="1999"/>
            </a:lvl4pPr>
            <a:lvl5pPr>
              <a:defRPr sz="1999"/>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1480070663"/>
      </p:ext>
    </p:extLst>
  </p:cSld>
  <p:clrMapOvr>
    <a:masterClrMapping/>
  </p:clrMapOvr>
  <p:transition>
    <p:fade/>
  </p:transition>
  <p:timing>
    <p:tnLst>
      <p:par>
        <p:cTn id="1" dur="indefinite" restart="never" nodeType="tmRoot"/>
      </p:par>
    </p:tnLst>
  </p:timing>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4" y="2312128"/>
            <a:ext cx="11125821" cy="1933979"/>
          </a:xfrm>
          <a:prstGeom prst="rect">
            <a:avLst/>
          </a:prstGeom>
        </p:spPr>
        <p:txBody>
          <a:bodyPr anchor="ctr">
            <a:noAutofit/>
          </a:bodyPr>
          <a:lstStyle>
            <a:lvl1pPr algn="l">
              <a:lnSpc>
                <a:spcPct val="90000"/>
              </a:lnSpc>
              <a:defRPr sz="4799" spc="-150" baseline="0">
                <a:solidFill>
                  <a:schemeClr val="bg1">
                    <a:alpha val="99000"/>
                  </a:schemeClr>
                </a:solidFill>
                <a:latin typeface="Segoe UI Light" pitchFamily="34" charset="0"/>
              </a:defRPr>
            </a:lvl1pPr>
          </a:lstStyle>
          <a:p>
            <a:r>
              <a:rPr lang="en-US" dirty="0" smtClean="0"/>
              <a:t>Course Title</a:t>
            </a:r>
            <a:endParaRPr lang="en-US" dirty="0"/>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399" b="1" cap="none" baseline="0">
                <a:solidFill>
                  <a:schemeClr val="bg1">
                    <a:lumMod val="95000"/>
                    <a:alpha val="99000"/>
                  </a:schemeClr>
                </a:solidFill>
                <a:latin typeface="Segoe UI Light" pitchFamily="34" charset="0"/>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dirty="0" smtClean="0"/>
              <a:t>Subtitle</a:t>
            </a:r>
            <a:endParaRPr lang="en-US" dirty="0"/>
          </a:p>
        </p:txBody>
      </p:sp>
    </p:spTree>
    <p:extLst>
      <p:ext uri="{BB962C8B-B14F-4D97-AF65-F5344CB8AC3E}">
        <p14:creationId xmlns:p14="http://schemas.microsoft.com/office/powerpoint/2010/main" val="1549420348"/>
      </p:ext>
    </p:extLst>
  </p:cSld>
  <p:clrMapOvr>
    <a:masterClrMapping/>
  </p:clrMapOvr>
  <p:transition>
    <p:fade/>
  </p:transition>
  <p:timing>
    <p:tnLst>
      <p:par>
        <p:cTn id="1" dur="indefinite" restart="never" nodeType="tmRoot"/>
      </p:par>
    </p:tnLst>
  </p:timing>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4" y="4771506"/>
            <a:ext cx="10487627" cy="1604356"/>
          </a:xfrm>
          <a:prstGeom prst="rect">
            <a:avLst/>
          </a:prstGeom>
        </p:spPr>
        <p:txBody>
          <a:bodyPr anchor="ctr">
            <a:noAutofit/>
          </a:bodyPr>
          <a:lstStyle>
            <a:lvl1pPr marL="0" marR="0" indent="0" algn="l" defTabSz="914001" rtl="0" eaLnBrk="1" fontAlgn="auto" latinLnBrk="0" hangingPunct="1">
              <a:lnSpc>
                <a:spcPct val="90000"/>
              </a:lnSpc>
              <a:spcBef>
                <a:spcPts val="0"/>
              </a:spcBef>
              <a:spcAft>
                <a:spcPts val="0"/>
              </a:spcAft>
              <a:buClr>
                <a:srgbClr val="00DCFF"/>
              </a:buClr>
              <a:buSzPct val="90000"/>
              <a:buFont typeface="Arial" pitchFamily="34" charset="0"/>
              <a:buNone/>
              <a:tabLst/>
              <a:defRPr sz="2799" b="1" cap="all" baseline="0">
                <a:solidFill>
                  <a:schemeClr val="bg1">
                    <a:alpha val="99000"/>
                  </a:schemeClr>
                </a:solidFill>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4" y="3117273"/>
            <a:ext cx="10723469" cy="1383983"/>
          </a:xfrm>
          <a:prstGeom prst="rect">
            <a:avLst/>
          </a:prstGeom>
        </p:spPr>
        <p:txBody>
          <a:bodyPr anchor="ctr"/>
          <a:lstStyle>
            <a:lvl1pPr algn="l">
              <a:defRPr sz="7197" baseline="0">
                <a:solidFill>
                  <a:schemeClr val="bg1">
                    <a:alpha val="99000"/>
                  </a:schemeClr>
                </a:solidFill>
                <a:latin typeface="Segoe UI Light" panose="020B0502040204020203" pitchFamily="34" charset="0"/>
                <a:cs typeface="Segoe UI Light" panose="020B0502040204020203" pitchFamily="34" charset="0"/>
              </a:defRPr>
            </a:lvl1pPr>
            <a:lvl2pPr>
              <a:defRPr sz="5997">
                <a:solidFill>
                  <a:schemeClr val="bg1">
                    <a:alpha val="99000"/>
                  </a:schemeClr>
                </a:solidFill>
                <a:latin typeface="+mj-lt"/>
              </a:defRPr>
            </a:lvl2pPr>
            <a:lvl3pPr>
              <a:defRPr sz="5997">
                <a:solidFill>
                  <a:schemeClr val="bg1">
                    <a:alpha val="99000"/>
                  </a:schemeClr>
                </a:solidFill>
                <a:latin typeface="+mj-lt"/>
              </a:defRPr>
            </a:lvl3pPr>
            <a:lvl4pPr>
              <a:defRPr sz="5997">
                <a:solidFill>
                  <a:schemeClr val="bg1">
                    <a:alpha val="99000"/>
                  </a:schemeClr>
                </a:solidFill>
                <a:latin typeface="+mj-lt"/>
              </a:defRPr>
            </a:lvl4pPr>
            <a:lvl5pPr>
              <a:defRPr sz="5997">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3496357327"/>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7"/>
            <a:ext cx="11357896" cy="1933979"/>
          </a:xfrm>
          <a:prstGeom prst="rect">
            <a:avLst/>
          </a:prstGeom>
        </p:spPr>
        <p:txBody>
          <a:bodyPr anchor="t" anchorCtr="0">
            <a:noAutofit/>
          </a:bodyPr>
          <a:lstStyle>
            <a:lvl1pPr algn="l">
              <a:lnSpc>
                <a:spcPct val="90000"/>
              </a:lnSpc>
              <a:defRPr sz="4799"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399" b="0" cap="none" baseline="0">
                <a:solidFill>
                  <a:schemeClr val="bg1">
                    <a:alpha val="99000"/>
                  </a:schemeClr>
                </a:solidFill>
                <a:latin typeface="Segoe UI Light" pitchFamily="34" charset="0"/>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3887780685"/>
      </p:ext>
    </p:extLst>
  </p:cSld>
  <p:clrMapOvr>
    <a:masterClrMapping/>
  </p:clrMapOvr>
  <p:transition>
    <p:fade/>
  </p:transition>
  <p:timing>
    <p:tnLst>
      <p:par>
        <p:cTn id="1" dur="indefinite" restart="never" nodeType="tmRoot"/>
      </p:par>
    </p:tnLst>
  </p:timing>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3" y="2980724"/>
            <a:ext cx="7171402" cy="896552"/>
          </a:xfrm>
        </p:spPr>
        <p:txBody>
          <a:bodyPr vert="horz" wrap="square" lIns="182880" tIns="146304" rIns="182880" bIns="146304" rtlCol="0" anchor="ctr">
            <a:noAutofit/>
          </a:bodyPr>
          <a:lstStyle>
            <a:lvl1pPr marL="0" indent="0">
              <a:buFont typeface="Arial" panose="020B0604020202020204" pitchFamily="34" charset="0"/>
              <a:buNone/>
              <a:defRPr lang="en-US" sz="3528"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974"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40"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178584567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964424" y="6272784"/>
            <a:ext cx="3273552" cy="365125"/>
          </a:xfrm>
          <a:prstGeom prst="rect">
            <a:avLst/>
          </a:prstGeom>
        </p:spPr>
        <p:txBody>
          <a:bodyPr/>
          <a:lstStyle/>
          <a:p>
            <a:fld id="{F169A783-D6DE-4D36-9CFB-48FB7C49D0ED}" type="datetimeFigureOut">
              <a:rPr lang="en-US" smtClean="0"/>
              <a:t>11/20/2014</a:t>
            </a:fld>
            <a:endParaRPr lang="en-US"/>
          </a:p>
        </p:txBody>
      </p:sp>
      <p:sp>
        <p:nvSpPr>
          <p:cNvPr id="5" name="Footer Placeholder 4"/>
          <p:cNvSpPr>
            <a:spLocks noGrp="1"/>
          </p:cNvSpPr>
          <p:nvPr>
            <p:ph type="ftr" sz="quarter" idx="11"/>
          </p:nvPr>
        </p:nvSpPr>
        <p:spPr>
          <a:xfrm>
            <a:off x="1088136" y="6272784"/>
            <a:ext cx="6327648"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1311128" y="6272784"/>
            <a:ext cx="640080" cy="365125"/>
          </a:xfrm>
          <a:prstGeom prst="rect">
            <a:avLst/>
          </a:prstGeom>
        </p:spPr>
        <p:txBody>
          <a:bodyPr/>
          <a:lstStyle/>
          <a:p>
            <a:fld id="{91DBA344-E620-4025-9624-308AE374D125}" type="slidenum">
              <a:rPr lang="en-US" smtClean="0"/>
              <a:t>‹#›</a:t>
            </a:fld>
            <a:endParaRPr lang="en-US"/>
          </a:p>
        </p:txBody>
      </p:sp>
    </p:spTree>
    <p:extLst>
      <p:ext uri="{BB962C8B-B14F-4D97-AF65-F5344CB8AC3E}">
        <p14:creationId xmlns:p14="http://schemas.microsoft.com/office/powerpoint/2010/main" val="1416226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3217330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Green">
    <p:bg>
      <p:bgPr>
        <a:solidFill>
          <a:srgbClr val="00723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9436648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Slide Blue">
    <p:bg>
      <p:bgPr>
        <a:solidFill>
          <a:srgbClr val="0018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16599681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Slide Purple">
    <p:bg>
      <p:bgPr>
        <a:solidFill>
          <a:srgbClr val="68217A"/>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11867767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unchy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58796690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unchy Slide Green">
    <p:bg>
      <p:bgPr>
        <a:solidFill>
          <a:srgbClr val="00723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915108786"/>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unchy Slide Blue">
    <p:bg>
      <p:bgPr>
        <a:solidFill>
          <a:srgbClr val="0018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838264100"/>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unchy Slide Purple">
    <p:bg>
      <p:bgPr>
        <a:solidFill>
          <a:srgbClr val="68217A"/>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990825193"/>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Orange">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54592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Slide Green">
    <p:bg>
      <p:bgPr>
        <a:solidFill>
          <a:srgbClr val="00723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76481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Slide Blue">
    <p:bg>
      <p:bgPr>
        <a:solidFill>
          <a:srgbClr val="00188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72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Slide Purple">
    <p:bg>
      <p:bgPr>
        <a:solidFill>
          <a:srgbClr val="68217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192186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9" y="2819605"/>
            <a:ext cx="11151917" cy="1218795"/>
          </a:xfrm>
        </p:spPr>
        <p:txBody>
          <a:bodyPr anchor="b" anchorCtr="0"/>
          <a:lstStyle>
            <a:lvl1pPr>
              <a:defRPr sz="8798"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5"/>
            <a:ext cx="1739313" cy="815899"/>
          </a:xfrm>
          <a:prstGeom prst="rect">
            <a:avLst/>
          </a:prstGeom>
        </p:spPr>
      </p:pic>
    </p:spTree>
    <p:extLst>
      <p:ext uri="{BB962C8B-B14F-4D97-AF65-F5344CB8AC3E}">
        <p14:creationId xmlns:p14="http://schemas.microsoft.com/office/powerpoint/2010/main" val="587242610"/>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73253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08119" y="307245"/>
            <a:ext cx="11151917" cy="747897"/>
          </a:xfrm>
        </p:spPr>
        <p:txBody>
          <a:bodyPr lIns="146304" tIns="91440" rIns="146304" bIns="91440"/>
          <a:lstStyle/>
          <a:p>
            <a:r>
              <a:rPr lang="en-US" dirty="0" smtClean="0"/>
              <a:t>Click to edit master title style</a:t>
            </a:r>
            <a:endParaRPr lang="en-US" dirty="0"/>
          </a:p>
        </p:txBody>
      </p:sp>
      <p:sp>
        <p:nvSpPr>
          <p:cNvPr id="5" name="Text Placeholder 4"/>
          <p:cNvSpPr>
            <a:spLocks noGrp="1"/>
          </p:cNvSpPr>
          <p:nvPr>
            <p:ph type="body" sz="quarter" idx="10"/>
          </p:nvPr>
        </p:nvSpPr>
        <p:spPr>
          <a:xfrm>
            <a:off x="316419" y="1203349"/>
            <a:ext cx="11653523" cy="5377755"/>
          </a:xfrm>
        </p:spPr>
        <p:txBody>
          <a:bodyPr lIns="146304" tIns="91440" rIns="146304" bIns="91440"/>
          <a:lstStyle>
            <a:lvl1pPr marL="0" indent="0">
              <a:buNone/>
              <a:defRPr/>
            </a:lvl1pPr>
            <a:lvl2pPr marL="339663" indent="0">
              <a:buNone/>
              <a:defRPr/>
            </a:lvl2pPr>
            <a:lvl3pPr marL="572984" indent="0">
              <a:buNone/>
              <a:defRPr/>
            </a:lvl3pPr>
            <a:lvl4pPr marL="798371" indent="0">
              <a:buNone/>
              <a:defRPr/>
            </a:lvl4pPr>
            <a:lvl5pPr marL="1030102"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883855593"/>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Rectangle 1"/>
          <p:cNvSpPr/>
          <p:nvPr userDrawn="1"/>
        </p:nvSpPr>
        <p:spPr bwMode="white">
          <a:xfrm>
            <a:off x="2" y="857250"/>
            <a:ext cx="12192000"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3371" tIns="89606" rIns="143371" bIns="89606" numCol="1" spcCol="0" rtlCol="0" fromWordArt="0" anchor="ctr" anchorCtr="0" forceAA="0" compatLnSpc="1">
            <a:prstTxWarp prst="textNoShape">
              <a:avLst/>
            </a:prstTxWarp>
            <a:noAutofit/>
          </a:bodyPr>
          <a:lstStyle/>
          <a:p>
            <a:pPr algn="ctr" defTabSz="913475" fontAlgn="base">
              <a:spcBef>
                <a:spcPct val="0"/>
              </a:spcBef>
              <a:spcAft>
                <a:spcPct val="0"/>
              </a:spcAft>
            </a:pPr>
            <a:endParaRPr lang="en-US" sz="2199"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284241" y="1187470"/>
            <a:ext cx="11155093" cy="2863073"/>
          </a:xfrm>
          <a:prstGeom prst="rect">
            <a:avLst/>
          </a:prstGeom>
        </p:spPr>
        <p:txBody>
          <a:bodyPr lIns="146304" tIns="91440" rIns="146304" bIns="91440">
            <a:normAutofit/>
          </a:bodyPr>
          <a:lstStyle>
            <a:lvl1pPr marL="0" indent="0">
              <a:lnSpc>
                <a:spcPct val="90000"/>
              </a:lnSpc>
              <a:buNone/>
              <a:defRPr sz="7838">
                <a:gradFill>
                  <a:gsLst>
                    <a:gs pos="100000">
                      <a:schemeClr val="bg1"/>
                    </a:gs>
                    <a:gs pos="0">
                      <a:schemeClr val="bg1"/>
                    </a:gs>
                  </a:gsLst>
                  <a:lin ang="5400000" scaled="0"/>
                </a:gradFill>
                <a:latin typeface="+mj-lt"/>
              </a:defRPr>
            </a:lvl1pPr>
            <a:lvl2pPr>
              <a:defRPr sz="6394">
                <a:solidFill>
                  <a:schemeClr val="tx2"/>
                </a:solidFill>
                <a:latin typeface="+mn-lt"/>
              </a:defRPr>
            </a:lvl2pPr>
          </a:lstStyle>
          <a:p>
            <a:pPr lvl="0"/>
            <a:r>
              <a:rPr lang="en-US" dirty="0" smtClean="0"/>
              <a:t>Demo</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9" cy="813816"/>
          </a:xfrm>
          <a:prstGeom prst="rect">
            <a:avLst/>
          </a:prstGeom>
        </p:spPr>
      </p:pic>
      <p:sp>
        <p:nvSpPr>
          <p:cNvPr id="7" name="Freeform 20"/>
          <p:cNvSpPr>
            <a:spLocks noEditPoints="1"/>
          </p:cNvSpPr>
          <p:nvPr userDrawn="1"/>
        </p:nvSpPr>
        <p:spPr bwMode="black">
          <a:xfrm>
            <a:off x="8401577" y="3201873"/>
            <a:ext cx="3521186" cy="2448402"/>
          </a:xfrm>
          <a:custGeom>
            <a:avLst/>
            <a:gdLst/>
            <a:ahLst/>
            <a:cxnLst>
              <a:cxn ang="0">
                <a:pos x="774" y="456"/>
              </a:cxn>
              <a:cxn ang="0">
                <a:pos x="774" y="36"/>
              </a:cxn>
              <a:cxn ang="0">
                <a:pos x="737" y="0"/>
              </a:cxn>
              <a:cxn ang="0">
                <a:pos x="107" y="0"/>
              </a:cxn>
              <a:cxn ang="0">
                <a:pos x="71" y="36"/>
              </a:cxn>
              <a:cxn ang="0">
                <a:pos x="71" y="456"/>
              </a:cxn>
              <a:cxn ang="0">
                <a:pos x="0" y="544"/>
              </a:cxn>
              <a:cxn ang="0">
                <a:pos x="44" y="588"/>
              </a:cxn>
              <a:cxn ang="0">
                <a:pos x="800" y="588"/>
              </a:cxn>
              <a:cxn ang="0">
                <a:pos x="844" y="544"/>
              </a:cxn>
              <a:cxn ang="0">
                <a:pos x="774" y="456"/>
              </a:cxn>
              <a:cxn ang="0">
                <a:pos x="481" y="554"/>
              </a:cxn>
              <a:cxn ang="0">
                <a:pos x="350" y="554"/>
              </a:cxn>
              <a:cxn ang="0">
                <a:pos x="337" y="547"/>
              </a:cxn>
              <a:cxn ang="0">
                <a:pos x="352" y="519"/>
              </a:cxn>
              <a:cxn ang="0">
                <a:pos x="363" y="514"/>
              </a:cxn>
              <a:cxn ang="0">
                <a:pos x="468" y="514"/>
              </a:cxn>
              <a:cxn ang="0">
                <a:pos x="478" y="519"/>
              </a:cxn>
              <a:cxn ang="0">
                <a:pos x="494" y="547"/>
              </a:cxn>
              <a:cxn ang="0">
                <a:pos x="481" y="554"/>
              </a:cxn>
              <a:cxn ang="0">
                <a:pos x="748" y="456"/>
              </a:cxn>
              <a:cxn ang="0">
                <a:pos x="99" y="456"/>
              </a:cxn>
              <a:cxn ang="0">
                <a:pos x="99" y="42"/>
              </a:cxn>
              <a:cxn ang="0">
                <a:pos x="117" y="24"/>
              </a:cxn>
              <a:cxn ang="0">
                <a:pos x="730" y="24"/>
              </a:cxn>
              <a:cxn ang="0">
                <a:pos x="748" y="42"/>
              </a:cxn>
              <a:cxn ang="0">
                <a:pos x="748" y="456"/>
              </a:cxn>
            </a:cxnLst>
            <a:rect l="0" t="0" r="r" b="b"/>
            <a:pathLst>
              <a:path w="844" h="588">
                <a:moveTo>
                  <a:pt x="774" y="456"/>
                </a:moveTo>
                <a:cubicBezTo>
                  <a:pt x="774" y="36"/>
                  <a:pt x="774" y="36"/>
                  <a:pt x="774" y="36"/>
                </a:cubicBezTo>
                <a:cubicBezTo>
                  <a:pt x="774" y="16"/>
                  <a:pt x="757" y="0"/>
                  <a:pt x="737" y="0"/>
                </a:cubicBezTo>
                <a:cubicBezTo>
                  <a:pt x="107" y="0"/>
                  <a:pt x="107" y="0"/>
                  <a:pt x="107" y="0"/>
                </a:cubicBezTo>
                <a:cubicBezTo>
                  <a:pt x="87" y="0"/>
                  <a:pt x="71" y="16"/>
                  <a:pt x="71" y="36"/>
                </a:cubicBezTo>
                <a:cubicBezTo>
                  <a:pt x="71" y="456"/>
                  <a:pt x="71" y="456"/>
                  <a:pt x="71" y="456"/>
                </a:cubicBezTo>
                <a:cubicBezTo>
                  <a:pt x="0" y="544"/>
                  <a:pt x="0" y="544"/>
                  <a:pt x="0" y="544"/>
                </a:cubicBezTo>
                <a:cubicBezTo>
                  <a:pt x="0" y="568"/>
                  <a:pt x="20" y="588"/>
                  <a:pt x="44" y="588"/>
                </a:cubicBezTo>
                <a:cubicBezTo>
                  <a:pt x="800" y="588"/>
                  <a:pt x="800" y="588"/>
                  <a:pt x="800" y="588"/>
                </a:cubicBezTo>
                <a:cubicBezTo>
                  <a:pt x="824" y="588"/>
                  <a:pt x="844" y="568"/>
                  <a:pt x="844" y="544"/>
                </a:cubicBezTo>
                <a:lnTo>
                  <a:pt x="774" y="456"/>
                </a:lnTo>
                <a:close/>
                <a:moveTo>
                  <a:pt x="481" y="554"/>
                </a:moveTo>
                <a:cubicBezTo>
                  <a:pt x="350" y="554"/>
                  <a:pt x="350" y="554"/>
                  <a:pt x="350" y="554"/>
                </a:cubicBezTo>
                <a:cubicBezTo>
                  <a:pt x="343" y="554"/>
                  <a:pt x="337" y="551"/>
                  <a:pt x="337" y="547"/>
                </a:cubicBezTo>
                <a:cubicBezTo>
                  <a:pt x="352" y="519"/>
                  <a:pt x="352" y="519"/>
                  <a:pt x="352" y="519"/>
                </a:cubicBezTo>
                <a:cubicBezTo>
                  <a:pt x="352" y="516"/>
                  <a:pt x="357" y="514"/>
                  <a:pt x="363" y="514"/>
                </a:cubicBezTo>
                <a:cubicBezTo>
                  <a:pt x="468" y="514"/>
                  <a:pt x="468" y="514"/>
                  <a:pt x="468" y="514"/>
                </a:cubicBezTo>
                <a:cubicBezTo>
                  <a:pt x="473" y="514"/>
                  <a:pt x="478" y="516"/>
                  <a:pt x="478" y="519"/>
                </a:cubicBezTo>
                <a:cubicBezTo>
                  <a:pt x="494" y="547"/>
                  <a:pt x="494" y="547"/>
                  <a:pt x="494" y="547"/>
                </a:cubicBezTo>
                <a:cubicBezTo>
                  <a:pt x="494" y="551"/>
                  <a:pt x="488" y="554"/>
                  <a:pt x="481" y="554"/>
                </a:cubicBezTo>
                <a:close/>
                <a:moveTo>
                  <a:pt x="748" y="456"/>
                </a:moveTo>
                <a:cubicBezTo>
                  <a:pt x="99" y="456"/>
                  <a:pt x="99" y="456"/>
                  <a:pt x="99" y="456"/>
                </a:cubicBezTo>
                <a:cubicBezTo>
                  <a:pt x="99" y="42"/>
                  <a:pt x="99" y="42"/>
                  <a:pt x="99" y="42"/>
                </a:cubicBezTo>
                <a:cubicBezTo>
                  <a:pt x="99" y="32"/>
                  <a:pt x="107" y="24"/>
                  <a:pt x="117" y="24"/>
                </a:cubicBezTo>
                <a:cubicBezTo>
                  <a:pt x="730" y="24"/>
                  <a:pt x="730" y="24"/>
                  <a:pt x="730" y="24"/>
                </a:cubicBezTo>
                <a:cubicBezTo>
                  <a:pt x="740" y="24"/>
                  <a:pt x="748" y="32"/>
                  <a:pt x="748" y="42"/>
                </a:cubicBezTo>
                <a:lnTo>
                  <a:pt x="748" y="456"/>
                </a:lnTo>
                <a:close/>
              </a:path>
            </a:pathLst>
          </a:custGeom>
          <a:solidFill>
            <a:srgbClr val="FFFFFF"/>
          </a:solidFill>
          <a:extLst/>
        </p:spPr>
        <p:txBody>
          <a:bodyPr vert="horz" wrap="square" lIns="0" tIns="40327" rIns="80655" bIns="40327" numCol="1" anchor="t" anchorCtr="0" compatLnSpc="1">
            <a:prstTxWarp prst="textNoShape">
              <a:avLst/>
            </a:prstTxWarp>
          </a:bodyPr>
          <a:lstStyle/>
          <a:p>
            <a:pPr algn="ctr" defTabSz="895909"/>
            <a:endParaRPr lang="en-US" sz="882"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527129060"/>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51576" y="5033097"/>
            <a:ext cx="5433644" cy="1881715"/>
          </a:xfrm>
          <a:prstGeom prst="rect">
            <a:avLst/>
          </a:prstGeom>
        </p:spPr>
      </p:pic>
      <p:sp>
        <p:nvSpPr>
          <p:cNvPr id="2" name="Title 1"/>
          <p:cNvSpPr>
            <a:spLocks noGrp="1"/>
          </p:cNvSpPr>
          <p:nvPr>
            <p:ph type="title" hasCustomPrompt="1"/>
          </p:nvPr>
        </p:nvSpPr>
        <p:spPr>
          <a:xfrm>
            <a:off x="978950" y="2109542"/>
            <a:ext cx="10240454" cy="997196"/>
          </a:xfrm>
        </p:spPr>
        <p:txBody>
          <a:bodyPr anchor="b" anchorCtr="0"/>
          <a:lstStyle>
            <a:lvl1pPr>
              <a:defRPr sz="7196"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50" y="3425825"/>
            <a:ext cx="10240454"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11632461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5" y="4771506"/>
            <a:ext cx="10487627" cy="1604356"/>
          </a:xfrm>
          <a:prstGeom prst="rect">
            <a:avLst/>
          </a:prstGeom>
        </p:spPr>
        <p:txBody>
          <a:bodyPr anchor="ctr">
            <a:noAutofit/>
          </a:bodyPr>
          <a:lstStyle>
            <a:lvl1pPr marL="0" marR="0" indent="0" algn="l" defTabSz="914188"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5" y="3117272"/>
            <a:ext cx="10723468" cy="1383983"/>
          </a:xfrm>
          <a:prstGeom prst="rect">
            <a:avLst/>
          </a:prstGeom>
        </p:spPr>
        <p:txBody>
          <a:bodyPr anchor="ctr"/>
          <a:lstStyle>
            <a:lvl1pPr algn="l">
              <a:defRPr sz="7198" baseline="0">
                <a:solidFill>
                  <a:schemeClr val="bg1">
                    <a:alpha val="99000"/>
                  </a:schemeClr>
                </a:solidFill>
                <a:latin typeface="Segoe UI Light" panose="020B0502040204020203" pitchFamily="34" charset="0"/>
                <a:cs typeface="Segoe UI Light" panose="020B0502040204020203" pitchFamily="34" charset="0"/>
              </a:defRPr>
            </a:lvl1pPr>
            <a:lvl2pPr>
              <a:defRPr sz="5998">
                <a:solidFill>
                  <a:schemeClr val="bg1">
                    <a:alpha val="99000"/>
                  </a:schemeClr>
                </a:solidFill>
                <a:latin typeface="+mj-lt"/>
              </a:defRPr>
            </a:lvl2pPr>
            <a:lvl3pPr>
              <a:defRPr sz="5998">
                <a:solidFill>
                  <a:schemeClr val="bg1">
                    <a:alpha val="99000"/>
                  </a:schemeClr>
                </a:solidFill>
                <a:latin typeface="+mj-lt"/>
              </a:defRPr>
            </a:lvl3pPr>
            <a:lvl4pPr>
              <a:defRPr sz="5998">
                <a:solidFill>
                  <a:schemeClr val="bg1">
                    <a:alpha val="99000"/>
                  </a:schemeClr>
                </a:solidFill>
                <a:latin typeface="+mj-lt"/>
              </a:defRPr>
            </a:lvl4pPr>
            <a:lvl5pPr>
              <a:defRPr sz="5998">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615559198"/>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6"/>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2973650423"/>
      </p:ext>
    </p:extLst>
  </p:cSld>
  <p:clrMapOvr>
    <a:masterClrMapping/>
  </p:clrMapOvr>
  <p:transition>
    <p:fade/>
  </p:transition>
  <p:timing>
    <p:tnLst>
      <p:par>
        <p:cTn id="1" dur="indefinite" restart="never" nodeType="tmRoot"/>
      </p:par>
    </p:tnLst>
  </p:timing>
  <p:hf hdr="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30" indent="0">
              <a:buNone/>
              <a:defRPr sz="2000">
                <a:gradFill>
                  <a:gsLst>
                    <a:gs pos="100000">
                      <a:schemeClr val="bg2"/>
                    </a:gs>
                    <a:gs pos="0">
                      <a:schemeClr val="bg2"/>
                    </a:gs>
                  </a:gsLst>
                  <a:lin ang="5400000" scaled="0"/>
                </a:gradFill>
              </a:defRPr>
            </a:lvl3pPr>
            <a:lvl4pPr marL="457112" indent="0">
              <a:buNone/>
              <a:defRPr sz="2000">
                <a:gradFill>
                  <a:gsLst>
                    <a:gs pos="100000">
                      <a:schemeClr val="bg2"/>
                    </a:gs>
                    <a:gs pos="0">
                      <a:schemeClr val="bg2"/>
                    </a:gs>
                  </a:gsLst>
                  <a:lin ang="5400000" scaled="0"/>
                </a:gradFill>
              </a:defRPr>
            </a:lvl4pPr>
            <a:lvl5pPr marL="693604"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4204462068"/>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0"/>
            <a:ext cx="11151917" cy="747897"/>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43636"/>
          </a:xfrm>
          <a:prstGeom prst="rect">
            <a:avLst/>
          </a:prstGeom>
        </p:spPr>
        <p:txBody>
          <a:bodyPr/>
          <a:lstStyle>
            <a:lvl1pPr marL="284109" indent="-284109">
              <a:buFont typeface="Wingdings" pitchFamily="2" charset="2"/>
              <a:buChar char=""/>
              <a:defRPr sz="4000"/>
            </a:lvl1pPr>
            <a:lvl2pPr marL="517426" indent="-233318">
              <a:buFont typeface="Wingdings" pitchFamily="2" charset="2"/>
              <a:buChar char=""/>
              <a:defRPr>
                <a:latin typeface="+mn-lt"/>
              </a:defRPr>
            </a:lvl2pPr>
            <a:lvl3pPr marL="741221" indent="-223795">
              <a:buFont typeface="Wingdings" pitchFamily="2" charset="2"/>
              <a:buChar char=""/>
              <a:tabLst/>
              <a:defRPr>
                <a:latin typeface="+mn-lt"/>
              </a:defRPr>
            </a:lvl3pPr>
            <a:lvl4pPr marL="914225" indent="-173004">
              <a:buFont typeface="Wingdings" pitchFamily="2" charset="2"/>
              <a:buChar char=""/>
              <a:defRPr>
                <a:latin typeface="+mn-lt"/>
              </a:defRPr>
            </a:lvl4pPr>
            <a:lvl5pPr marL="1087229" indent="-173004">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8"/>
            <a:fld id="{727B4C2D-45E2-4621-8491-2995EB46A674}" type="slidenum">
              <a:rPr lang="en-US" smtClean="0">
                <a:gradFill>
                  <a:gsLst>
                    <a:gs pos="100000">
                      <a:srgbClr val="797A7D"/>
                    </a:gs>
                    <a:gs pos="0">
                      <a:srgbClr val="797A7D"/>
                    </a:gs>
                  </a:gsLst>
                  <a:lin ang="5400000" scaled="0"/>
                </a:gradFill>
              </a:rPr>
              <a:pPr defTabSz="91427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4189117424"/>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8"/>
            <a:fld id="{727B4C2D-45E2-4621-8491-2995EB46A674}" type="slidenum">
              <a:rPr lang="en-US" smtClean="0">
                <a:gradFill>
                  <a:gsLst>
                    <a:gs pos="100000">
                      <a:srgbClr val="797A7D"/>
                    </a:gs>
                    <a:gs pos="0">
                      <a:srgbClr val="797A7D"/>
                    </a:gs>
                  </a:gsLst>
                  <a:lin ang="5400000" scaled="0"/>
                </a:gradFill>
              </a:rPr>
              <a:pPr defTabSz="914278"/>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294387386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4" y="2980724"/>
            <a:ext cx="7171401" cy="896552"/>
          </a:xfrm>
          <a:prstGeom prst="rect">
            <a:avLst/>
          </a:prstGeom>
        </p:spPr>
        <p:txBody>
          <a:bodyPr vert="horz" wrap="square" lIns="182880" tIns="146304" rIns="182880" bIns="146304" rtlCol="0" anchor="ctr">
            <a:noAutofit/>
          </a:bodyPr>
          <a:lstStyle>
            <a:lvl1pPr marL="0" indent="0">
              <a:buFont typeface="Arial" panose="020B0604020202020204" pitchFamily="34" charset="0"/>
              <a:buNone/>
              <a:defRPr lang="en-US" sz="3527"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802"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39"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a:xfrm>
            <a:off x="519248" y="228600"/>
            <a:ext cx="11151917" cy="747897"/>
          </a:xfrm>
          <a:prstGeom prst="rect">
            <a:avLst/>
          </a:prstGeom>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326701552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4" y="2312127"/>
            <a:ext cx="11125821" cy="1933979"/>
          </a:xfrm>
          <a:prstGeom prst="rect">
            <a:avLst/>
          </a:prstGeom>
        </p:spPr>
        <p:txBody>
          <a:bodyPr anchor="ctr">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Course Title</a:t>
            </a:r>
            <a:endParaRPr lang="en-US" dirty="0"/>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400" b="1" cap="none" baseline="0">
                <a:solidFill>
                  <a:schemeClr val="bg1">
                    <a:lumMod val="95000"/>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Subtitle</a:t>
            </a:r>
            <a:endParaRPr lang="en-US" dirty="0"/>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Tree>
    <p:extLst>
      <p:ext uri="{BB962C8B-B14F-4D97-AF65-F5344CB8AC3E}">
        <p14:creationId xmlns:p14="http://schemas.microsoft.com/office/powerpoint/2010/main" val="1864431276"/>
      </p:ext>
    </p:extLst>
  </p:cSld>
  <p:clrMapOvr>
    <a:masterClrMapping/>
  </p:clrMapOvr>
  <p:transition>
    <p:fade/>
  </p:transition>
  <p:timing>
    <p:tnLst>
      <p:par>
        <p:cTn id="1" dur="indefinite" restart="never" nodeType="tmRoot"/>
      </p:par>
    </p:tnLst>
  </p:timing>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6"/>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1781549836"/>
      </p:ext>
    </p:extLst>
  </p:cSld>
  <p:clrMapOvr>
    <a:masterClrMapping/>
  </p:clrMapOvr>
  <p:transition>
    <p:fade/>
  </p:transition>
  <p:timing>
    <p:tnLst>
      <p:par>
        <p:cTn id="1" dur="indefinite" restart="never" nodeType="tmRoot"/>
      </p:par>
    </p:tnLst>
  </p:timing>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4668C5"/>
        </a:solidFill>
        <a:effectLst/>
      </p:bgPr>
    </p:bg>
    <p:spTree>
      <p:nvGrpSpPr>
        <p:cNvPr id="1" name=""/>
        <p:cNvGrpSpPr/>
        <p:nvPr/>
      </p:nvGrpSpPr>
      <p:grpSpPr>
        <a:xfrm>
          <a:off x="0" y="0"/>
          <a:ext cx="0" cy="0"/>
          <a:chOff x="0" y="0"/>
          <a:chExt cx="0" cy="0"/>
        </a:xfrm>
      </p:grpSpPr>
      <p:sp>
        <p:nvSpPr>
          <p:cNvPr id="6" name="Title 7"/>
          <p:cNvSpPr>
            <a:spLocks noGrp="1"/>
          </p:cNvSpPr>
          <p:nvPr>
            <p:ph type="title" hasCustomPrompt="1"/>
          </p:nvPr>
        </p:nvSpPr>
        <p:spPr>
          <a:xfrm>
            <a:off x="1068242" y="424446"/>
            <a:ext cx="10054940" cy="1168379"/>
          </a:xfrm>
          <a:prstGeom prst="rect">
            <a:avLst/>
          </a:prstGeom>
        </p:spPr>
        <p:txBody>
          <a:bodyPr anchor="b"/>
          <a:lstStyle>
            <a:lvl1pPr marL="0" indent="0" algn="l" defTabSz="914188" rtl="0" eaLnBrk="1" latinLnBrk="0" hangingPunct="1">
              <a:lnSpc>
                <a:spcPct val="90000"/>
              </a:lnSpc>
              <a:spcBef>
                <a:spcPct val="20000"/>
              </a:spcBef>
              <a:buClr>
                <a:srgbClr val="00DCFF"/>
              </a:buClr>
              <a:buSzPct val="90000"/>
              <a:buFont typeface="Arial" pitchFamily="34" charset="0"/>
              <a:buNone/>
              <a:defRPr lang="en-US" sz="4200" kern="1200" spc="-150" dirty="0">
                <a:solidFill>
                  <a:schemeClr val="bg1"/>
                </a:solidFill>
                <a:latin typeface="Segoe UI Light" pitchFamily="34" charset="0"/>
                <a:ea typeface="+mn-ea"/>
                <a:cs typeface="Segoe UI Light" pitchFamily="34" charset="0"/>
              </a:defRPr>
            </a:lvl1pPr>
          </a:lstStyle>
          <a:p>
            <a:r>
              <a:rPr lang="en-US" dirty="0" smtClean="0"/>
              <a:t>Statement</a:t>
            </a:r>
            <a:endParaRPr lang="en-US" dirty="0"/>
          </a:p>
        </p:txBody>
      </p:sp>
      <p:sp>
        <p:nvSpPr>
          <p:cNvPr id="7" name="Text Placeholder 2"/>
          <p:cNvSpPr>
            <a:spLocks noGrp="1"/>
          </p:cNvSpPr>
          <p:nvPr>
            <p:ph type="body" sz="quarter" idx="10" hasCustomPrompt="1"/>
          </p:nvPr>
        </p:nvSpPr>
        <p:spPr>
          <a:xfrm>
            <a:off x="1757821" y="1907084"/>
            <a:ext cx="8198397" cy="4379416"/>
          </a:xfrm>
          <a:prstGeom prst="rect">
            <a:avLst/>
          </a:prstGeom>
        </p:spPr>
        <p:txBody>
          <a:bodyPr/>
          <a:lstStyle>
            <a:lvl1pPr marL="0" indent="0">
              <a:spcBef>
                <a:spcPts val="1600"/>
              </a:spcBef>
              <a:buNone/>
              <a:defRPr sz="2400" baseline="0">
                <a:solidFill>
                  <a:schemeClr val="bg1"/>
                </a:solidFill>
              </a:defRPr>
            </a:lvl1pPr>
            <a:lvl2pPr>
              <a:defRPr sz="2400">
                <a:solidFill>
                  <a:srgbClr val="83B800">
                    <a:alpha val="99000"/>
                  </a:srgbClr>
                </a:solidFill>
              </a:defRPr>
            </a:lvl2pPr>
            <a:lvl3pPr>
              <a:defRPr sz="2400">
                <a:solidFill>
                  <a:srgbClr val="83B800">
                    <a:alpha val="99000"/>
                  </a:srgbClr>
                </a:solidFill>
              </a:defRPr>
            </a:lvl3pPr>
            <a:lvl4pPr>
              <a:defRPr sz="2400">
                <a:solidFill>
                  <a:srgbClr val="83B800">
                    <a:alpha val="99000"/>
                  </a:srgbClr>
                </a:solidFill>
              </a:defRPr>
            </a:lvl4pPr>
            <a:lvl5pPr>
              <a:defRPr sz="2400">
                <a:solidFill>
                  <a:srgbClr val="83B800">
                    <a:alpha val="99000"/>
                  </a:srgbClr>
                </a:solidFill>
              </a:defRPr>
            </a:lvl5pPr>
          </a:lstStyle>
          <a:p>
            <a:pPr lvl="0"/>
            <a:r>
              <a:rPr lang="en-US" dirty="0" smtClean="0"/>
              <a:t>Point 1</a:t>
            </a:r>
          </a:p>
          <a:p>
            <a:pPr lvl="0"/>
            <a:r>
              <a:rPr lang="en-US" dirty="0" smtClean="0"/>
              <a:t>Point 2</a:t>
            </a:r>
          </a:p>
          <a:p>
            <a:pPr lvl="0"/>
            <a:r>
              <a:rPr lang="en-US" dirty="0" smtClean="0"/>
              <a:t>Point 3</a:t>
            </a:r>
          </a:p>
          <a:p>
            <a:pPr lvl="0"/>
            <a:r>
              <a:rPr lang="en-US" dirty="0" smtClean="0"/>
              <a:t>Point 4</a:t>
            </a:r>
          </a:p>
          <a:p>
            <a:pPr lvl="0"/>
            <a:r>
              <a:rPr lang="en-US" dirty="0" smtClean="0"/>
              <a:t>Point 5</a:t>
            </a:r>
          </a:p>
          <a:p>
            <a:pPr lvl="0"/>
            <a:r>
              <a:rPr lang="en-US" dirty="0" smtClean="0"/>
              <a:t>Point 6</a:t>
            </a:r>
          </a:p>
          <a:p>
            <a:pPr lvl="0"/>
            <a:r>
              <a:rPr lang="en-US" dirty="0" smtClean="0"/>
              <a:t>Point 7</a:t>
            </a:r>
          </a:p>
          <a:p>
            <a:pPr lvl="0"/>
            <a:r>
              <a:rPr lang="en-US" dirty="0" smtClean="0"/>
              <a:t>Point 8</a:t>
            </a:r>
          </a:p>
        </p:txBody>
      </p:sp>
    </p:spTree>
    <p:extLst>
      <p:ext uri="{BB962C8B-B14F-4D97-AF65-F5344CB8AC3E}">
        <p14:creationId xmlns:p14="http://schemas.microsoft.com/office/powerpoint/2010/main" val="3323544600"/>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de Sample">
    <p:spTree>
      <p:nvGrpSpPr>
        <p:cNvPr id="1" name=""/>
        <p:cNvGrpSpPr/>
        <p:nvPr/>
      </p:nvGrpSpPr>
      <p:grpSpPr>
        <a:xfrm>
          <a:off x="0" y="0"/>
          <a:ext cx="0" cy="0"/>
          <a:chOff x="0" y="0"/>
          <a:chExt cx="0" cy="0"/>
        </a:xfrm>
      </p:grpSpPr>
      <p:sp>
        <p:nvSpPr>
          <p:cNvPr id="5" name="Text Placeholder 3"/>
          <p:cNvSpPr>
            <a:spLocks noGrp="1"/>
          </p:cNvSpPr>
          <p:nvPr>
            <p:ph type="body" sz="quarter" idx="10"/>
          </p:nvPr>
        </p:nvSpPr>
        <p:spPr>
          <a:xfrm>
            <a:off x="1180714" y="1645920"/>
            <a:ext cx="10777838" cy="4640580"/>
          </a:xfrm>
          <a:prstGeom prst="rect">
            <a:avLst/>
          </a:prstGeom>
        </p:spPr>
        <p:txBody>
          <a:bodyPr/>
          <a:lstStyle>
            <a:lvl1pPr>
              <a:defRPr>
                <a:solidFill>
                  <a:schemeClr val="tx1">
                    <a:alpha val="99000"/>
                  </a:schemeClr>
                </a:solidFill>
                <a:latin typeface="Consolas" panose="020B0609020204030204" pitchFamily="49" charset="0"/>
                <a:cs typeface="Consolas" panose="020B0609020204030204" pitchFamily="49" charset="0"/>
              </a:defRPr>
            </a:lvl1pPr>
          </a:lstStyle>
          <a:p>
            <a:r>
              <a:rPr lang="en-US" dirty="0" smtClean="0">
                <a:latin typeface="Consolas" panose="020B0609020204030204" pitchFamily="49" charset="0"/>
                <a:cs typeface="Consolas" panose="020B0609020204030204" pitchFamily="49" charset="0"/>
              </a:rPr>
              <a:t>&lt;audio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=“some.mp3” controls&gt;&lt;/audio&gt;</a:t>
            </a:r>
          </a:p>
          <a:p>
            <a:r>
              <a:rPr lang="en-US" dirty="0" smtClean="0">
                <a:latin typeface="Consolas" panose="020B0609020204030204" pitchFamily="49" charset="0"/>
                <a:cs typeface="Consolas" panose="020B0609020204030204" pitchFamily="49" charset="0"/>
              </a:rPr>
              <a:t>&lt;audio controls </a:t>
            </a:r>
            <a:r>
              <a:rPr lang="en-US" dirty="0" err="1" smtClean="0">
                <a:latin typeface="Consolas" panose="020B0609020204030204" pitchFamily="49" charset="0"/>
                <a:cs typeface="Consolas" panose="020B0609020204030204" pitchFamily="49" charset="0"/>
              </a:rPr>
              <a:t>autoplay</a:t>
            </a:r>
            <a:r>
              <a:rPr lang="en-US" dirty="0" smtClean="0">
                <a:latin typeface="Consolas" panose="020B0609020204030204" pitchFamily="49" charset="0"/>
                <a:cs typeface="Consolas" panose="020B0609020204030204" pitchFamily="49" charset="0"/>
              </a:rPr>
              <a:t> loop preload=“auto”&gt;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&lt;source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=“some.ogg” /&gt;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&lt;source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=“some.mp3” /&gt;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Your browser does not support audio!</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&lt;/audio&gt;</a:t>
            </a:r>
            <a:endParaRPr lang="en-US" dirty="0">
              <a:latin typeface="Consolas" panose="020B0609020204030204" pitchFamily="49" charset="0"/>
              <a:cs typeface="Consolas" panose="020B0609020204030204" pitchFamily="49" charset="0"/>
            </a:endParaRPr>
          </a:p>
        </p:txBody>
      </p:sp>
      <p:sp>
        <p:nvSpPr>
          <p:cNvPr id="6" name="Title 1"/>
          <p:cNvSpPr>
            <a:spLocks noGrp="1"/>
          </p:cNvSpPr>
          <p:nvPr>
            <p:ph type="title" hasCustomPrompt="1"/>
          </p:nvPr>
        </p:nvSpPr>
        <p:spPr>
          <a:xfrm>
            <a:off x="232817" y="157943"/>
            <a:ext cx="11725736" cy="1205345"/>
          </a:xfrm>
          <a:prstGeom prst="rect">
            <a:avLst/>
          </a:prstGeom>
        </p:spPr>
        <p:txBody>
          <a:bodyPr/>
          <a:lstStyle>
            <a:lvl1pPr>
              <a:defRPr sz="4000">
                <a:solidFill>
                  <a:schemeClr val="tx1">
                    <a:alpha val="98824"/>
                  </a:schemeClr>
                </a:solidFill>
                <a:latin typeface="Segoe UI Light" pitchFamily="34" charset="0"/>
              </a:defRPr>
            </a:lvl1pPr>
          </a:lstStyle>
          <a:p>
            <a:r>
              <a:rPr lang="en-US" dirty="0" smtClean="0"/>
              <a:t>Click to edit Code Sample style</a:t>
            </a:r>
            <a:endParaRPr lang="en-US" dirty="0"/>
          </a:p>
        </p:txBody>
      </p:sp>
    </p:spTree>
    <p:extLst>
      <p:ext uri="{BB962C8B-B14F-4D97-AF65-F5344CB8AC3E}">
        <p14:creationId xmlns:p14="http://schemas.microsoft.com/office/powerpoint/2010/main" val="20518616"/>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7" y="157943"/>
            <a:ext cx="11725736" cy="1205345"/>
          </a:xfrm>
          <a:prstGeom prst="rect">
            <a:avLst/>
          </a:prstGeom>
        </p:spPr>
        <p:txBody>
          <a:bodyPr/>
          <a:lstStyle>
            <a:lvl1pPr>
              <a:defRPr sz="4000">
                <a:solidFill>
                  <a:srgbClr val="002050"/>
                </a:solidFill>
                <a:latin typeface="Segoe UI Light" pitchFamily="34" charset="0"/>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436677" y="1487489"/>
            <a:ext cx="11536191" cy="5159375"/>
          </a:xfrm>
          <a:prstGeom prst="rect">
            <a:avLst/>
          </a:prstGeom>
        </p:spPr>
        <p:txBody>
          <a:bodyPr/>
          <a:lstStyle>
            <a:lvl1pPr marL="342834" indent="-342834">
              <a:lnSpc>
                <a:spcPct val="100000"/>
              </a:lnSpc>
              <a:spcBef>
                <a:spcPts val="1800"/>
              </a:spcBef>
              <a:buClr>
                <a:schemeClr val="accent1"/>
              </a:buClr>
              <a:buSzPct val="100000"/>
              <a:buFont typeface="Arial" pitchFamily="34" charset="0"/>
              <a:buChar char="•"/>
              <a:defRPr sz="3200">
                <a:solidFill>
                  <a:srgbClr val="002050">
                    <a:alpha val="99000"/>
                  </a:srgbClr>
                </a:solidFill>
                <a:latin typeface="Segoe UI Light" panose="020B0502040204020203" pitchFamily="34" charset="0"/>
                <a:cs typeface="Segoe UI Light" panose="020B0502040204020203" pitchFamily="34" charset="0"/>
              </a:defRPr>
            </a:lvl1pPr>
            <a:lvl2pPr marL="807883" indent="-344422">
              <a:lnSpc>
                <a:spcPct val="100000"/>
              </a:lnSpc>
              <a:spcBef>
                <a:spcPts val="400"/>
              </a:spcBef>
              <a:spcAft>
                <a:spcPts val="400"/>
              </a:spcAft>
              <a:buClr>
                <a:schemeClr val="tx1">
                  <a:lumMod val="75000"/>
                  <a:lumOff val="25000"/>
                </a:schemeClr>
              </a:buClr>
              <a:buSzPct val="85000"/>
              <a:buFont typeface="Segoe UI" pitchFamily="34" charset="0"/>
              <a:buChar char="–"/>
              <a:defRPr sz="2800">
                <a:solidFill>
                  <a:schemeClr val="tx1">
                    <a:alpha val="99000"/>
                  </a:schemeClr>
                </a:solidFill>
                <a:latin typeface="Segoe UI Light" panose="020B0502040204020203" pitchFamily="34" charset="0"/>
                <a:cs typeface="Segoe UI Light" panose="020B0502040204020203" pitchFamily="34" charset="0"/>
              </a:defRPr>
            </a:lvl2pPr>
            <a:lvl3pPr marL="1198332" indent="-342834">
              <a:lnSpc>
                <a:spcPct val="100000"/>
              </a:lnSpc>
              <a:spcBef>
                <a:spcPts val="200"/>
              </a:spcBef>
              <a:spcAft>
                <a:spcPts val="200"/>
              </a:spcAft>
              <a:buClr>
                <a:schemeClr val="tx1">
                  <a:lumMod val="75000"/>
                  <a:lumOff val="25000"/>
                </a:schemeClr>
              </a:buClr>
              <a:buSzPct val="85000"/>
              <a:buFont typeface="Courier New" pitchFamily="49" charset="0"/>
              <a:buChar char="o"/>
              <a:defRPr sz="1800">
                <a:solidFill>
                  <a:schemeClr val="tx1">
                    <a:alpha val="99000"/>
                  </a:schemeClr>
                </a:solidFill>
                <a:latin typeface="Segoe UI Light" panose="020B0502040204020203" pitchFamily="34" charset="0"/>
                <a:cs typeface="Segoe UI Light" panose="020B0502040204020203" pitchFamily="34" charset="0"/>
              </a:defRPr>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405761427"/>
      </p:ext>
    </p:extLst>
  </p:cSld>
  <p:clrMapOvr>
    <a:masterClrMapping/>
  </p:clrMapOvr>
  <p:transition>
    <p:fade/>
  </p:transition>
  <p:timing>
    <p:tnLst>
      <p:par>
        <p:cTn id="1" dur="indefinite" restart="never" nodeType="tmRoot"/>
      </p:par>
    </p:tnLst>
  </p:timing>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428160"/>
      </p:ext>
    </p:extLst>
  </p:cSld>
  <p:clrMapOvr>
    <a:masterClrMapping/>
  </p:clrMapOvr>
  <p:transition>
    <p:fade/>
  </p:transition>
  <p:timing>
    <p:tnLst>
      <p:par>
        <p:cTn id="1" dur="indefinite" restart="never" nodeType="tmRoot"/>
      </p:par>
    </p:tnLst>
  </p:timing>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5" y="4771506"/>
            <a:ext cx="10487627" cy="1604356"/>
          </a:xfrm>
          <a:prstGeom prst="rect">
            <a:avLst/>
          </a:prstGeom>
        </p:spPr>
        <p:txBody>
          <a:bodyPr anchor="ctr">
            <a:noAutofit/>
          </a:bodyPr>
          <a:lstStyle>
            <a:lvl1pPr marL="0" marR="0" indent="0" algn="l" defTabSz="914188"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5" y="3117272"/>
            <a:ext cx="10723468" cy="1383983"/>
          </a:xfrm>
          <a:prstGeom prst="rect">
            <a:avLst/>
          </a:prstGeom>
        </p:spPr>
        <p:txBody>
          <a:bodyPr anchor="ctr"/>
          <a:lstStyle>
            <a:lvl1pPr algn="l">
              <a:defRPr sz="7198" baseline="0">
                <a:solidFill>
                  <a:schemeClr val="bg1">
                    <a:alpha val="99000"/>
                  </a:schemeClr>
                </a:solidFill>
                <a:latin typeface="Segoe UI Light" panose="020B0502040204020203" pitchFamily="34" charset="0"/>
                <a:cs typeface="Segoe UI Light" panose="020B0502040204020203" pitchFamily="34" charset="0"/>
              </a:defRPr>
            </a:lvl1pPr>
            <a:lvl2pPr>
              <a:defRPr sz="5998">
                <a:solidFill>
                  <a:schemeClr val="bg1">
                    <a:alpha val="99000"/>
                  </a:schemeClr>
                </a:solidFill>
                <a:latin typeface="+mj-lt"/>
              </a:defRPr>
            </a:lvl2pPr>
            <a:lvl3pPr>
              <a:defRPr sz="5998">
                <a:solidFill>
                  <a:schemeClr val="bg1">
                    <a:alpha val="99000"/>
                  </a:schemeClr>
                </a:solidFill>
                <a:latin typeface="+mj-lt"/>
              </a:defRPr>
            </a:lvl3pPr>
            <a:lvl4pPr>
              <a:defRPr sz="5998">
                <a:solidFill>
                  <a:schemeClr val="bg1">
                    <a:alpha val="99000"/>
                  </a:schemeClr>
                </a:solidFill>
                <a:latin typeface="+mj-lt"/>
              </a:defRPr>
            </a:lvl4pPr>
            <a:lvl5pPr>
              <a:defRPr sz="5998">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1297327921"/>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Microsoft Slide">
    <p:bg>
      <p:bgPr>
        <a:solidFill>
          <a:srgbClr val="4668C5"/>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l="9719"/>
          <a:stretch/>
        </p:blipFill>
        <p:spPr>
          <a:xfrm>
            <a:off x="512895" y="2922746"/>
            <a:ext cx="5769221" cy="2350013"/>
          </a:xfrm>
          <a:prstGeom prst="rect">
            <a:avLst/>
          </a:prstGeom>
        </p:spPr>
      </p:pic>
      <p:sp>
        <p:nvSpPr>
          <p:cNvPr id="9" name="Rectangle 2"/>
          <p:cNvSpPr>
            <a:spLocks noChangeArrowheads="1"/>
          </p:cNvSpPr>
          <p:nvPr userDrawn="1"/>
        </p:nvSpPr>
        <p:spPr bwMode="auto">
          <a:xfrm>
            <a:off x="530225" y="5960743"/>
            <a:ext cx="11081704" cy="751488"/>
          </a:xfrm>
          <a:prstGeom prst="rect">
            <a:avLst/>
          </a:prstGeom>
          <a:noFill/>
          <a:ln w="9525">
            <a:noFill/>
            <a:miter lim="800000"/>
            <a:headEnd/>
            <a:tailEnd/>
          </a:ln>
        </p:spPr>
        <p:txBody>
          <a:bodyPr wrap="square">
            <a:spAutoFit/>
          </a:bodyPr>
          <a:lstStyle/>
          <a:p>
            <a:pPr marL="0" lvl="1" defTabSz="913912">
              <a:defRPr/>
            </a:pPr>
            <a:r>
              <a:rPr lang="en-US" sz="1050" dirty="0">
                <a:solidFill>
                  <a:prstClr val="white">
                    <a:lumMod val="85000"/>
                  </a:prstClr>
                </a:solidFill>
                <a:latin typeface="Calibri"/>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023316911"/>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
    <p:bg>
      <p:bgPr>
        <a:solidFill>
          <a:srgbClr val="002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016487"/>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69241" y="289512"/>
            <a:ext cx="11655840" cy="899665"/>
          </a:xfrm>
          <a:prstGeom prst="rect">
            <a:avLst/>
          </a:prstGeom>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a:prstGeom prst="rect">
            <a:avLst/>
          </a:prstGeom>
        </p:spPr>
        <p:txBody>
          <a:bodyPr/>
          <a:lstStyle>
            <a:lvl1pPr marL="0" indent="0">
              <a:buNone/>
              <a:defRPr>
                <a:gradFill>
                  <a:gsLst>
                    <a:gs pos="2920">
                      <a:schemeClr val="tx2"/>
                    </a:gs>
                    <a:gs pos="39000">
                      <a:schemeClr val="tx2"/>
                    </a:gs>
                  </a:gsLst>
                  <a:lin ang="5400000" scaled="0"/>
                </a:gradFill>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3139840"/>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471439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27803768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3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6585033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7042607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9225015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4" y="2980724"/>
            <a:ext cx="7171401" cy="896552"/>
          </a:xfrm>
          <a:prstGeom prst="rect">
            <a:avLst/>
          </a:prstGeom>
        </p:spPr>
        <p:txBody>
          <a:bodyPr vert="horz" wrap="square" lIns="182880" tIns="146304" rIns="182880" bIns="146304" rtlCol="0" anchor="ctr">
            <a:noAutofit/>
          </a:bodyPr>
          <a:lstStyle>
            <a:lvl1pPr marL="0" indent="0">
              <a:buFont typeface="Arial" panose="020B0604020202020204" pitchFamily="34" charset="0"/>
              <a:buNone/>
              <a:defRPr lang="en-US" sz="3527"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802"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39"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a:xfrm>
            <a:off x="519248" y="228600"/>
            <a:ext cx="11151917" cy="747897"/>
          </a:xfrm>
          <a:prstGeom prst="rect">
            <a:avLst/>
          </a:prstGeom>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282116655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1380"/>
            <a:ext cx="12192000" cy="6856620"/>
          </a:xfrm>
          <a:prstGeom prst="rect">
            <a:avLst/>
          </a:prstGeom>
        </p:spPr>
      </p:pic>
      <p:pic>
        <p:nvPicPr>
          <p:cNvPr id="4"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62269" y="474236"/>
            <a:ext cx="1775509" cy="380393"/>
          </a:xfrm>
          <a:prstGeom prst="rect">
            <a:avLst/>
          </a:prstGeom>
        </p:spPr>
      </p:pic>
      <p:pic>
        <p:nvPicPr>
          <p:cNvPr id="11" name="Picture 10"/>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859977" y="440492"/>
            <a:ext cx="2871471" cy="1318654"/>
          </a:xfrm>
          <a:prstGeom prst="rect">
            <a:avLst/>
          </a:prstGeom>
        </p:spPr>
      </p:pic>
    </p:spTree>
    <p:extLst>
      <p:ext uri="{BB962C8B-B14F-4D97-AF65-F5344CB8AC3E}">
        <p14:creationId xmlns:p14="http://schemas.microsoft.com/office/powerpoint/2010/main" val="179301782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pos="288">
          <p15:clr>
            <a:srgbClr val="C35EA4"/>
          </p15:clr>
        </p15:guide>
        <p15:guide id="2" pos="7546">
          <p15:clr>
            <a:srgbClr val="C35EA4"/>
          </p15:clr>
        </p15:guide>
        <p15:guide id="3" orient="horz" pos="302">
          <p15:clr>
            <a:srgbClr val="C35EA4"/>
          </p15:clr>
        </p15:guide>
        <p15:guide id="4" orient="horz" pos="4104">
          <p15:clr>
            <a:srgbClr val="C35E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Photo Layout">
    <p:bg bwMode="gray">
      <p:bgPr>
        <a:solidFill>
          <a:srgbClr val="00205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 y="-7783"/>
            <a:ext cx="12221569" cy="6873565"/>
          </a:xfrm>
          <a:prstGeom prst="rect">
            <a:avLst/>
          </a:prstGeom>
        </p:spPr>
      </p:pic>
      <p:sp>
        <p:nvSpPr>
          <p:cNvPr id="19" name="Dark gradation top"/>
          <p:cNvSpPr/>
          <p:nvPr userDrawn="1"/>
        </p:nvSpPr>
        <p:spPr bwMode="gray">
          <a:xfrm>
            <a:off x="0" y="-7783"/>
            <a:ext cx="12106223" cy="6568608"/>
          </a:xfrm>
          <a:prstGeom prst="rect">
            <a:avLst/>
          </a:prstGeom>
          <a:gradFill flip="none" rotWithShape="1">
            <a:gsLst>
              <a:gs pos="0">
                <a:srgbClr val="000000">
                  <a:alpha val="70000"/>
                </a:srgbClr>
              </a:gs>
              <a:gs pos="40000">
                <a:srgbClr val="000000">
                  <a:alpha val="0"/>
                </a:srgb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10" name="Picture 9"/>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18" name="Rectangle 17"/>
          <p:cNvSpPr/>
          <p:nvPr userDrawn="1"/>
        </p:nvSpPr>
        <p:spPr bwMode="gray">
          <a:xfrm>
            <a:off x="269240" y="2084172"/>
            <a:ext cx="5901462" cy="3586208"/>
          </a:xfrm>
          <a:prstGeom prst="rect">
            <a:avLst/>
          </a:prstGeom>
          <a:solidFill>
            <a:schemeClr val="bg2">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267683" y="2084172"/>
            <a:ext cx="5903019" cy="206206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Presentation title</a:t>
            </a:r>
            <a:endParaRPr lang="en-US" dirty="0"/>
          </a:p>
        </p:txBody>
      </p:sp>
      <p:sp>
        <p:nvSpPr>
          <p:cNvPr id="3" name="Text Placeholder 2"/>
          <p:cNvSpPr>
            <a:spLocks noGrp="1"/>
          </p:cNvSpPr>
          <p:nvPr>
            <p:ph type="body" sz="quarter" idx="14" hasCustomPrompt="1"/>
          </p:nvPr>
        </p:nvSpPr>
        <p:spPr bwMode="ltGray">
          <a:xfrm>
            <a:off x="269240" y="4146242"/>
            <a:ext cx="5901462" cy="1524136"/>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1" name="MS logo white"/>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449323" y="6061767"/>
            <a:ext cx="1522404" cy="326167"/>
          </a:xfrm>
          <a:prstGeom prst="rect">
            <a:avLst/>
          </a:prstGeom>
        </p:spPr>
      </p:pic>
    </p:spTree>
    <p:extLst>
      <p:ext uri="{BB962C8B-B14F-4D97-AF65-F5344CB8AC3E}">
        <p14:creationId xmlns:p14="http://schemas.microsoft.com/office/powerpoint/2010/main" val="8052038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1">
    <p:bg bwMode="auto">
      <p:bgPr>
        <a:solidFill>
          <a:schemeClr val="bg2"/>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5" name="Text Placeholder 4"/>
          <p:cNvSpPr>
            <a:spLocks noGrp="1"/>
          </p:cNvSpPr>
          <p:nvPr>
            <p:ph type="body" sz="quarter" idx="12" hasCustomPrompt="1"/>
          </p:nvPr>
        </p:nvSpPr>
        <p:spPr>
          <a:xfrm>
            <a:off x="271105" y="3877272"/>
            <a:ext cx="6273418" cy="1794661"/>
          </a:xfrm>
          <a:noFill/>
        </p:spPr>
        <p:txBody>
          <a:bodyPr lIns="146304" tIns="109728" rIns="146304" bIns="109728">
            <a:noAutofit/>
          </a:bodyPr>
          <a:lstStyle>
            <a:lvl1pPr marL="0" indent="0">
              <a:spcBef>
                <a:spcPts val="0"/>
              </a:spcBef>
              <a:buNone/>
              <a:defRPr sz="3527"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69304" y="2075840"/>
            <a:ext cx="8067760" cy="1801436"/>
          </a:xfrm>
          <a:noFill/>
        </p:spPr>
        <p:txBody>
          <a:bodyPr lIns="146304" tIns="91440" rIns="146304" bIns="91440" anchor="t" anchorCtr="0"/>
          <a:lstStyle>
            <a:lvl1pPr>
              <a:defRPr sz="5880" spc="-98"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8"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49323" y="6061767"/>
            <a:ext cx="1522404" cy="326167"/>
          </a:xfrm>
          <a:prstGeom prst="rect">
            <a:avLst/>
          </a:prstGeom>
        </p:spPr>
      </p:pic>
    </p:spTree>
    <p:extLst>
      <p:ext uri="{BB962C8B-B14F-4D97-AF65-F5344CB8AC3E}">
        <p14:creationId xmlns:p14="http://schemas.microsoft.com/office/powerpoint/2010/main" val="17453591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Rectangle 2"/>
          <p:cNvSpPr/>
          <p:nvPr userDrawn="1"/>
        </p:nvSpPr>
        <p:spPr bwMode="auto">
          <a:xfrm>
            <a:off x="269240" y="2084172"/>
            <a:ext cx="9976476" cy="3586208"/>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269302" y="2084187"/>
            <a:ext cx="8067761" cy="1793090"/>
          </a:xfrm>
          <a:noFill/>
        </p:spPr>
        <p:txBody>
          <a:bodyPr lIns="146304" tIns="91440" rIns="146304" bIns="91440" anchor="t" anchorCtr="0"/>
          <a:lstStyle>
            <a:lvl1pPr>
              <a:defRPr sz="5880" spc="-98" baseline="0">
                <a:gradFill>
                  <a:gsLst>
                    <a:gs pos="5833">
                      <a:srgbClr val="FFFFFF"/>
                    </a:gs>
                    <a:gs pos="18000">
                      <a:srgbClr val="FFFFFF"/>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69302" y="3878574"/>
            <a:ext cx="8067762" cy="1792326"/>
          </a:xfrm>
          <a:noFill/>
        </p:spPr>
        <p:txBody>
          <a:bodyPr lIns="146304" tIns="109728" rIns="146304" bIns="109728">
            <a:noAutofit/>
          </a:bodyPr>
          <a:lstStyle>
            <a:lvl1pPr marL="0" indent="0">
              <a:spcBef>
                <a:spcPts val="0"/>
              </a:spcBef>
              <a:buNone/>
              <a:defRPr sz="3527" spc="0" baseline="0">
                <a:gradFill>
                  <a:gsLst>
                    <a:gs pos="2917">
                      <a:srgbClr val="FFFFFF"/>
                    </a:gs>
                    <a:gs pos="30000">
                      <a:srgbClr val="FFFFFF"/>
                    </a:gs>
                  </a:gsLst>
                  <a:lin ang="5400000" scaled="0"/>
                </a:gradFill>
                <a:latin typeface="+mj-lt"/>
              </a:defRPr>
            </a:lvl1pPr>
          </a:lstStyle>
          <a:p>
            <a:pPr lvl="0"/>
            <a:r>
              <a:rPr lang="en-US" dirty="0" smtClean="0"/>
              <a:t>Speaker Name</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invGray">
          <a:xfrm>
            <a:off x="449323" y="6061767"/>
            <a:ext cx="1522404" cy="326167"/>
          </a:xfrm>
          <a:prstGeom prst="rect">
            <a:avLst/>
          </a:prstGeom>
        </p:spPr>
      </p:pic>
    </p:spTree>
    <p:extLst>
      <p:ext uri="{BB962C8B-B14F-4D97-AF65-F5344CB8AC3E}">
        <p14:creationId xmlns:p14="http://schemas.microsoft.com/office/powerpoint/2010/main" val="23355882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emo slide">
    <p:bg bwMode="auto">
      <p:bgPr>
        <a:solidFill>
          <a:schemeClr val="bg2"/>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spTree>
    <p:extLst>
      <p:ext uri="{BB962C8B-B14F-4D97-AF65-F5344CB8AC3E}">
        <p14:creationId xmlns:p14="http://schemas.microsoft.com/office/powerpoint/2010/main" val="32114759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2"/>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Video title</a:t>
            </a:r>
            <a:endParaRPr lang="en-US" dirty="0"/>
          </a:p>
        </p:txBody>
      </p:sp>
    </p:spTree>
    <p:extLst>
      <p:ext uri="{BB962C8B-B14F-4D97-AF65-F5344CB8AC3E}">
        <p14:creationId xmlns:p14="http://schemas.microsoft.com/office/powerpoint/2010/main" val="18896036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defRPr sz="8624" spc="-98" baseline="0">
                <a:gradFill>
                  <a:gsLst>
                    <a:gs pos="87586">
                      <a:srgbClr val="FFFFFF"/>
                    </a:gs>
                    <a:gs pos="52000">
                      <a:srgbClr val="FFFFFF"/>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761830847"/>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defRPr sz="8624" spc="-98" baseline="0">
                <a:gradFill>
                  <a:gsLst>
                    <a:gs pos="87586">
                      <a:srgbClr val="FFFFFF"/>
                    </a:gs>
                    <a:gs pos="52000">
                      <a:srgbClr val="FFFFFF"/>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978799618"/>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lgn="l" defTabSz="914004" rtl="0" eaLnBrk="1" latinLnBrk="0" hangingPunct="1">
              <a:lnSpc>
                <a:spcPct val="90000"/>
              </a:lnSpc>
              <a:spcBef>
                <a:spcPct val="0"/>
              </a:spcBef>
              <a:buNone/>
              <a:defRPr lang="en-US" sz="8624" b="0" kern="1200" cap="none" spc="-98" baseline="0" dirty="0">
                <a:ln w="3175">
                  <a:noFill/>
                </a:ln>
                <a:gradFill>
                  <a:gsLst>
                    <a:gs pos="84828">
                      <a:srgbClr val="FFFFFF"/>
                    </a:gs>
                    <a:gs pos="59000">
                      <a:srgbClr val="FFFFFF"/>
                    </a:gs>
                  </a:gsLst>
                  <a:lin ang="5400000" scaled="0"/>
                </a:gradFill>
                <a:effectLst/>
                <a:latin typeface="+mj-lt"/>
                <a:ea typeface="+mn-ea"/>
                <a:cs typeface="Segoe UI" pitchFamily="34" charset="0"/>
              </a:defRPr>
            </a:lvl1pPr>
          </a:lstStyle>
          <a:p>
            <a:r>
              <a:rPr lang="en-US" dirty="0" smtClean="0"/>
              <a:t>Section title</a:t>
            </a:r>
            <a:endParaRPr lang="en-US" dirty="0"/>
          </a:p>
        </p:txBody>
      </p:sp>
    </p:spTree>
    <p:extLst>
      <p:ext uri="{BB962C8B-B14F-4D97-AF65-F5344CB8AC3E}">
        <p14:creationId xmlns:p14="http://schemas.microsoft.com/office/powerpoint/2010/main" val="1582437498"/>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lgn="l" defTabSz="914004" rtl="0" eaLnBrk="1" latinLnBrk="0" hangingPunct="1">
              <a:lnSpc>
                <a:spcPct val="90000"/>
              </a:lnSpc>
              <a:spcBef>
                <a:spcPct val="0"/>
              </a:spcBef>
              <a:buNone/>
              <a:defRPr lang="en-US" sz="8624" b="0" kern="1200" cap="none" spc="-98" baseline="0" dirty="0">
                <a:ln w="3175">
                  <a:noFill/>
                </a:ln>
                <a:gradFill>
                  <a:gsLst>
                    <a:gs pos="83448">
                      <a:schemeClr val="tx1"/>
                    </a:gs>
                    <a:gs pos="53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spTree>
    <p:extLst>
      <p:ext uri="{BB962C8B-B14F-4D97-AF65-F5344CB8AC3E}">
        <p14:creationId xmlns:p14="http://schemas.microsoft.com/office/powerpoint/2010/main" val="1544111211"/>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p:spPr>
        <p:txBody>
          <a:bodyPr/>
          <a:lstStyle>
            <a:lvl1pPr marL="0" indent="0">
              <a:buNone/>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2868944"/>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p:spPr>
        <p:txBody>
          <a:bodyPr/>
          <a:lstStyle>
            <a:lvl1pPr marL="0" indent="0">
              <a:buNone/>
              <a:defRPr>
                <a:gradFill>
                  <a:gsLst>
                    <a:gs pos="2920">
                      <a:schemeClr val="tx1"/>
                    </a:gs>
                    <a:gs pos="100000">
                      <a:schemeClr val="tx1"/>
                    </a:gs>
                  </a:gsLst>
                  <a:lin ang="5400000" scaled="0"/>
                </a:gradFill>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0628377"/>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184808"/>
          </a:xfrm>
        </p:spPr>
        <p:txBody>
          <a:bodyPr>
            <a:spAutoFit/>
          </a:bodyPr>
          <a:lstStyle>
            <a:lvl3pPr>
              <a:defRPr sz="2352"/>
            </a:lvl3pPr>
            <a:lvl4pPr>
              <a:defRPr sz="1960"/>
            </a:lvl4pPr>
            <a:lvl5pPr>
              <a:defRPr sz="196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15870451"/>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2-color bulleted">
    <p:bg>
      <p:bgPr>
        <a:solidFill>
          <a:schemeClr val="bg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184808"/>
          </a:xfrm>
        </p:spPr>
        <p:txBody>
          <a:bodyPr>
            <a:spAutoFit/>
          </a:bodyPr>
          <a:lstStyle>
            <a:lvl1pPr>
              <a:buClr>
                <a:schemeClr val="tx2"/>
              </a:buClr>
              <a:defRPr>
                <a:gradFill>
                  <a:gsLst>
                    <a:gs pos="0">
                      <a:schemeClr val="tx1"/>
                    </a:gs>
                    <a:gs pos="100000">
                      <a:schemeClr val="tx1"/>
                    </a:gs>
                  </a:gsLst>
                  <a:lin ang="5400000" scaled="0"/>
                </a:gradFill>
              </a:defRPr>
            </a:lvl1pPr>
            <a:lvl3pPr>
              <a:defRPr sz="2352"/>
            </a:lvl3pPr>
            <a:lvl4pPr>
              <a:defRPr sz="1960"/>
            </a:lvl4pPr>
            <a:lvl5pPr>
              <a:defRPr sz="196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97249699"/>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489143"/>
          </a:xfrm>
        </p:spPr>
        <p:txBody>
          <a:bodyPr wrap="square">
            <a:spAutoFit/>
          </a:bodyPr>
          <a:lstStyle>
            <a:lvl1pPr marL="0" indent="0">
              <a:spcBef>
                <a:spcPts val="1200"/>
              </a:spcBef>
              <a:buClr>
                <a:schemeClr val="tx1"/>
              </a:buClr>
              <a:buFont typeface="Wingdings" pitchFamily="2" charset="2"/>
              <a:buNone/>
              <a:defRPr sz="3527"/>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489143"/>
          </a:xfrm>
        </p:spPr>
        <p:txBody>
          <a:bodyPr wrap="square">
            <a:spAutoFit/>
          </a:bodyPr>
          <a:lstStyle>
            <a:lvl1pPr marL="0" indent="0">
              <a:spcBef>
                <a:spcPts val="1200"/>
              </a:spcBef>
              <a:buClr>
                <a:schemeClr val="tx1"/>
              </a:buClr>
              <a:buFont typeface="Wingdings" pitchFamily="2" charset="2"/>
              <a:buNone/>
              <a:defRPr sz="3527"/>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361060"/>
      </p:ext>
    </p:extLst>
  </p:cSld>
  <p:clrMapOvr>
    <a:masterClrMapping/>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Column 2-color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486578"/>
          </a:xfrm>
        </p:spPr>
        <p:txBody>
          <a:bodyPr wrap="square">
            <a:spAutoFit/>
          </a:bodyPr>
          <a:lstStyle>
            <a:lvl1pPr marL="0" indent="0">
              <a:spcBef>
                <a:spcPts val="1200"/>
              </a:spcBef>
              <a:buClr>
                <a:schemeClr val="tx1"/>
              </a:buClr>
              <a:buFont typeface="Wingdings" pitchFamily="2" charset="2"/>
              <a:buNone/>
              <a:defRPr sz="3527">
                <a:solidFill>
                  <a:schemeClr val="tx1"/>
                </a:solidFill>
              </a:defRPr>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486578"/>
          </a:xfrm>
        </p:spPr>
        <p:txBody>
          <a:bodyPr wrap="square">
            <a:spAutoFit/>
          </a:bodyPr>
          <a:lstStyle>
            <a:lvl1pPr marL="0" indent="0">
              <a:spcBef>
                <a:spcPts val="1200"/>
              </a:spcBef>
              <a:buClr>
                <a:schemeClr val="tx1"/>
              </a:buClr>
              <a:buFont typeface="Wingdings" pitchFamily="2" charset="2"/>
              <a:buNone/>
              <a:defRPr sz="3527">
                <a:solidFill>
                  <a:schemeClr val="tx1"/>
                </a:solidFill>
              </a:defRPr>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48339278"/>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552967"/>
          </a:xfrm>
        </p:spPr>
        <p:txBody>
          <a:bodyPr wrap="square">
            <a:spAutoFit/>
          </a:bodyPr>
          <a:lstStyle>
            <a:lvl1pPr marL="281566" indent="-281566">
              <a:spcBef>
                <a:spcPts val="1200"/>
              </a:spcBef>
              <a:buClr>
                <a:schemeClr val="tx1"/>
              </a:buClr>
              <a:buFontTx/>
              <a:buBlip>
                <a:blip r:embed="rId2"/>
              </a:buBlip>
              <a:defRPr sz="3527"/>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552967"/>
          </a:xfrm>
        </p:spPr>
        <p:txBody>
          <a:bodyPr wrap="square">
            <a:spAutoFit/>
          </a:bodyPr>
          <a:lstStyle>
            <a:lvl1pPr marL="281566" indent="-281566">
              <a:spcBef>
                <a:spcPts val="1200"/>
              </a:spcBef>
              <a:buClr>
                <a:schemeClr val="tx1"/>
              </a:buClr>
              <a:buFontTx/>
              <a:buBlip>
                <a:blip r:embed="rId2"/>
              </a:buBlip>
              <a:defRPr sz="3527"/>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3100677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lumn 2-color Bullet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552967"/>
          </a:xfrm>
        </p:spPr>
        <p:txBody>
          <a:bodyPr wrap="square">
            <a:spAutoFit/>
          </a:bodyPr>
          <a:lstStyle>
            <a:lvl1pPr marL="281566" indent="-281566">
              <a:spcBef>
                <a:spcPts val="1200"/>
              </a:spcBef>
              <a:buClr>
                <a:schemeClr val="tx2"/>
              </a:buClr>
              <a:buFontTx/>
              <a:buBlip>
                <a:blip r:embed="rId2"/>
              </a:buBlip>
              <a:defRPr sz="3527">
                <a:solidFill>
                  <a:schemeClr val="tx1"/>
                </a:solidFill>
              </a:defRPr>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552967"/>
          </a:xfrm>
        </p:spPr>
        <p:txBody>
          <a:bodyPr wrap="square">
            <a:spAutoFit/>
          </a:bodyPr>
          <a:lstStyle>
            <a:lvl1pPr marL="281566" indent="-281566">
              <a:spcBef>
                <a:spcPts val="1200"/>
              </a:spcBef>
              <a:buClr>
                <a:schemeClr val="tx2"/>
              </a:buClr>
              <a:buFontTx/>
              <a:buBlip>
                <a:blip r:embed="rId2"/>
              </a:buBlip>
              <a:defRPr sz="3527">
                <a:solidFill>
                  <a:schemeClr val="tx1"/>
                </a:solidFill>
              </a:defRPr>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8623414"/>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40358424"/>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p:cNvSpPr>
            <a:spLocks noGrp="1"/>
          </p:cNvSpPr>
          <p:nvPr>
            <p:ph type="title"/>
          </p:nvPr>
        </p:nvSpPr>
        <p:spPr>
          <a:xfrm>
            <a:off x="277022" y="1187622"/>
            <a:ext cx="11655840" cy="899665"/>
          </a:xfrm>
        </p:spPr>
        <p:txBody>
          <a:bodyPr/>
          <a:lstStyle>
            <a:lvl1pPr>
              <a:defRPr sz="7055" baseline="0"/>
            </a:lvl1pPr>
          </a:lstStyle>
          <a:p>
            <a:r>
              <a:rPr lang="en-US" smtClean="0"/>
              <a:t>Click to edit Master title style</a:t>
            </a:r>
            <a:endParaRPr lang="en-US" dirty="0"/>
          </a:p>
        </p:txBody>
      </p:sp>
    </p:spTree>
    <p:extLst>
      <p:ext uri="{BB962C8B-B14F-4D97-AF65-F5344CB8AC3E}">
        <p14:creationId xmlns:p14="http://schemas.microsoft.com/office/powerpoint/2010/main" val="3852627820"/>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071685" y="2084173"/>
            <a:ext cx="8058229" cy="1793104"/>
          </a:xfrm>
        </p:spPr>
        <p:txBody>
          <a:bodyPr/>
          <a:lstStyle>
            <a:lvl1pPr>
              <a:defRPr sz="5880" baseline="0"/>
            </a:lvl1pPr>
          </a:lstStyle>
          <a:p>
            <a:r>
              <a:rPr lang="en-US" smtClean="0"/>
              <a:t>Click to edit Master title style</a:t>
            </a:r>
            <a:endParaRPr lang="en-US" dirty="0"/>
          </a:p>
        </p:txBody>
      </p:sp>
    </p:spTree>
    <p:extLst>
      <p:ext uri="{BB962C8B-B14F-4D97-AF65-F5344CB8AC3E}">
        <p14:creationId xmlns:p14="http://schemas.microsoft.com/office/powerpoint/2010/main" val="2721881866"/>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act Layout_Accent Color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71685" y="2084173"/>
            <a:ext cx="8058229" cy="1793104"/>
          </a:xfrm>
        </p:spPr>
        <p:txBody>
          <a:bodyPr/>
          <a:lstStyle>
            <a:lvl1pPr>
              <a:defRPr sz="5880" baseline="0"/>
            </a:lvl1pPr>
          </a:lstStyle>
          <a:p>
            <a:r>
              <a:rPr lang="en-US" smtClean="0"/>
              <a:t>Click to edit Master title style</a:t>
            </a:r>
            <a:endParaRPr lang="en-US" dirty="0"/>
          </a:p>
        </p:txBody>
      </p:sp>
    </p:spTree>
    <p:extLst>
      <p:ext uri="{BB962C8B-B14F-4D97-AF65-F5344CB8AC3E}">
        <p14:creationId xmlns:p14="http://schemas.microsoft.com/office/powerpoint/2010/main" val="521042179"/>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65665" y="1178350"/>
            <a:ext cx="9860672" cy="899665"/>
          </a:xfrm>
        </p:spPr>
        <p:txBody>
          <a:bodyPr/>
          <a:lstStyle>
            <a:lvl1pPr marL="228676" indent="-228676">
              <a:defRPr sz="5880" baseline="0"/>
            </a:lvl1pPr>
          </a:lstStyle>
          <a:p>
            <a:r>
              <a:rPr lang="en-US" dirty="0" smtClean="0"/>
              <a:t>“Sample quote goes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647788" y="5025984"/>
            <a:ext cx="5378549" cy="1050156"/>
          </a:xfrm>
        </p:spPr>
        <p:txBody>
          <a:bodyPr/>
          <a:lstStyle>
            <a:lvl1pPr marL="0" indent="0">
              <a:spcBef>
                <a:spcPts val="0"/>
              </a:spcBef>
              <a:buNone/>
              <a:defRPr sz="3135" baseline="0">
                <a:latin typeface="+mj-lt"/>
              </a:defRPr>
            </a:lvl1pPr>
          </a:lstStyle>
          <a:p>
            <a:pPr lvl="0"/>
            <a:r>
              <a:rPr lang="en-US" dirty="0" smtClean="0"/>
              <a:t>Author Name</a:t>
            </a:r>
          </a:p>
          <a:p>
            <a:pPr lvl="0"/>
            <a:r>
              <a:rPr lang="en-US" dirty="0" smtClean="0"/>
              <a:t>Title</a:t>
            </a:r>
          </a:p>
        </p:txBody>
      </p:sp>
    </p:spTree>
    <p:extLst>
      <p:ext uri="{BB962C8B-B14F-4D97-AF65-F5344CB8AC3E}">
        <p14:creationId xmlns:p14="http://schemas.microsoft.com/office/powerpoint/2010/main" val="1877681606"/>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Quote Layout_Accent Color 2">
    <p:bg>
      <p:bgPr>
        <a:solidFill>
          <a:schemeClr val="bg2"/>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65665" y="2084174"/>
            <a:ext cx="9860672" cy="899665"/>
          </a:xfrm>
        </p:spPr>
        <p:txBody>
          <a:bodyPr/>
          <a:lstStyle>
            <a:lvl1pPr marL="276898" indent="-276898">
              <a:tabLst>
                <a:tab pos="276898" algn="l"/>
              </a:tabLst>
              <a:defRPr sz="5880" baseline="0"/>
            </a:lvl1pPr>
          </a:lstStyle>
          <a:p>
            <a:r>
              <a:rPr lang="en-US" dirty="0" smtClean="0"/>
              <a:t>“	Add a quote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647788" y="4773813"/>
            <a:ext cx="5378549" cy="1050156"/>
          </a:xfrm>
        </p:spPr>
        <p:txBody>
          <a:bodyPr/>
          <a:lstStyle>
            <a:lvl1pPr marL="0" indent="0">
              <a:spcBef>
                <a:spcPts val="0"/>
              </a:spcBef>
              <a:buNone/>
              <a:defRPr sz="3135" baseline="0">
                <a:latin typeface="+mj-lt"/>
              </a:defRPr>
            </a:lvl1pPr>
          </a:lstStyle>
          <a:p>
            <a:pPr lvl="0"/>
            <a:r>
              <a:rPr lang="en-US" dirty="0" smtClean="0"/>
              <a:t>Author’s Name</a:t>
            </a:r>
          </a:p>
          <a:p>
            <a:pPr lvl="0"/>
            <a:r>
              <a:rPr lang="en-US" dirty="0" smtClean="0"/>
              <a:t>Title</a:t>
            </a:r>
          </a:p>
        </p:txBody>
      </p:sp>
    </p:spTree>
    <p:extLst>
      <p:ext uri="{BB962C8B-B14F-4D97-AF65-F5344CB8AC3E}">
        <p14:creationId xmlns:p14="http://schemas.microsoft.com/office/powerpoint/2010/main" val="3563769166"/>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ig Idea &amp; 3 Points">
    <p:bg>
      <p:bgPr>
        <a:solidFill>
          <a:schemeClr val="bg2"/>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77021" y="2383024"/>
            <a:ext cx="11653523" cy="914360"/>
          </a:xfrm>
        </p:spPr>
        <p:txBody>
          <a:bodyPr/>
          <a:lstStyle>
            <a:lvl1pPr marL="0" indent="0">
              <a:buNone/>
              <a:defRPr sz="5292">
                <a:gradFill>
                  <a:gsLst>
                    <a:gs pos="3333">
                      <a:schemeClr val="tx1"/>
                    </a:gs>
                    <a:gs pos="39000">
                      <a:schemeClr val="tx1"/>
                    </a:gs>
                  </a:gsLst>
                  <a:lin ang="5400000" scaled="0"/>
                </a:gradFill>
              </a:defRPr>
            </a:lvl1pPr>
            <a:lvl2pPr marL="0" indent="0">
              <a:buFontTx/>
              <a:buNone/>
              <a:defRPr sz="1960"/>
            </a:lvl2pPr>
            <a:lvl3pPr marL="224008" indent="0">
              <a:buNone/>
              <a:defRPr/>
            </a:lvl3pPr>
            <a:lvl4pPr marL="448016" indent="0">
              <a:buNone/>
              <a:defRPr/>
            </a:lvl4pPr>
            <a:lvl5pPr marL="672024" indent="0">
              <a:buNone/>
              <a:defRPr/>
            </a:lvl5pPr>
          </a:lstStyle>
          <a:p>
            <a:pPr lvl="0"/>
            <a:r>
              <a:rPr lang="en-US" smtClean="0"/>
              <a:t>Click to edit Master text styles</a:t>
            </a:r>
          </a:p>
        </p:txBody>
      </p:sp>
      <p:sp>
        <p:nvSpPr>
          <p:cNvPr id="4" name="Title 1"/>
          <p:cNvSpPr>
            <a:spLocks noGrp="1"/>
          </p:cNvSpPr>
          <p:nvPr>
            <p:ph type="title"/>
          </p:nvPr>
        </p:nvSpPr>
        <p:spPr>
          <a:xfrm>
            <a:off x="277022" y="1187622"/>
            <a:ext cx="11655840" cy="899665"/>
          </a:xfrm>
        </p:spPr>
        <p:txBody>
          <a:bodyPr/>
          <a:lstStyle>
            <a:lvl1pPr>
              <a:defRPr sz="7055" baseline="0">
                <a:gradFill>
                  <a:gsLst>
                    <a:gs pos="1250">
                      <a:schemeClr val="tx1"/>
                    </a:gs>
                    <a:gs pos="100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023989476"/>
      </p:ext>
    </p:extLst>
  </p:cSld>
  <p:clrMapOvr>
    <a:masterClrMapping/>
  </p:clrMapOvr>
  <p:transition>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50-50 Right Photo Layout_02">
    <p:bg bwMode="auto">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4" name="Title 1"/>
          <p:cNvSpPr>
            <a:spLocks noGrp="1"/>
          </p:cNvSpPr>
          <p:nvPr>
            <p:ph type="title" hasCustomPrompt="1"/>
          </p:nvPr>
        </p:nvSpPr>
        <p:spPr bwMode="invGray">
          <a:xfrm>
            <a:off x="269240" y="2095971"/>
            <a:ext cx="5378549" cy="267785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Section title</a:t>
            </a:r>
            <a:endParaRPr lang="en-US" dirty="0"/>
          </a:p>
        </p:txBody>
      </p:sp>
      <p:sp>
        <p:nvSpPr>
          <p:cNvPr id="6" name="Text Placeholder 2"/>
          <p:cNvSpPr>
            <a:spLocks noGrp="1"/>
          </p:cNvSpPr>
          <p:nvPr>
            <p:ph type="body" sz="quarter" idx="14" hasCustomPrompt="1"/>
          </p:nvPr>
        </p:nvSpPr>
        <p:spPr bwMode="invGray">
          <a:xfrm>
            <a:off x="270841" y="4773830"/>
            <a:ext cx="5377215" cy="896551"/>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0"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448214" y="6061767"/>
            <a:ext cx="1522404" cy="326167"/>
          </a:xfrm>
          <a:prstGeom prst="rect">
            <a:avLst/>
          </a:prstGeom>
        </p:spPr>
      </p:pic>
      <p:pic>
        <p:nvPicPr>
          <p:cNvPr id="8" name="Picture Placeholder 4"/>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170702" y="0"/>
            <a:ext cx="6050868" cy="6858000"/>
          </a:xfrm>
          <a:prstGeom prst="rect">
            <a:avLst/>
          </a:prstGeom>
        </p:spPr>
      </p:pic>
      <p:pic>
        <p:nvPicPr>
          <p:cNvPr id="9" name="Picture Placeholder 4"/>
          <p:cNvPicPr>
            <a:picLocks noChangeAspect="1"/>
          </p:cNvPicPr>
          <p:nvPr userDrawn="1"/>
        </p:nvPicPr>
        <p:blipFill rotWithShape="1">
          <a:blip r:embed="rId5" cstate="screen">
            <a:extLst>
              <a:ext uri="{28A0092B-C50C-407E-A947-70E740481C1C}">
                <a14:useLocalDpi xmlns:a14="http://schemas.microsoft.com/office/drawing/2010/main"/>
              </a:ext>
            </a:extLst>
          </a:blip>
          <a:srcRect l="-503" b="-1"/>
          <a:stretch/>
        </p:blipFill>
        <p:spPr>
          <a:xfrm>
            <a:off x="6146999" y="-7783"/>
            <a:ext cx="6074570" cy="6873565"/>
          </a:xfrm>
          <a:prstGeom prst="rect">
            <a:avLst/>
          </a:prstGeom>
        </p:spPr>
      </p:pic>
    </p:spTree>
    <p:extLst>
      <p:ext uri="{BB962C8B-B14F-4D97-AF65-F5344CB8AC3E}">
        <p14:creationId xmlns:p14="http://schemas.microsoft.com/office/powerpoint/2010/main" val="3817964958"/>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50-50 Right Photo Layout_03">
    <p:bg bwMode="auto">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4" name="Title 1"/>
          <p:cNvSpPr>
            <a:spLocks noGrp="1"/>
          </p:cNvSpPr>
          <p:nvPr>
            <p:ph type="title" hasCustomPrompt="1"/>
          </p:nvPr>
        </p:nvSpPr>
        <p:spPr bwMode="invGray">
          <a:xfrm>
            <a:off x="269240" y="2095971"/>
            <a:ext cx="5378549" cy="267785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Section title</a:t>
            </a:r>
            <a:endParaRPr lang="en-US" dirty="0"/>
          </a:p>
        </p:txBody>
      </p:sp>
      <p:sp>
        <p:nvSpPr>
          <p:cNvPr id="6" name="Text Placeholder 2"/>
          <p:cNvSpPr>
            <a:spLocks noGrp="1"/>
          </p:cNvSpPr>
          <p:nvPr>
            <p:ph type="body" sz="quarter" idx="14" hasCustomPrompt="1"/>
          </p:nvPr>
        </p:nvSpPr>
        <p:spPr bwMode="invGray">
          <a:xfrm>
            <a:off x="270841" y="4773830"/>
            <a:ext cx="5377215" cy="896551"/>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0"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448214" y="6061767"/>
            <a:ext cx="1522404" cy="326167"/>
          </a:xfrm>
          <a:prstGeom prst="rect">
            <a:avLst/>
          </a:prstGeom>
        </p:spPr>
      </p:pic>
      <p:pic>
        <p:nvPicPr>
          <p:cNvPr id="8" name="Picture Placeholder 4"/>
          <p:cNvPicPr>
            <a:picLocks noChangeAspect="1"/>
          </p:cNvPicPr>
          <p:nvPr userDrawn="1"/>
        </p:nvPicPr>
        <p:blipFill rotWithShape="1">
          <a:blip r:embed="rId4" cstate="screen">
            <a:extLst>
              <a:ext uri="{28A0092B-C50C-407E-A947-70E740481C1C}">
                <a14:useLocalDpi xmlns:a14="http://schemas.microsoft.com/office/drawing/2010/main"/>
              </a:ext>
            </a:extLst>
          </a:blip>
          <a:srcRect b="-114"/>
          <a:stretch/>
        </p:blipFill>
        <p:spPr>
          <a:xfrm>
            <a:off x="6170702" y="2"/>
            <a:ext cx="6050868" cy="6857999"/>
          </a:xfrm>
          <a:prstGeom prst="rect">
            <a:avLst/>
          </a:prstGeom>
        </p:spPr>
      </p:pic>
    </p:spTree>
    <p:extLst>
      <p:ext uri="{BB962C8B-B14F-4D97-AF65-F5344CB8AC3E}">
        <p14:creationId xmlns:p14="http://schemas.microsoft.com/office/powerpoint/2010/main" val="3328520779"/>
      </p:ext>
    </p:extLst>
  </p:cSld>
  <p:clrMapOvr>
    <a:masterClrMapping/>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836785"/>
      </p:ext>
    </p:extLst>
  </p:cSld>
  <p:clrMapOvr>
    <a:masterClrMapping/>
  </p:clrMapOvr>
  <p:transition>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027859"/>
      </p:ext>
    </p:extLst>
  </p:cSld>
  <p:clrMapOvr>
    <a:masterClrMapping/>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4511651"/>
      </p:ext>
    </p:extLst>
  </p:cSld>
  <p:clrMapOvr>
    <a:masterClrMapping/>
  </p:clrMapOvr>
  <p:transition>
    <p:fad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757525"/>
      </p:ext>
    </p:extLst>
  </p:cSld>
  <p:clrMapOvr>
    <a:masterClrMapping/>
  </p:clrMapOvr>
  <p:transition>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8"/>
            <a:ext cx="11653523" cy="2396047"/>
          </a:xfrm>
          <a:prstGeom prst="rect">
            <a:avLst/>
          </a:prstGeom>
        </p:spPr>
        <p:txBody>
          <a:bodyPr/>
          <a:lstStyle>
            <a:lvl1pPr marL="284677" indent="-284677">
              <a:buClr>
                <a:schemeClr val="tx1"/>
              </a:buClr>
              <a:buSzPct val="90000"/>
              <a:buFont typeface="Wingdings" panose="05000000000000000000" pitchFamily="2" charset="2"/>
              <a:buChar char="§"/>
              <a:defRPr sz="352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020" indent="-275343">
              <a:buClr>
                <a:schemeClr val="tx1"/>
              </a:buClr>
              <a:buSzPct val="90000"/>
              <a:buFont typeface="Wingdings" panose="05000000000000000000" pitchFamily="2" charset="2"/>
              <a:buChar char="§"/>
              <a:defRPr sz="3135">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697" indent="-284677">
              <a:buClr>
                <a:schemeClr val="tx1"/>
              </a:buClr>
              <a:buSzPct val="90000"/>
              <a:buFont typeface="Wingdings" panose="05000000000000000000" pitchFamily="2" charset="2"/>
              <a:buChar char="§"/>
              <a:defRPr sz="2744">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704" indent="-224008">
              <a:buClr>
                <a:schemeClr val="tx1"/>
              </a:buClr>
              <a:buSzPct val="90000"/>
              <a:buFont typeface="Wingdings" panose="05000000000000000000" pitchFamily="2" charset="2"/>
              <a:buChar char="§"/>
              <a:defRPr sz="2352">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713" indent="-224008">
              <a:buClr>
                <a:schemeClr val="tx1"/>
              </a:buClr>
              <a:buSzPct val="90000"/>
              <a:buFont typeface="Wingdings" panose="05000000000000000000" pitchFamily="2" charset="2"/>
              <a:buChar char="§"/>
              <a:defRPr sz="196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6"/>
            <a:ext cx="12192001" cy="619125"/>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625"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87270534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ck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8"/>
            <a:ext cx="11653523" cy="2396047"/>
          </a:xfrm>
          <a:prstGeom prst="rect">
            <a:avLst/>
          </a:prstGeom>
        </p:spPr>
        <p:txBody>
          <a:bodyPr/>
          <a:lstStyle>
            <a:lvl1pPr marL="284677" indent="-284677">
              <a:buClr>
                <a:schemeClr val="tx1"/>
              </a:buClr>
              <a:buSzPct val="90000"/>
              <a:buFont typeface="Wingdings" panose="05000000000000000000" pitchFamily="2" charset="2"/>
              <a:buChar char="§"/>
              <a:defRPr sz="352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020" indent="-275343">
              <a:buClr>
                <a:schemeClr val="tx1"/>
              </a:buClr>
              <a:buSzPct val="90000"/>
              <a:buFont typeface="Wingdings" panose="05000000000000000000" pitchFamily="2" charset="2"/>
              <a:buChar char="§"/>
              <a:defRPr sz="3135">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697" indent="-284677">
              <a:buClr>
                <a:schemeClr val="tx1"/>
              </a:buClr>
              <a:buSzPct val="90000"/>
              <a:buFont typeface="Wingdings" panose="05000000000000000000" pitchFamily="2" charset="2"/>
              <a:buChar char="§"/>
              <a:defRPr sz="2744">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704" indent="-224008">
              <a:buClr>
                <a:schemeClr val="tx1"/>
              </a:buClr>
              <a:buSzPct val="90000"/>
              <a:buFont typeface="Wingdings" panose="05000000000000000000" pitchFamily="2" charset="2"/>
              <a:buChar char="§"/>
              <a:defRPr sz="2352">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713" indent="-224008">
              <a:buClr>
                <a:schemeClr val="tx1"/>
              </a:buClr>
              <a:buSzPct val="90000"/>
              <a:buFont typeface="Wingdings" panose="05000000000000000000" pitchFamily="2" charset="2"/>
              <a:buChar char="§"/>
              <a:defRPr sz="196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68185516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theme" Target="../theme/theme4.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 Type="http://schemas.openxmlformats.org/officeDocument/2006/relationships/slideLayout" Target="../slideLayouts/slideLayout68.xml"/><Relationship Id="rId21" Type="http://schemas.openxmlformats.org/officeDocument/2006/relationships/slideLayout" Target="../slideLayouts/slideLayout86.xml"/><Relationship Id="rId34" Type="http://schemas.openxmlformats.org/officeDocument/2006/relationships/theme" Target="../theme/theme5.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image" Target="../media/image9.png"/><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836" y="1447801"/>
            <a:ext cx="11155093" cy="20559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41029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700" r:id="rId26"/>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bg2"/>
              </a:gs>
              <a:gs pos="100000">
                <a:schemeClr val="bg2"/>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bg2"/>
              </a:gs>
              <a:gs pos="100000">
                <a:schemeClr val="bg2"/>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836784"/>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250">
                <a:schemeClr val="tx1"/>
              </a:gs>
              <a:gs pos="100000">
                <a:schemeClr val="tx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gradFill>
            <a:gsLst>
              <a:gs pos="1250">
                <a:schemeClr val="tx1"/>
              </a:gs>
              <a:gs pos="100000">
                <a:schemeClr val="tx1"/>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tx1"/>
              </a:gs>
              <a:gs pos="100000">
                <a:schemeClr val="tx1"/>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tx1"/>
              </a:gs>
              <a:gs pos="100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9" y="228600"/>
            <a:ext cx="11151917" cy="747897"/>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835" y="1447800"/>
            <a:ext cx="11155093" cy="20559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881542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ransition>
    <p:fade/>
  </p:transition>
  <p:timing>
    <p:tnLst>
      <p:par>
        <p:cTn id="1" dur="indefinite" restart="never" nodeType="tmRoot"/>
      </p:par>
    </p:tnLst>
  </p:timing>
  <p:hf hdr="0" ftr="0" dt="0"/>
  <p:txStyles>
    <p:titleStyle>
      <a:lvl1pPr algn="l" defTabSz="914198" rtl="0" eaLnBrk="1" latinLnBrk="0" hangingPunct="1">
        <a:lnSpc>
          <a:spcPct val="90000"/>
        </a:lnSpc>
        <a:spcBef>
          <a:spcPct val="0"/>
        </a:spcBef>
        <a:buNone/>
        <a:defRPr lang="en-US" sz="5399"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665" marR="0" indent="-339665" algn="l" defTabSz="914198"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2984" marR="0" indent="-233321" algn="l" defTabSz="914198"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369" marR="0" indent="-225385" algn="l" defTabSz="914198" rtl="0" eaLnBrk="1" fontAlgn="auto" latinLnBrk="0" hangingPunct="1">
        <a:lnSpc>
          <a:spcPct val="90000"/>
        </a:lnSpc>
        <a:spcBef>
          <a:spcPct val="20000"/>
        </a:spcBef>
        <a:spcAft>
          <a:spcPts val="0"/>
        </a:spcAft>
        <a:buClrTx/>
        <a:buSzPct val="90000"/>
        <a:buFont typeface="Wingdings" pitchFamily="2" charset="2"/>
        <a:buChar char=""/>
        <a:tabLst>
          <a:tab pos="798369" algn="l"/>
        </a:tabLst>
        <a:defRPr sz="2400" kern="1200" spc="0" baseline="0">
          <a:gradFill>
            <a:gsLst>
              <a:gs pos="1250">
                <a:schemeClr val="bg2"/>
              </a:gs>
              <a:gs pos="100000">
                <a:schemeClr val="bg2"/>
              </a:gs>
            </a:gsLst>
            <a:lin ang="5400000" scaled="0"/>
          </a:gradFill>
          <a:latin typeface="+mn-lt"/>
          <a:ea typeface="+mn-ea"/>
          <a:cs typeface="+mn-cs"/>
        </a:defRPr>
      </a:lvl3pPr>
      <a:lvl4pPr marL="1030103" marR="0" indent="-231732" algn="l" defTabSz="914198"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487" marR="0" indent="-225385" algn="l" defTabSz="914198" rtl="0" eaLnBrk="1" fontAlgn="auto" latinLnBrk="0" hangingPunct="1">
        <a:lnSpc>
          <a:spcPct val="90000"/>
        </a:lnSpc>
        <a:spcBef>
          <a:spcPct val="20000"/>
        </a:spcBef>
        <a:spcAft>
          <a:spcPts val="0"/>
        </a:spcAft>
        <a:buClrTx/>
        <a:buSzPct val="90000"/>
        <a:buFont typeface="Wingdings" pitchFamily="2" charset="2"/>
        <a:buChar char=""/>
        <a:tabLst>
          <a:tab pos="1255487" algn="l"/>
        </a:tabLst>
        <a:defRPr sz="2000" kern="1200" spc="0" baseline="0">
          <a:gradFill>
            <a:gsLst>
              <a:gs pos="1250">
                <a:schemeClr val="bg2"/>
              </a:gs>
              <a:gs pos="100000">
                <a:schemeClr val="bg2"/>
              </a:gs>
            </a:gsLst>
            <a:lin ang="5400000" scaled="0"/>
          </a:gradFill>
          <a:latin typeface="+mn-lt"/>
          <a:ea typeface="+mn-ea"/>
          <a:cs typeface="+mn-cs"/>
        </a:defRPr>
      </a:lvl5pPr>
      <a:lvl6pPr marL="2514047"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2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98" rtl="0" eaLnBrk="1" latinLnBrk="0" hangingPunct="1">
        <a:defRPr sz="1800" kern="1200">
          <a:solidFill>
            <a:schemeClr val="tx1"/>
          </a:solidFill>
          <a:latin typeface="+mn-lt"/>
          <a:ea typeface="+mn-ea"/>
          <a:cs typeface="+mn-cs"/>
        </a:defRPr>
      </a:lvl1pPr>
      <a:lvl2pPr marL="457100" algn="l" defTabSz="914198" rtl="0" eaLnBrk="1" latinLnBrk="0" hangingPunct="1">
        <a:defRPr sz="1800" kern="1200">
          <a:solidFill>
            <a:schemeClr val="tx1"/>
          </a:solidFill>
          <a:latin typeface="+mn-lt"/>
          <a:ea typeface="+mn-ea"/>
          <a:cs typeface="+mn-cs"/>
        </a:defRPr>
      </a:lvl2pPr>
      <a:lvl3pPr marL="914198" algn="l" defTabSz="914198" rtl="0" eaLnBrk="1" latinLnBrk="0" hangingPunct="1">
        <a:defRPr sz="1800" kern="1200">
          <a:solidFill>
            <a:schemeClr val="tx1"/>
          </a:solidFill>
          <a:latin typeface="+mn-lt"/>
          <a:ea typeface="+mn-ea"/>
          <a:cs typeface="+mn-cs"/>
        </a:defRPr>
      </a:lvl3pPr>
      <a:lvl4pPr marL="1371299" algn="l" defTabSz="914198" rtl="0" eaLnBrk="1" latinLnBrk="0" hangingPunct="1">
        <a:defRPr sz="1800" kern="1200">
          <a:solidFill>
            <a:schemeClr val="tx1"/>
          </a:solidFill>
          <a:latin typeface="+mn-lt"/>
          <a:ea typeface="+mn-ea"/>
          <a:cs typeface="+mn-cs"/>
        </a:defRPr>
      </a:lvl4pPr>
      <a:lvl5pPr marL="1828398" algn="l" defTabSz="914198" rtl="0" eaLnBrk="1" latinLnBrk="0" hangingPunct="1">
        <a:defRPr sz="1800" kern="1200">
          <a:solidFill>
            <a:schemeClr val="tx1"/>
          </a:solidFill>
          <a:latin typeface="+mn-lt"/>
          <a:ea typeface="+mn-ea"/>
          <a:cs typeface="+mn-cs"/>
        </a:defRPr>
      </a:lvl5pPr>
      <a:lvl6pPr marL="2285498" algn="l" defTabSz="914198" rtl="0" eaLnBrk="1" latinLnBrk="0" hangingPunct="1">
        <a:defRPr sz="1800" kern="1200">
          <a:solidFill>
            <a:schemeClr val="tx1"/>
          </a:solidFill>
          <a:latin typeface="+mn-lt"/>
          <a:ea typeface="+mn-ea"/>
          <a:cs typeface="+mn-cs"/>
        </a:defRPr>
      </a:lvl6pPr>
      <a:lvl7pPr marL="2742595" algn="l" defTabSz="914198" rtl="0" eaLnBrk="1" latinLnBrk="0" hangingPunct="1">
        <a:defRPr sz="1800" kern="1200">
          <a:solidFill>
            <a:schemeClr val="tx1"/>
          </a:solidFill>
          <a:latin typeface="+mn-lt"/>
          <a:ea typeface="+mn-ea"/>
          <a:cs typeface="+mn-cs"/>
        </a:defRPr>
      </a:lvl7pPr>
      <a:lvl8pPr marL="3199695" algn="l" defTabSz="914198" rtl="0" eaLnBrk="1" latinLnBrk="0" hangingPunct="1">
        <a:defRPr sz="1800" kern="1200">
          <a:solidFill>
            <a:schemeClr val="tx1"/>
          </a:solidFill>
          <a:latin typeface="+mn-lt"/>
          <a:ea typeface="+mn-ea"/>
          <a:cs typeface="+mn-cs"/>
        </a:defRPr>
      </a:lvl8pPr>
      <a:lvl9pPr marL="3656794" algn="l" defTabSz="914198"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83">
          <p15:clr>
            <a:srgbClr val="F26B43"/>
          </p15:clr>
        </p15:guide>
        <p15:guide id="2" orient="horz" pos="187">
          <p15:clr>
            <a:srgbClr val="F26B43"/>
          </p15:clr>
        </p15:guide>
        <p15:guide id="3" orient="horz" pos="763">
          <p15:clr>
            <a:srgbClr val="F26B43"/>
          </p15:clr>
        </p15:guide>
        <p15:guide id="4" orient="horz" pos="1339">
          <p15:clr>
            <a:srgbClr val="F26B43"/>
          </p15:clr>
        </p15:guide>
        <p15:guide id="5" orient="horz" pos="1915">
          <p15:clr>
            <a:srgbClr val="F26B43"/>
          </p15:clr>
        </p15:guide>
        <p15:guide id="6" orient="horz" pos="2491">
          <p15:clr>
            <a:srgbClr val="F26B43"/>
          </p15:clr>
        </p15:guide>
        <p15:guide id="7" orient="horz" pos="3067">
          <p15:clr>
            <a:srgbClr val="F26B43"/>
          </p15:clr>
        </p15:guide>
        <p15:guide id="8" orient="horz" pos="4161">
          <p15:clr>
            <a:srgbClr val="F26B43"/>
          </p15:clr>
        </p15:guide>
        <p15:guide id="9" orient="horz" pos="3643">
          <p15:clr>
            <a:srgbClr val="F26B43"/>
          </p15:clr>
        </p15:guide>
        <p15:guide id="10" orient="horz" pos="4259">
          <p15:clr>
            <a:srgbClr val="F26B43"/>
          </p15:clr>
        </p15:guide>
        <p15:guide id="11" pos="195">
          <p15:clr>
            <a:srgbClr val="F26B43"/>
          </p15:clr>
        </p15:guide>
        <p15:guide id="12" pos="269">
          <p15:clr>
            <a:srgbClr val="F26B43"/>
          </p15:clr>
        </p15:guide>
        <p15:guide id="13" pos="749">
          <p15:clr>
            <a:srgbClr val="F26B43"/>
          </p15:clr>
        </p15:guide>
        <p15:guide id="14" pos="1325">
          <p15:clr>
            <a:srgbClr val="F26B43"/>
          </p15:clr>
        </p15:guide>
        <p15:guide id="15" pos="1901">
          <p15:clr>
            <a:srgbClr val="F26B43"/>
          </p15:clr>
        </p15:guide>
        <p15:guide id="16" pos="2477">
          <p15:clr>
            <a:srgbClr val="F26B43"/>
          </p15:clr>
        </p15:guide>
        <p15:guide id="17" pos="3053">
          <p15:clr>
            <a:srgbClr val="F26B43"/>
          </p15:clr>
        </p15:guide>
        <p15:guide id="18" pos="3629">
          <p15:clr>
            <a:srgbClr val="F26B43"/>
          </p15:clr>
        </p15:guide>
        <p15:guide id="19" pos="4205">
          <p15:clr>
            <a:srgbClr val="F26B43"/>
          </p15:clr>
        </p15:guide>
        <p15:guide id="20" pos="4781">
          <p15:clr>
            <a:srgbClr val="F26B43"/>
          </p15:clr>
        </p15:guide>
        <p15:guide id="21" pos="5357">
          <p15:clr>
            <a:srgbClr val="F26B43"/>
          </p15:clr>
        </p15:guide>
        <p15:guide id="22" pos="5933">
          <p15:clr>
            <a:srgbClr val="F26B43"/>
          </p15:clr>
        </p15:guide>
        <p15:guide id="23" pos="6509">
          <p15:clr>
            <a:srgbClr val="F26B43"/>
          </p15:clr>
        </p15:guide>
        <p15:guide id="24" pos="7085">
          <p15:clr>
            <a:srgbClr val="F26B43"/>
          </p15:clr>
        </p15:guide>
        <p15:guide id="25" pos="7661">
          <p15:clr>
            <a:srgbClr val="F26B43"/>
          </p15:clr>
        </p15:guide>
        <p15:guide id="26" pos="756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6"/>
          <p:cNvSpPr txBox="1">
            <a:spLocks/>
          </p:cNvSpPr>
          <p:nvPr/>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dirty="0">
              <a:solidFill>
                <a:srgbClr val="FFFFFF">
                  <a:lumMod val="75000"/>
                  <a:alpha val="99000"/>
                </a:srgbClr>
              </a:solidFill>
            </a:endParaRPr>
          </a:p>
        </p:txBody>
      </p:sp>
      <p:sp>
        <p:nvSpPr>
          <p:cNvPr id="3" name="Text Placeholder 6"/>
          <p:cNvSpPr txBox="1">
            <a:spLocks/>
          </p:cNvSpPr>
          <p:nvPr userDrawn="1"/>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dirty="0">
              <a:solidFill>
                <a:srgbClr val="FFFFFF">
                  <a:lumMod val="75000"/>
                  <a:alpha val="99000"/>
                </a:srgbClr>
              </a:solidFill>
            </a:endParaRPr>
          </a:p>
        </p:txBody>
      </p:sp>
    </p:spTree>
    <p:extLst>
      <p:ext uri="{BB962C8B-B14F-4D97-AF65-F5344CB8AC3E}">
        <p14:creationId xmlns:p14="http://schemas.microsoft.com/office/powerpoint/2010/main" val="307847396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ransition>
    <p:fade/>
  </p:transition>
  <p:timing>
    <p:tnLst>
      <p:par>
        <p:cTn id="1" dur="indefinite" restart="never" nodeType="tmRoot"/>
      </p:par>
    </p:tnLst>
  </p:timing>
  <p:hf hdr="0"/>
  <p:txStyles>
    <p:titleStyle>
      <a:lvl1pPr algn="l" defTabSz="914188" rtl="0" eaLnBrk="1" latinLnBrk="0" hangingPunct="1">
        <a:lnSpc>
          <a:spcPct val="90000"/>
        </a:lnSpc>
        <a:spcBef>
          <a:spcPct val="0"/>
        </a:spcBef>
        <a:buNone/>
        <a:defRPr lang="en-US" sz="4800" b="0" kern="1200" cap="none" spc="-200" baseline="0" dirty="0" smtClean="0">
          <a:ln w="3175">
            <a:noFill/>
          </a:ln>
          <a:solidFill>
            <a:schemeClr val="accent6">
              <a:alpha val="98824"/>
            </a:schemeClr>
          </a:solidFill>
          <a:effectLst/>
          <a:latin typeface="Segoe UI Light" pitchFamily="34" charset="0"/>
          <a:ea typeface="+mn-ea"/>
          <a:cs typeface="Arial" charset="0"/>
        </a:defRPr>
      </a:lvl1pPr>
    </p:titleStyle>
    <p:bodyStyle>
      <a:lvl1pPr marL="0" indent="0" algn="l" defTabSz="914188" rtl="0" eaLnBrk="1" latinLnBrk="0" hangingPunct="1">
        <a:lnSpc>
          <a:spcPct val="90000"/>
        </a:lnSpc>
        <a:spcBef>
          <a:spcPct val="20000"/>
        </a:spcBef>
        <a:buClr>
          <a:srgbClr val="00DCFF"/>
        </a:buClr>
        <a:buSzPct val="90000"/>
        <a:buFont typeface="Arial" pitchFamily="34" charset="0"/>
        <a:buNone/>
        <a:defRPr sz="2400" kern="1200">
          <a:solidFill>
            <a:schemeClr val="tx1">
              <a:lumMod val="75000"/>
              <a:lumOff val="25000"/>
              <a:alpha val="99000"/>
            </a:schemeClr>
          </a:solidFill>
          <a:latin typeface="+mn-lt"/>
          <a:ea typeface="+mn-ea"/>
          <a:cs typeface="+mn-cs"/>
        </a:defRPr>
      </a:lvl1pPr>
      <a:lvl2pPr marL="460286" indent="0" algn="l" defTabSz="914188"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499" indent="0" algn="l" defTabSz="914188"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646" indent="0" algn="l" defTabSz="914188"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655" indent="0" algn="l" defTabSz="914188"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017"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10"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204"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98"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88" rtl="0" eaLnBrk="1" latinLnBrk="0" hangingPunct="1">
        <a:defRPr sz="1800" kern="1200">
          <a:solidFill>
            <a:schemeClr val="tx1"/>
          </a:solidFill>
          <a:latin typeface="+mn-lt"/>
          <a:ea typeface="+mn-ea"/>
          <a:cs typeface="+mn-cs"/>
        </a:defRPr>
      </a:lvl1pPr>
      <a:lvl2pPr marL="457094" algn="l" defTabSz="914188" rtl="0" eaLnBrk="1" latinLnBrk="0" hangingPunct="1">
        <a:defRPr sz="1800" kern="1200">
          <a:solidFill>
            <a:schemeClr val="tx1"/>
          </a:solidFill>
          <a:latin typeface="+mn-lt"/>
          <a:ea typeface="+mn-ea"/>
          <a:cs typeface="+mn-cs"/>
        </a:defRPr>
      </a:lvl2pPr>
      <a:lvl3pPr marL="914188" algn="l" defTabSz="914188" rtl="0" eaLnBrk="1" latinLnBrk="0" hangingPunct="1">
        <a:defRPr sz="1800" kern="1200">
          <a:solidFill>
            <a:schemeClr val="tx1"/>
          </a:solidFill>
          <a:latin typeface="+mn-lt"/>
          <a:ea typeface="+mn-ea"/>
          <a:cs typeface="+mn-cs"/>
        </a:defRPr>
      </a:lvl3pPr>
      <a:lvl4pPr marL="1371282" algn="l" defTabSz="914188" rtl="0" eaLnBrk="1" latinLnBrk="0" hangingPunct="1">
        <a:defRPr sz="1800" kern="1200">
          <a:solidFill>
            <a:schemeClr val="tx1"/>
          </a:solidFill>
          <a:latin typeface="+mn-lt"/>
          <a:ea typeface="+mn-ea"/>
          <a:cs typeface="+mn-cs"/>
        </a:defRPr>
      </a:lvl4pPr>
      <a:lvl5pPr marL="1828376" algn="l" defTabSz="914188" rtl="0" eaLnBrk="1" latinLnBrk="0" hangingPunct="1">
        <a:defRPr sz="1800" kern="1200">
          <a:solidFill>
            <a:schemeClr val="tx1"/>
          </a:solidFill>
          <a:latin typeface="+mn-lt"/>
          <a:ea typeface="+mn-ea"/>
          <a:cs typeface="+mn-cs"/>
        </a:defRPr>
      </a:lvl5pPr>
      <a:lvl6pPr marL="2285470" algn="l" defTabSz="914188" rtl="0" eaLnBrk="1" latinLnBrk="0" hangingPunct="1">
        <a:defRPr sz="1800" kern="1200">
          <a:solidFill>
            <a:schemeClr val="tx1"/>
          </a:solidFill>
          <a:latin typeface="+mn-lt"/>
          <a:ea typeface="+mn-ea"/>
          <a:cs typeface="+mn-cs"/>
        </a:defRPr>
      </a:lvl6pPr>
      <a:lvl7pPr marL="2742563" algn="l" defTabSz="914188" rtl="0" eaLnBrk="1" latinLnBrk="0" hangingPunct="1">
        <a:defRPr sz="1800" kern="1200">
          <a:solidFill>
            <a:schemeClr val="tx1"/>
          </a:solidFill>
          <a:latin typeface="+mn-lt"/>
          <a:ea typeface="+mn-ea"/>
          <a:cs typeface="+mn-cs"/>
        </a:defRPr>
      </a:lvl7pPr>
      <a:lvl8pPr marL="3199657" algn="l" defTabSz="914188" rtl="0" eaLnBrk="1" latinLnBrk="0" hangingPunct="1">
        <a:defRPr sz="1800" kern="1200">
          <a:solidFill>
            <a:schemeClr val="tx1"/>
          </a:solidFill>
          <a:latin typeface="+mn-lt"/>
          <a:ea typeface="+mn-ea"/>
          <a:cs typeface="+mn-cs"/>
        </a:defRPr>
      </a:lvl8pPr>
      <a:lvl9pPr marL="3656751" algn="l" defTabSz="91418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1" y="289512"/>
            <a:ext cx="11655840" cy="89966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69241" y="1189178"/>
            <a:ext cx="11653521" cy="2184808"/>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rot="5400000">
            <a:off x="10325052" y="1906414"/>
            <a:ext cx="4214127" cy="401304"/>
          </a:xfrm>
          <a:prstGeom prst="rect">
            <a:avLst/>
          </a:prstGeom>
        </p:spPr>
      </p:pic>
    </p:spTree>
    <p:extLst>
      <p:ext uri="{BB962C8B-B14F-4D97-AF65-F5344CB8AC3E}">
        <p14:creationId xmlns:p14="http://schemas.microsoft.com/office/powerpoint/2010/main" val="3959939778"/>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Lst>
  <p:transition>
    <p:fade/>
  </p:transition>
  <p:timing>
    <p:tnLst>
      <p:par>
        <p:cTn id="1" dur="indefinite" restart="never" nodeType="tmRoot"/>
      </p:par>
    </p:tnLst>
  </p:timing>
  <p:txStyles>
    <p:titleStyle>
      <a:lvl1pPr algn="l" defTabSz="914004" rtl="0" eaLnBrk="1" latinLnBrk="0" hangingPunct="1">
        <a:lnSpc>
          <a:spcPct val="90000"/>
        </a:lnSpc>
        <a:spcBef>
          <a:spcPct val="0"/>
        </a:spcBef>
        <a:buNone/>
        <a:defRPr lang="en-US" sz="5292"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012" marR="0" indent="-336012"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3919" kern="1200" spc="0" baseline="0">
          <a:gradFill>
            <a:gsLst>
              <a:gs pos="1250">
                <a:schemeClr val="tx1"/>
              </a:gs>
              <a:gs pos="100000">
                <a:schemeClr val="tx1"/>
              </a:gs>
            </a:gsLst>
            <a:lin ang="5400000" scaled="0"/>
          </a:gradFill>
          <a:latin typeface="+mj-lt"/>
          <a:ea typeface="+mn-ea"/>
          <a:cs typeface="+mn-cs"/>
        </a:defRPr>
      </a:lvl1pPr>
      <a:lvl2pPr marL="572464" marR="0" indent="-236452"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2352" kern="1200" spc="0" baseline="0">
          <a:gradFill>
            <a:gsLst>
              <a:gs pos="1250">
                <a:schemeClr val="tx1"/>
              </a:gs>
              <a:gs pos="100000">
                <a:schemeClr val="tx1"/>
              </a:gs>
            </a:gsLst>
            <a:lin ang="5400000" scaled="0"/>
          </a:gradFill>
          <a:latin typeface="+mn-lt"/>
          <a:ea typeface="+mn-ea"/>
          <a:cs typeface="+mn-cs"/>
        </a:defRPr>
      </a:lvl2pPr>
      <a:lvl3pPr marL="784027"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2352" kern="1200" spc="0" baseline="0">
          <a:gradFill>
            <a:gsLst>
              <a:gs pos="1250">
                <a:schemeClr val="tx1"/>
              </a:gs>
              <a:gs pos="100000">
                <a:schemeClr val="tx1"/>
              </a:gs>
            </a:gsLst>
            <a:lin ang="5400000" scaled="0"/>
          </a:gradFill>
          <a:latin typeface="+mn-lt"/>
          <a:ea typeface="+mn-ea"/>
          <a:cs typeface="+mn-cs"/>
        </a:defRPr>
      </a:lvl3pPr>
      <a:lvl4pPr marL="1008036"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1960" kern="1200" spc="0" baseline="0">
          <a:gradFill>
            <a:gsLst>
              <a:gs pos="1250">
                <a:schemeClr val="tx1"/>
              </a:gs>
              <a:gs pos="100000">
                <a:schemeClr val="tx1"/>
              </a:gs>
            </a:gsLst>
            <a:lin ang="5400000" scaled="0"/>
          </a:gradFill>
          <a:latin typeface="+mn-lt"/>
          <a:ea typeface="+mn-ea"/>
          <a:cs typeface="+mn-cs"/>
        </a:defRPr>
      </a:lvl4pPr>
      <a:lvl5pPr marL="1232043"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1960" kern="1200" spc="0" baseline="0">
          <a:gradFill>
            <a:gsLst>
              <a:gs pos="1250">
                <a:schemeClr val="tx1"/>
              </a:gs>
              <a:gs pos="100000">
                <a:schemeClr val="tx1"/>
              </a:gs>
            </a:gsLst>
            <a:lin ang="5400000" scaled="0"/>
          </a:gradFill>
          <a:latin typeface="+mn-lt"/>
          <a:ea typeface="+mn-ea"/>
          <a:cs typeface="+mn-cs"/>
        </a:defRPr>
      </a:lvl5pPr>
      <a:lvl6pPr marL="2513514"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0517"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7519"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4522"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9pPr>
    </p:bodyStyle>
    <p:otherStyle>
      <a:defPPr>
        <a:defRPr lang="en-US"/>
      </a:defPPr>
      <a:lvl1pPr marL="0" algn="l" defTabSz="914004" rtl="0" eaLnBrk="1" latinLnBrk="0" hangingPunct="1">
        <a:defRPr sz="1764" kern="1200">
          <a:solidFill>
            <a:schemeClr val="tx1"/>
          </a:solidFill>
          <a:latin typeface="+mn-lt"/>
          <a:ea typeface="+mn-ea"/>
          <a:cs typeface="+mn-cs"/>
        </a:defRPr>
      </a:lvl1pPr>
      <a:lvl2pPr marL="457002" algn="l" defTabSz="914004" rtl="0" eaLnBrk="1" latinLnBrk="0" hangingPunct="1">
        <a:defRPr sz="1764" kern="1200">
          <a:solidFill>
            <a:schemeClr val="tx1"/>
          </a:solidFill>
          <a:latin typeface="+mn-lt"/>
          <a:ea typeface="+mn-ea"/>
          <a:cs typeface="+mn-cs"/>
        </a:defRPr>
      </a:lvl2pPr>
      <a:lvl3pPr marL="914004" algn="l" defTabSz="914004" rtl="0" eaLnBrk="1" latinLnBrk="0" hangingPunct="1">
        <a:defRPr sz="1764" kern="1200">
          <a:solidFill>
            <a:schemeClr val="tx1"/>
          </a:solidFill>
          <a:latin typeface="+mn-lt"/>
          <a:ea typeface="+mn-ea"/>
          <a:cs typeface="+mn-cs"/>
        </a:defRPr>
      </a:lvl3pPr>
      <a:lvl4pPr marL="1371007" algn="l" defTabSz="914004" rtl="0" eaLnBrk="1" latinLnBrk="0" hangingPunct="1">
        <a:defRPr sz="1764" kern="1200">
          <a:solidFill>
            <a:schemeClr val="tx1"/>
          </a:solidFill>
          <a:latin typeface="+mn-lt"/>
          <a:ea typeface="+mn-ea"/>
          <a:cs typeface="+mn-cs"/>
        </a:defRPr>
      </a:lvl4pPr>
      <a:lvl5pPr marL="1828010" algn="l" defTabSz="914004" rtl="0" eaLnBrk="1" latinLnBrk="0" hangingPunct="1">
        <a:defRPr sz="1764" kern="1200">
          <a:solidFill>
            <a:schemeClr val="tx1"/>
          </a:solidFill>
          <a:latin typeface="+mn-lt"/>
          <a:ea typeface="+mn-ea"/>
          <a:cs typeface="+mn-cs"/>
        </a:defRPr>
      </a:lvl5pPr>
      <a:lvl6pPr marL="2285013" algn="l" defTabSz="914004" rtl="0" eaLnBrk="1" latinLnBrk="0" hangingPunct="1">
        <a:defRPr sz="1764" kern="1200">
          <a:solidFill>
            <a:schemeClr val="tx1"/>
          </a:solidFill>
          <a:latin typeface="+mn-lt"/>
          <a:ea typeface="+mn-ea"/>
          <a:cs typeface="+mn-cs"/>
        </a:defRPr>
      </a:lvl6pPr>
      <a:lvl7pPr marL="2742015" algn="l" defTabSz="914004" rtl="0" eaLnBrk="1" latinLnBrk="0" hangingPunct="1">
        <a:defRPr sz="1764" kern="1200">
          <a:solidFill>
            <a:schemeClr val="tx1"/>
          </a:solidFill>
          <a:latin typeface="+mn-lt"/>
          <a:ea typeface="+mn-ea"/>
          <a:cs typeface="+mn-cs"/>
        </a:defRPr>
      </a:lvl7pPr>
      <a:lvl8pPr marL="3199018" algn="l" defTabSz="914004" rtl="0" eaLnBrk="1" latinLnBrk="0" hangingPunct="1">
        <a:defRPr sz="1764" kern="1200">
          <a:solidFill>
            <a:schemeClr val="tx1"/>
          </a:solidFill>
          <a:latin typeface="+mn-lt"/>
          <a:ea typeface="+mn-ea"/>
          <a:cs typeface="+mn-cs"/>
        </a:defRPr>
      </a:lvl8pPr>
      <a:lvl9pPr marL="3656021" algn="l" defTabSz="914004" rtl="0" eaLnBrk="1" latinLnBrk="0" hangingPunct="1">
        <a:defRPr sz="176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35.xml"/><Relationship Id="rId6" Type="http://schemas.openxmlformats.org/officeDocument/2006/relationships/comments" Target="../comments/comment1.xml"/><Relationship Id="rId5" Type="http://schemas.openxmlformats.org/officeDocument/2006/relationships/image" Target="../media/image22.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18" Type="http://schemas.openxmlformats.org/officeDocument/2006/relationships/image" Target="../media/image37.png"/><Relationship Id="rId3" Type="http://schemas.openxmlformats.org/officeDocument/2006/relationships/image" Target="../media/image24.emf"/><Relationship Id="rId7" Type="http://schemas.openxmlformats.org/officeDocument/2006/relationships/image" Target="../media/image28.png"/><Relationship Id="rId12" Type="http://schemas.openxmlformats.org/officeDocument/2006/relationships/image" Target="../media/image32.png"/><Relationship Id="rId17" Type="http://schemas.microsoft.com/office/2007/relationships/hdphoto" Target="../media/hdphoto2.wdp"/><Relationship Id="rId2" Type="http://schemas.openxmlformats.org/officeDocument/2006/relationships/image" Target="../media/image23.png"/><Relationship Id="rId16" Type="http://schemas.openxmlformats.org/officeDocument/2006/relationships/image" Target="../media/image36.png"/><Relationship Id="rId20" Type="http://schemas.openxmlformats.org/officeDocument/2006/relationships/image" Target="../media/image39.png"/><Relationship Id="rId1" Type="http://schemas.openxmlformats.org/officeDocument/2006/relationships/slideLayout" Target="../slideLayouts/slideLayout84.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emf"/><Relationship Id="rId15" Type="http://schemas.openxmlformats.org/officeDocument/2006/relationships/image" Target="../media/image35.png"/><Relationship Id="rId10" Type="http://schemas.microsoft.com/office/2007/relationships/hdphoto" Target="../media/hdphoto1.wdp"/><Relationship Id="rId19"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hyperlink" Target="http://cocoapods.org/"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zureAD/azure-activedirectory-library-for-objc"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dev.office.com/ios"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OfficeDev/Office-365-SDK-for-iOS/"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OfficeDev/Office-365-SDK-for-iOS/"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OfficeDev/Office-365-SDK-for-iOS/" TargetMode="Externa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AzureAD/azure-activedirectory-library-for-objc" TargetMode="External"/><Relationship Id="rId2" Type="http://schemas.openxmlformats.org/officeDocument/2006/relationships/hyperlink" Target="http://dev.office.com/ios" TargetMode="External"/><Relationship Id="rId1" Type="http://schemas.openxmlformats.org/officeDocument/2006/relationships/slideLayout" Target="../slideLayouts/slideLayout5.xml"/><Relationship Id="rId4" Type="http://schemas.openxmlformats.org/officeDocument/2006/relationships/hyperlink" Target="https://github.com/OfficeDev/Office-365-SDK-for-iO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summit.office.com" TargetMode="External"/><Relationship Id="rId1" Type="http://schemas.openxmlformats.org/officeDocument/2006/relationships/slideLayout" Target="../slideLayouts/slideLayout76.xml"/><Relationship Id="rId5" Type="http://schemas.openxmlformats.org/officeDocument/2006/relationships/image" Target="../media/image44.jpe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hyperlink" Target="aka.ms/OfficeDevPnP" TargetMode="External"/><Relationship Id="rId2" Type="http://schemas.openxmlformats.org/officeDocument/2006/relationships/image" Target="../media/image45.png"/><Relationship Id="rId1" Type="http://schemas.openxmlformats.org/officeDocument/2006/relationships/slideLayout" Target="../slideLayouts/slideLayout76.xml"/></Relationships>
</file>

<file path=ppt/slides/_rels/slide41.xml.rels><?xml version="1.0" encoding="UTF-8" standalone="yes"?>
<Relationships xmlns="http://schemas.openxmlformats.org/package/2006/relationships"><Relationship Id="rId3" Type="http://schemas.openxmlformats.org/officeDocument/2006/relationships/hyperlink" Target="http://www.office.com/roadmap" TargetMode="External"/><Relationship Id="rId2" Type="http://schemas.openxmlformats.org/officeDocument/2006/relationships/image" Target="../media/image46.png"/><Relationship Id="rId1" Type="http://schemas.openxmlformats.org/officeDocument/2006/relationships/slideLayout" Target="../slideLayouts/slideLayout76.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aka.ms/OfficeDevFeedback" TargetMode="External"/><Relationship Id="rId1" Type="http://schemas.openxmlformats.org/officeDocument/2006/relationships/slideLayout" Target="../slideLayouts/slideLayout76.xml"/><Relationship Id="rId6" Type="http://schemas.openxmlformats.org/officeDocument/2006/relationships/image" Target="../media/image50.png"/><Relationship Id="rId5" Type="http://schemas.openxmlformats.org/officeDocument/2006/relationships/image" Target="../media/image49.emf"/><Relationship Id="rId4" Type="http://schemas.openxmlformats.org/officeDocument/2006/relationships/image" Target="../media/image48.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596" dirty="0"/>
              <a:t>Office 365 Development</a:t>
            </a:r>
          </a:p>
        </p:txBody>
      </p:sp>
      <p:sp>
        <p:nvSpPr>
          <p:cNvPr id="3" name="Text Placeholder 2"/>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7141481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gray">
          <a:xfrm>
            <a:off x="1111919" y="1190089"/>
            <a:ext cx="2071832" cy="20726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9593" tIns="44797" rIns="89593" bIns="44797" rtlCol="0" anchor="ctr"/>
          <a:lstStyle/>
          <a:p>
            <a:pPr algn="ctr" defTabSz="912645">
              <a:defRPr/>
            </a:pPr>
            <a:endParaRPr lang="en-US" sz="1735" dirty="0">
              <a:solidFill>
                <a:srgbClr val="FFFFFF"/>
              </a:solidFill>
            </a:endParaRPr>
          </a:p>
        </p:txBody>
      </p:sp>
      <p:sp>
        <p:nvSpPr>
          <p:cNvPr id="7" name="Oval 6"/>
          <p:cNvSpPr/>
          <p:nvPr/>
        </p:nvSpPr>
        <p:spPr bwMode="gray">
          <a:xfrm>
            <a:off x="1470133" y="1548447"/>
            <a:ext cx="1355404" cy="1355950"/>
          </a:xfrm>
          <a:prstGeom prst="ellipse">
            <a:avLst/>
          </a:prstGeom>
          <a:solidFill>
            <a:srgbClr val="E25D2F"/>
          </a:solidFill>
          <a:ln>
            <a:noFill/>
          </a:ln>
        </p:spPr>
        <p:style>
          <a:lnRef idx="2">
            <a:schemeClr val="accent1">
              <a:shade val="50000"/>
            </a:schemeClr>
          </a:lnRef>
          <a:fillRef idx="1">
            <a:schemeClr val="accent1"/>
          </a:fillRef>
          <a:effectRef idx="0">
            <a:schemeClr val="accent1"/>
          </a:effectRef>
          <a:fontRef idx="minor">
            <a:schemeClr val="lt1"/>
          </a:fontRef>
        </p:style>
        <p:txBody>
          <a:bodyPr lIns="89593" tIns="44797" rIns="89593" bIns="44797" rtlCol="0" anchor="ctr"/>
          <a:lstStyle/>
          <a:p>
            <a:pPr algn="ctr" defTabSz="912645">
              <a:defRPr/>
            </a:pPr>
            <a:endParaRPr lang="en-US" sz="1735" dirty="0">
              <a:solidFill>
                <a:srgbClr val="FFFFFF"/>
              </a:solidFill>
            </a:endParaRPr>
          </a:p>
        </p:txBody>
      </p:sp>
      <p:pic>
        <p:nvPicPr>
          <p:cNvPr id="8" name="Picture 7"/>
          <p:cNvPicPr>
            <a:picLocks noChangeAspect="1"/>
          </p:cNvPicPr>
          <p:nvPr/>
        </p:nvPicPr>
        <p:blipFill>
          <a:blip r:embed="rId2">
            <a:duotone>
              <a:schemeClr val="accent2">
                <a:shade val="45000"/>
                <a:satMod val="135000"/>
              </a:schemeClr>
              <a:prstClr val="white"/>
            </a:duotone>
          </a:blip>
          <a:stretch>
            <a:fillRect/>
          </a:stretch>
        </p:blipFill>
        <p:spPr bwMode="gray">
          <a:xfrm>
            <a:off x="1611093" y="1851385"/>
            <a:ext cx="1062813" cy="662599"/>
          </a:xfrm>
          <a:prstGeom prst="rect">
            <a:avLst/>
          </a:prstGeom>
        </p:spPr>
      </p:pic>
      <p:pic>
        <p:nvPicPr>
          <p:cNvPr id="9" name="Picture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232150" y="3407899"/>
            <a:ext cx="4073104" cy="1482716"/>
          </a:xfrm>
          <a:prstGeom prst="rect">
            <a:avLst/>
          </a:prstGeom>
        </p:spPr>
      </p:pic>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292023" y="3051358"/>
            <a:ext cx="3560944" cy="988325"/>
          </a:xfrm>
          <a:prstGeom prst="rect">
            <a:avLst/>
          </a:prstGeom>
        </p:spPr>
      </p:pic>
      <p:pic>
        <p:nvPicPr>
          <p:cNvPr id="12" name="Pictur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292020" y="2232322"/>
            <a:ext cx="4033661" cy="1743710"/>
          </a:xfrm>
          <a:prstGeom prst="rect">
            <a:avLst/>
          </a:prstGeom>
        </p:spPr>
      </p:pic>
      <p:grpSp>
        <p:nvGrpSpPr>
          <p:cNvPr id="13" name="Group 12"/>
          <p:cNvGrpSpPr/>
          <p:nvPr/>
        </p:nvGrpSpPr>
        <p:grpSpPr>
          <a:xfrm>
            <a:off x="651642" y="4089196"/>
            <a:ext cx="3871059" cy="2124827"/>
            <a:chOff x="-2301875" y="-2038350"/>
            <a:chExt cx="1924050" cy="1055688"/>
          </a:xfrm>
        </p:grpSpPr>
        <p:sp>
          <p:nvSpPr>
            <p:cNvPr id="14" name="Freeform 5"/>
            <p:cNvSpPr>
              <a:spLocks/>
            </p:cNvSpPr>
            <p:nvPr/>
          </p:nvSpPr>
          <p:spPr bwMode="auto">
            <a:xfrm>
              <a:off x="-600075" y="-1092200"/>
              <a:ext cx="222250" cy="109538"/>
            </a:xfrm>
            <a:custGeom>
              <a:avLst/>
              <a:gdLst>
                <a:gd name="T0" fmla="*/ 51 w 100"/>
                <a:gd name="T1" fmla="*/ 1 h 49"/>
                <a:gd name="T2" fmla="*/ 0 w 100"/>
                <a:gd name="T3" fmla="*/ 49 h 49"/>
                <a:gd name="T4" fmla="*/ 99 w 100"/>
                <a:gd name="T5" fmla="*/ 49 h 49"/>
                <a:gd name="T6" fmla="*/ 51 w 100"/>
                <a:gd name="T7" fmla="*/ 1 h 49"/>
              </a:gdLst>
              <a:ahLst/>
              <a:cxnLst>
                <a:cxn ang="0">
                  <a:pos x="T0" y="T1"/>
                </a:cxn>
                <a:cxn ang="0">
                  <a:pos x="T2" y="T3"/>
                </a:cxn>
                <a:cxn ang="0">
                  <a:pos x="T4" y="T5"/>
                </a:cxn>
                <a:cxn ang="0">
                  <a:pos x="T6" y="T7"/>
                </a:cxn>
              </a:cxnLst>
              <a:rect l="0" t="0" r="r" b="b"/>
              <a:pathLst>
                <a:path w="100" h="49">
                  <a:moveTo>
                    <a:pt x="51" y="1"/>
                  </a:moveTo>
                  <a:cubicBezTo>
                    <a:pt x="24" y="0"/>
                    <a:pt x="1" y="21"/>
                    <a:pt x="0" y="49"/>
                  </a:cubicBezTo>
                  <a:cubicBezTo>
                    <a:pt x="99" y="49"/>
                    <a:pt x="99" y="49"/>
                    <a:pt x="99" y="49"/>
                  </a:cubicBezTo>
                  <a:cubicBezTo>
                    <a:pt x="100" y="21"/>
                    <a:pt x="79" y="2"/>
                    <a:pt x="51"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5" name="Freeform 6"/>
            <p:cNvSpPr>
              <a:spLocks/>
            </p:cNvSpPr>
            <p:nvPr/>
          </p:nvSpPr>
          <p:spPr bwMode="auto">
            <a:xfrm>
              <a:off x="-1009650" y="-1089025"/>
              <a:ext cx="473075" cy="60325"/>
            </a:xfrm>
            <a:custGeom>
              <a:avLst/>
              <a:gdLst>
                <a:gd name="T0" fmla="*/ 210 w 213"/>
                <a:gd name="T1" fmla="*/ 27 h 27"/>
                <a:gd name="T2" fmla="*/ 188 w 213"/>
                <a:gd name="T3" fmla="*/ 17 h 27"/>
                <a:gd name="T4" fmla="*/ 142 w 213"/>
                <a:gd name="T5" fmla="*/ 8 h 27"/>
                <a:gd name="T6" fmla="*/ 0 w 213"/>
                <a:gd name="T7" fmla="*/ 8 h 27"/>
                <a:gd name="T8" fmla="*/ 0 w 213"/>
                <a:gd name="T9" fmla="*/ 0 h 27"/>
                <a:gd name="T10" fmla="*/ 142 w 213"/>
                <a:gd name="T11" fmla="*/ 0 h 27"/>
                <a:gd name="T12" fmla="*/ 191 w 213"/>
                <a:gd name="T13" fmla="*/ 10 h 27"/>
                <a:gd name="T14" fmla="*/ 213 w 213"/>
                <a:gd name="T15" fmla="*/ 20 h 27"/>
                <a:gd name="T16" fmla="*/ 210 w 213"/>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27">
                  <a:moveTo>
                    <a:pt x="210" y="27"/>
                  </a:moveTo>
                  <a:cubicBezTo>
                    <a:pt x="188" y="17"/>
                    <a:pt x="188" y="17"/>
                    <a:pt x="188" y="17"/>
                  </a:cubicBezTo>
                  <a:cubicBezTo>
                    <a:pt x="177" y="12"/>
                    <a:pt x="155" y="8"/>
                    <a:pt x="142" y="8"/>
                  </a:cubicBezTo>
                  <a:cubicBezTo>
                    <a:pt x="0" y="8"/>
                    <a:pt x="0" y="8"/>
                    <a:pt x="0" y="8"/>
                  </a:cubicBezTo>
                  <a:cubicBezTo>
                    <a:pt x="0" y="0"/>
                    <a:pt x="0" y="0"/>
                    <a:pt x="0" y="0"/>
                  </a:cubicBezTo>
                  <a:cubicBezTo>
                    <a:pt x="142" y="0"/>
                    <a:pt x="142" y="0"/>
                    <a:pt x="142" y="0"/>
                  </a:cubicBezTo>
                  <a:cubicBezTo>
                    <a:pt x="157" y="0"/>
                    <a:pt x="179" y="5"/>
                    <a:pt x="191" y="10"/>
                  </a:cubicBezTo>
                  <a:cubicBezTo>
                    <a:pt x="213" y="20"/>
                    <a:pt x="213" y="20"/>
                    <a:pt x="213" y="20"/>
                  </a:cubicBezTo>
                  <a:lnTo>
                    <a:pt x="210" y="27"/>
                  </a:lnTo>
                  <a:close/>
                </a:path>
              </a:pathLst>
            </a:custGeom>
            <a:solidFill>
              <a:srgbClr val="000000"/>
            </a:solidFill>
            <a:ln w="9525">
              <a:noFill/>
              <a:round/>
              <a:headEnd/>
              <a:tailEnd/>
            </a:ln>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6" name="Oval 7"/>
            <p:cNvSpPr>
              <a:spLocks noChangeArrowheads="1"/>
            </p:cNvSpPr>
            <p:nvPr/>
          </p:nvSpPr>
          <p:spPr bwMode="auto">
            <a:xfrm>
              <a:off x="-1808163" y="-1262063"/>
              <a:ext cx="493713" cy="1031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7" name="Freeform 8"/>
            <p:cNvSpPr>
              <a:spLocks/>
            </p:cNvSpPr>
            <p:nvPr/>
          </p:nvSpPr>
          <p:spPr bwMode="auto">
            <a:xfrm>
              <a:off x="-2168525" y="-2038350"/>
              <a:ext cx="1193800" cy="828675"/>
            </a:xfrm>
            <a:custGeom>
              <a:avLst/>
              <a:gdLst>
                <a:gd name="T0" fmla="*/ 527 w 537"/>
                <a:gd name="T1" fmla="*/ 373 h 373"/>
                <a:gd name="T2" fmla="*/ 537 w 537"/>
                <a:gd name="T3" fmla="*/ 362 h 373"/>
                <a:gd name="T4" fmla="*/ 537 w 537"/>
                <a:gd name="T5" fmla="*/ 11 h 373"/>
                <a:gd name="T6" fmla="*/ 527 w 537"/>
                <a:gd name="T7" fmla="*/ 0 h 373"/>
                <a:gd name="T8" fmla="*/ 11 w 537"/>
                <a:gd name="T9" fmla="*/ 0 h 373"/>
                <a:gd name="T10" fmla="*/ 0 w 537"/>
                <a:gd name="T11" fmla="*/ 11 h 373"/>
                <a:gd name="T12" fmla="*/ 0 w 537"/>
                <a:gd name="T13" fmla="*/ 362 h 373"/>
                <a:gd name="T14" fmla="*/ 11 w 537"/>
                <a:gd name="T15" fmla="*/ 373 h 373"/>
                <a:gd name="T16" fmla="*/ 527 w 537"/>
                <a:gd name="T17" fmla="*/ 37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373">
                  <a:moveTo>
                    <a:pt x="527" y="373"/>
                  </a:moveTo>
                  <a:cubicBezTo>
                    <a:pt x="532" y="373"/>
                    <a:pt x="537" y="368"/>
                    <a:pt x="537" y="362"/>
                  </a:cubicBezTo>
                  <a:cubicBezTo>
                    <a:pt x="537" y="11"/>
                    <a:pt x="537" y="11"/>
                    <a:pt x="537" y="11"/>
                  </a:cubicBezTo>
                  <a:cubicBezTo>
                    <a:pt x="537" y="5"/>
                    <a:pt x="532" y="0"/>
                    <a:pt x="527" y="0"/>
                  </a:cubicBezTo>
                  <a:cubicBezTo>
                    <a:pt x="11" y="0"/>
                    <a:pt x="11" y="0"/>
                    <a:pt x="11" y="0"/>
                  </a:cubicBezTo>
                  <a:cubicBezTo>
                    <a:pt x="5" y="0"/>
                    <a:pt x="0" y="5"/>
                    <a:pt x="0" y="11"/>
                  </a:cubicBezTo>
                  <a:cubicBezTo>
                    <a:pt x="0" y="362"/>
                    <a:pt x="0" y="362"/>
                    <a:pt x="0" y="362"/>
                  </a:cubicBezTo>
                  <a:cubicBezTo>
                    <a:pt x="0" y="368"/>
                    <a:pt x="5" y="373"/>
                    <a:pt x="11" y="373"/>
                  </a:cubicBezTo>
                  <a:lnTo>
                    <a:pt x="527" y="3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8" name="Rectangle 9"/>
            <p:cNvSpPr>
              <a:spLocks noChangeArrowheads="1"/>
            </p:cNvSpPr>
            <p:nvPr/>
          </p:nvSpPr>
          <p:spPr bwMode="auto">
            <a:xfrm>
              <a:off x="-2130425" y="-2000250"/>
              <a:ext cx="1117600" cy="6334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9" name="Rectangle 10"/>
            <p:cNvSpPr>
              <a:spLocks noChangeArrowheads="1"/>
            </p:cNvSpPr>
            <p:nvPr/>
          </p:nvSpPr>
          <p:spPr bwMode="auto">
            <a:xfrm>
              <a:off x="-2301875" y="-1039813"/>
              <a:ext cx="1477963" cy="555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20" name="Freeform 11"/>
            <p:cNvSpPr>
              <a:spLocks/>
            </p:cNvSpPr>
            <p:nvPr/>
          </p:nvSpPr>
          <p:spPr bwMode="auto">
            <a:xfrm>
              <a:off x="-2301875" y="-1106488"/>
              <a:ext cx="1477963" cy="66675"/>
            </a:xfrm>
            <a:custGeom>
              <a:avLst/>
              <a:gdLst>
                <a:gd name="T0" fmla="*/ 931 w 931"/>
                <a:gd name="T1" fmla="*/ 42 h 42"/>
                <a:gd name="T2" fmla="*/ 0 w 931"/>
                <a:gd name="T3" fmla="*/ 42 h 42"/>
                <a:gd name="T4" fmla="*/ 59 w 931"/>
                <a:gd name="T5" fmla="*/ 0 h 42"/>
                <a:gd name="T6" fmla="*/ 874 w 931"/>
                <a:gd name="T7" fmla="*/ 0 h 42"/>
                <a:gd name="T8" fmla="*/ 931 w 931"/>
                <a:gd name="T9" fmla="*/ 42 h 42"/>
              </a:gdLst>
              <a:ahLst/>
              <a:cxnLst>
                <a:cxn ang="0">
                  <a:pos x="T0" y="T1"/>
                </a:cxn>
                <a:cxn ang="0">
                  <a:pos x="T2" y="T3"/>
                </a:cxn>
                <a:cxn ang="0">
                  <a:pos x="T4" y="T5"/>
                </a:cxn>
                <a:cxn ang="0">
                  <a:pos x="T6" y="T7"/>
                </a:cxn>
                <a:cxn ang="0">
                  <a:pos x="T8" y="T9"/>
                </a:cxn>
              </a:cxnLst>
              <a:rect l="0" t="0" r="r" b="b"/>
              <a:pathLst>
                <a:path w="931" h="42">
                  <a:moveTo>
                    <a:pt x="931" y="42"/>
                  </a:moveTo>
                  <a:lnTo>
                    <a:pt x="0" y="42"/>
                  </a:lnTo>
                  <a:lnTo>
                    <a:pt x="59" y="0"/>
                  </a:lnTo>
                  <a:lnTo>
                    <a:pt x="874" y="0"/>
                  </a:lnTo>
                  <a:lnTo>
                    <a:pt x="931"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grpSp>
      <p:sp>
        <p:nvSpPr>
          <p:cNvPr id="5" name="Title 4"/>
          <p:cNvSpPr>
            <a:spLocks noGrp="1"/>
          </p:cNvSpPr>
          <p:nvPr>
            <p:ph type="title" idx="4294967295"/>
          </p:nvPr>
        </p:nvSpPr>
        <p:spPr>
          <a:xfrm>
            <a:off x="989013" y="157163"/>
            <a:ext cx="11201400" cy="1206500"/>
          </a:xfrm>
          <a:prstGeom prst="rect">
            <a:avLst/>
          </a:prstGeom>
        </p:spPr>
        <p:txBody>
          <a:bodyPr/>
          <a:lstStyle/>
          <a:p>
            <a:r>
              <a:rPr lang="en-US" dirty="0" smtClean="0"/>
              <a:t>Recap</a:t>
            </a:r>
            <a:endParaRPr lang="en-US" dirty="0"/>
          </a:p>
        </p:txBody>
      </p:sp>
      <p:sp>
        <p:nvSpPr>
          <p:cNvPr id="2" name="TextBox 1"/>
          <p:cNvSpPr txBox="1"/>
          <p:nvPr/>
        </p:nvSpPr>
        <p:spPr>
          <a:xfrm>
            <a:off x="1854834" y="5752989"/>
            <a:ext cx="12188825" cy="553998"/>
          </a:xfrm>
          <a:prstGeom prst="rect">
            <a:avLst/>
          </a:prstGeom>
          <a:noFill/>
        </p:spPr>
        <p:txBody>
          <a:bodyPr wrap="square" lIns="0" tIns="0" rIns="0" bIns="0" rtlCol="0">
            <a:spAutoFit/>
          </a:bodyPr>
          <a:lstStyle/>
          <a:p>
            <a:pPr algn="ctr" defTabSz="914363">
              <a:defRPr/>
            </a:pPr>
            <a:r>
              <a:rPr lang="en-US" sz="3600" spc="-70" dirty="0">
                <a:solidFill>
                  <a:srgbClr val="FFFFFF"/>
                </a:solidFill>
              </a:rPr>
              <a:t>dev.office.com/training</a:t>
            </a:r>
          </a:p>
        </p:txBody>
      </p:sp>
      <p:graphicFrame>
        <p:nvGraphicFramePr>
          <p:cNvPr id="21" name="Content Placeholder 9"/>
          <p:cNvGraphicFramePr>
            <a:graphicFrameLocks/>
          </p:cNvGraphicFramePr>
          <p:nvPr>
            <p:extLst/>
          </p:nvPr>
        </p:nvGraphicFramePr>
        <p:xfrm>
          <a:off x="4522701" y="389748"/>
          <a:ext cx="7276147" cy="5051028"/>
        </p:xfrm>
        <a:graphic>
          <a:graphicData uri="http://schemas.openxmlformats.org/drawingml/2006/table">
            <a:tbl>
              <a:tblPr firstRow="1" bandRow="1">
                <a:tableStyleId>{5C22544A-7EE6-4342-B048-85BDC9FD1C3A}</a:tableStyleId>
              </a:tblPr>
              <a:tblGrid>
                <a:gridCol w="7276147">
                  <a:extLst>
                    <a:ext uri="{9D8B030D-6E8A-4147-A177-3AD203B41FA5}">
                      <a16:colId xmlns="" xmlns:a16="http://schemas.microsoft.com/office/drawing/2014/main" val="1253488153"/>
                    </a:ext>
                  </a:extLst>
                </a:gridCol>
              </a:tblGrid>
              <a:tr h="1253930">
                <a:tc>
                  <a:txBody>
                    <a:bodyPr/>
                    <a:lstStyle/>
                    <a:p>
                      <a:pPr algn="ctr"/>
                      <a:r>
                        <a:rPr lang="en-US" sz="2400" dirty="0" smtClean="0"/>
                        <a:t>Deep Dive into Integrating Office 365 APIs with Web Applications</a:t>
                      </a:r>
                      <a:endParaRPr lang="en-US" sz="2400" dirty="0"/>
                    </a:p>
                  </a:txBody>
                  <a:tcPr marL="91403" marR="91403" marT="45701" marB="45701" anchor="ctr"/>
                </a:tc>
                <a:extLst>
                  <a:ext uri="{0D108BD9-81ED-4DB2-BD59-A6C34878D82A}">
                    <a16:rowId xmlns="" xmlns:a16="http://schemas.microsoft.com/office/drawing/2014/main" val="829859176"/>
                  </a:ext>
                </a:extLst>
              </a:tr>
              <a:tr h="472980">
                <a:tc>
                  <a:txBody>
                    <a:bodyPr/>
                    <a:lstStyle/>
                    <a:p>
                      <a:r>
                        <a:rPr lang="en-US" sz="1800" b="0" dirty="0" smtClean="0"/>
                        <a:t>Module 1: Deep Dive into Azure AD with the Office 365 APIs</a:t>
                      </a:r>
                      <a:endParaRPr lang="en-US" sz="1800" b="0" baseline="0" dirty="0" smtClean="0"/>
                    </a:p>
                  </a:txBody>
                  <a:tcPr marL="91403" marR="91403" marT="45701" marB="45701" anchor="ctr"/>
                </a:tc>
                <a:extLst>
                  <a:ext uri="{0D108BD9-81ED-4DB2-BD59-A6C34878D82A}">
                    <a16:rowId xmlns="" xmlns:a16="http://schemas.microsoft.com/office/drawing/2014/main" val="1946132611"/>
                  </a:ext>
                </a:extLst>
              </a:tr>
              <a:tr h="716099">
                <a:tc>
                  <a:txBody>
                    <a:bodyPr/>
                    <a:lstStyle/>
                    <a:p>
                      <a:pPr marL="0" marR="0" indent="0" algn="l" defTabSz="932559" rtl="0" eaLnBrk="1" fontAlgn="auto" latinLnBrk="0" hangingPunct="1">
                        <a:lnSpc>
                          <a:spcPct val="100000"/>
                        </a:lnSpc>
                        <a:spcBef>
                          <a:spcPts val="0"/>
                        </a:spcBef>
                        <a:spcAft>
                          <a:spcPts val="0"/>
                        </a:spcAft>
                        <a:buClrTx/>
                        <a:buSzTx/>
                        <a:buFontTx/>
                        <a:buNone/>
                        <a:tabLst/>
                        <a:defRPr/>
                      </a:pPr>
                      <a:r>
                        <a:rPr lang="en-US" sz="1800" b="0" dirty="0" smtClean="0"/>
                        <a:t>Module 2: Deep Dive into Office 365 APIs for Calendar,</a:t>
                      </a:r>
                      <a:r>
                        <a:rPr lang="en-US" sz="1800" b="0" baseline="0" dirty="0" smtClean="0"/>
                        <a:t> Mail, and Contacts</a:t>
                      </a:r>
                      <a:endParaRPr lang="en-US" sz="1800" b="0" dirty="0" smtClean="0"/>
                    </a:p>
                  </a:txBody>
                  <a:tcPr marL="91403" marR="91403" marT="45701" marB="45701" anchor="ctr"/>
                </a:tc>
                <a:extLst>
                  <a:ext uri="{0D108BD9-81ED-4DB2-BD59-A6C34878D82A}">
                    <a16:rowId xmlns="" xmlns:a16="http://schemas.microsoft.com/office/drawing/2014/main" val="3204002662"/>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3: Deep Dive into Office 365 APIs for OneDrive for Business</a:t>
                      </a:r>
                    </a:p>
                  </a:txBody>
                  <a:tcPr marL="91403" marR="91403" marT="45701" marB="45701" anchor="ctr"/>
                </a:tc>
                <a:extLst>
                  <a:ext uri="{0D108BD9-81ED-4DB2-BD59-A6C34878D82A}">
                    <a16:rowId xmlns="" xmlns:a16="http://schemas.microsoft.com/office/drawing/2014/main" val="4266278162"/>
                  </a:ext>
                </a:extLst>
              </a:tr>
              <a:tr h="716099">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4: Deep Dive into Office 365 APIs for SharePoint Site services</a:t>
                      </a:r>
                      <a:endParaRPr lang="en-US" sz="1800" b="1" dirty="0" smtClean="0"/>
                    </a:p>
                  </a:txBody>
                  <a:tcPr marL="91403" marR="91403" marT="45701" marB="45701" anchor="ctr"/>
                </a:tc>
                <a:extLst>
                  <a:ext uri="{0D108BD9-81ED-4DB2-BD59-A6C34878D82A}">
                    <a16:rowId xmlns="" xmlns:a16="http://schemas.microsoft.com/office/drawing/2014/main" val="2405060554"/>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5:</a:t>
                      </a:r>
                      <a:r>
                        <a:rPr lang="en-US" sz="1800" b="0" baseline="0" dirty="0" smtClean="0"/>
                        <a:t> </a:t>
                      </a:r>
                      <a:r>
                        <a:rPr lang="en-US" sz="1800" b="0" dirty="0" smtClean="0"/>
                        <a:t>Deep Dive into Office 365 APIs for Yammer services</a:t>
                      </a:r>
                    </a:p>
                  </a:txBody>
                  <a:tcPr marL="91403" marR="91403" marT="45701" marB="45701" anchor="ctr"/>
                </a:tc>
                <a:extLst>
                  <a:ext uri="{0D108BD9-81ED-4DB2-BD59-A6C34878D82A}">
                    <a16:rowId xmlns="" xmlns:a16="http://schemas.microsoft.com/office/drawing/2014/main" val="3069023435"/>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6: Deep Dive into Office 365 APIs for Office Graph</a:t>
                      </a:r>
                    </a:p>
                  </a:txBody>
                  <a:tcPr marL="91403" marR="91403" marT="45701" marB="45701" anchor="ctr"/>
                </a:tc>
                <a:extLst>
                  <a:ext uri="{0D108BD9-81ED-4DB2-BD59-A6C34878D82A}">
                    <a16:rowId xmlns="" xmlns:a16="http://schemas.microsoft.com/office/drawing/2014/main" val="2293274207"/>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7: Deep Dive into Office 365 APIs for OneNote services</a:t>
                      </a:r>
                    </a:p>
                  </a:txBody>
                  <a:tcPr marL="91403" marR="91403" marT="45701" marB="45701" anchor="ctr"/>
                </a:tc>
                <a:extLst>
                  <a:ext uri="{0D108BD9-81ED-4DB2-BD59-A6C34878D82A}">
                    <a16:rowId xmlns="" xmlns:a16="http://schemas.microsoft.com/office/drawing/2014/main" val="4198435309"/>
                  </a:ext>
                </a:extLst>
              </a:tr>
            </a:tbl>
          </a:graphicData>
        </a:graphic>
      </p:graphicFrame>
    </p:spTree>
    <p:extLst>
      <p:ext uri="{BB962C8B-B14F-4D97-AF65-F5344CB8AC3E}">
        <p14:creationId xmlns:p14="http://schemas.microsoft.com/office/powerpoint/2010/main" val="3076292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10" presetClass="entr" presetSubtype="0" fill="hold" nodeType="withEffect">
                                  <p:stCondLst>
                                    <p:cond delay="4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nodeType="withEffect">
                                  <p:stCondLst>
                                    <p:cond delay="8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0"/>
                                        <p:tgtEl>
                                          <p:spTgt spid="11"/>
                                        </p:tgtEl>
                                      </p:cBhvr>
                                    </p:animEffect>
                                  </p:childTnLst>
                                </p:cTn>
                              </p:par>
                              <p:par>
                                <p:cTn id="14" presetID="53" presetClass="entr" presetSubtype="16" fill="hold" grpId="0" nodeType="withEffect">
                                  <p:stCondLst>
                                    <p:cond delay="80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grpId="0" nodeType="withEffect">
                                  <p:stCondLst>
                                    <p:cond delay="100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120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par>
                                <p:cTn id="29" presetID="10" presetClass="entr" presetSubtype="0" fill="hold" nodeType="withEffect">
                                  <p:stCondLst>
                                    <p:cond delay="7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par>
                                <p:cTn id="32" presetID="63" presetClass="path" presetSubtype="0" decel="100000" fill="hold" nodeType="withEffect">
                                  <p:stCondLst>
                                    <p:cond delay="750"/>
                                  </p:stCondLst>
                                  <p:childTnLst>
                                    <p:animMotion origin="layout" path="M -0.0241 2.59259E-6 L 4.92837E-6 2.59259E-6 " pathEditMode="relative" rAng="0" ptsTypes="AA">
                                      <p:cBhvr>
                                        <p:cTn id="33" dur="1000" fill="hold"/>
                                        <p:tgtEl>
                                          <p:spTgt spid="13"/>
                                        </p:tgtEl>
                                        <p:attrNameLst>
                                          <p:attrName>ppt_x</p:attrName>
                                          <p:attrName>ppt_y</p:attrName>
                                        </p:attrNameLst>
                                      </p:cBhvr>
                                      <p:rCtr x="11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This Course Agenda</a:t>
            </a:r>
            <a:endParaRPr lang="en-US" dirty="0"/>
          </a:p>
        </p:txBody>
      </p:sp>
      <p:graphicFrame>
        <p:nvGraphicFramePr>
          <p:cNvPr id="10" name="Content Placeholder 9"/>
          <p:cNvGraphicFramePr>
            <a:graphicFrameLocks noGrp="1"/>
          </p:cNvGraphicFramePr>
          <p:nvPr>
            <p:ph sz="quarter" idx="10"/>
            <p:extLst>
              <p:ext uri="{D42A27DB-BD31-4B8C-83A1-F6EECF244321}">
                <p14:modId xmlns:p14="http://schemas.microsoft.com/office/powerpoint/2010/main" val="843269994"/>
              </p:ext>
            </p:extLst>
          </p:nvPr>
        </p:nvGraphicFramePr>
        <p:xfrm>
          <a:off x="440427" y="1244304"/>
          <a:ext cx="11225057" cy="3259381"/>
        </p:xfrm>
        <a:graphic>
          <a:graphicData uri="http://schemas.openxmlformats.org/drawingml/2006/table">
            <a:tbl>
              <a:tblPr firstRow="1" bandRow="1">
                <a:tableStyleId>{5C22544A-7EE6-4342-B048-85BDC9FD1C3A}</a:tableStyleId>
              </a:tblPr>
              <a:tblGrid>
                <a:gridCol w="11225057">
                  <a:extLst>
                    <a:ext uri="{9D8B030D-6E8A-4147-A177-3AD203B41FA5}">
                      <a16:colId xmlns="" xmlns:a16="http://schemas.microsoft.com/office/drawing/2014/main" val="1253488153"/>
                    </a:ext>
                  </a:extLst>
                </a:gridCol>
              </a:tblGrid>
              <a:tr h="1106101">
                <a:tc>
                  <a:txBody>
                    <a:bodyPr/>
                    <a:lstStyle/>
                    <a:p>
                      <a:r>
                        <a:rPr lang="en-US" sz="2400" dirty="0" smtClean="0"/>
                        <a:t>Deep Dive into Integrating Office 365 APIs with mobile device development</a:t>
                      </a:r>
                      <a:endParaRPr lang="en-US" sz="2400" dirty="0"/>
                    </a:p>
                  </a:txBody>
                  <a:tcPr marL="91403" marR="91403" marT="45701" marB="45701" anchor="ctr"/>
                </a:tc>
                <a:extLst>
                  <a:ext uri="{0D108BD9-81ED-4DB2-BD59-A6C34878D82A}">
                    <a16:rowId xmlns="" xmlns:a16="http://schemas.microsoft.com/office/drawing/2014/main" val="829859176"/>
                  </a:ext>
                </a:extLst>
              </a:tr>
              <a:tr h="41722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1:</a:t>
                      </a:r>
                      <a:r>
                        <a:rPr lang="en-US" sz="1800" b="0" baseline="0" dirty="0" smtClean="0"/>
                        <a:t> </a:t>
                      </a:r>
                      <a:r>
                        <a:rPr lang="en-US" b="0" dirty="0" smtClean="0"/>
                        <a:t>Universal Windows App Development with Office 365 APIs in Visual Studio 2013</a:t>
                      </a:r>
                      <a:endParaRPr lang="en-US" sz="1800" b="0" dirty="0" smtClean="0"/>
                    </a:p>
                  </a:txBody>
                  <a:tcPr marL="91403" marR="91403" marT="45701" marB="45701" anchor="ctr"/>
                </a:tc>
                <a:extLst>
                  <a:ext uri="{0D108BD9-81ED-4DB2-BD59-A6C34878D82A}">
                    <a16:rowId xmlns="" xmlns:a16="http://schemas.microsoft.com/office/drawing/2014/main" val="1946132611"/>
                  </a:ext>
                </a:extLst>
              </a:tr>
              <a:tr h="417220">
                <a:tc>
                  <a:txBody>
                    <a:bodyPr/>
                    <a:lstStyle/>
                    <a:p>
                      <a:pPr marL="0" marR="0" lvl="0" indent="0" algn="l" defTabSz="932559" rtl="0" eaLnBrk="1" fontAlgn="auto" latinLnBrk="0" hangingPunct="1">
                        <a:lnSpc>
                          <a:spcPct val="100000"/>
                        </a:lnSpc>
                        <a:spcBef>
                          <a:spcPts val="0"/>
                        </a:spcBef>
                        <a:spcAft>
                          <a:spcPts val="0"/>
                        </a:spcAft>
                        <a:buClrTx/>
                        <a:buSzTx/>
                        <a:buFontTx/>
                        <a:buNone/>
                        <a:tabLst/>
                        <a:defRPr/>
                      </a:pPr>
                      <a:r>
                        <a:rPr lang="en-US" sz="1800" b="0" dirty="0" smtClean="0"/>
                        <a:t>Module 2: </a:t>
                      </a:r>
                      <a:r>
                        <a:rPr lang="en-US" sz="1800" kern="1200" dirty="0" smtClean="0">
                          <a:solidFill>
                            <a:schemeClr val="dk1"/>
                          </a:solidFill>
                          <a:effectLst/>
                          <a:latin typeface="+mn-lt"/>
                          <a:ea typeface="+mn-ea"/>
                          <a:cs typeface="+mn-cs"/>
                        </a:rPr>
                        <a:t>Cordova Development with Office 365​ APIs</a:t>
                      </a:r>
                      <a:r>
                        <a:rPr lang="en-US" sz="1800" b="0" kern="1200" baseline="0" dirty="0" smtClean="0">
                          <a:solidFill>
                            <a:schemeClr val="dk1"/>
                          </a:solidFill>
                          <a:effectLst/>
                          <a:latin typeface="+mn-lt"/>
                          <a:ea typeface="+mn-ea"/>
                          <a:cs typeface="+mn-cs"/>
                        </a:rPr>
                        <a:t> in Visual Studio 2013</a:t>
                      </a:r>
                      <a:endParaRPr lang="en-US" sz="1800" kern="1200" dirty="0" smtClean="0">
                        <a:solidFill>
                          <a:schemeClr val="dk1"/>
                        </a:solidFill>
                        <a:effectLst/>
                        <a:latin typeface="+mn-lt"/>
                        <a:ea typeface="+mn-ea"/>
                        <a:cs typeface="+mn-cs"/>
                      </a:endParaRPr>
                    </a:p>
                  </a:txBody>
                  <a:tcPr marL="91403" marR="91403" marT="45701" marB="45701" anchor="ctr"/>
                </a:tc>
                <a:extLst>
                  <a:ext uri="{0D108BD9-81ED-4DB2-BD59-A6C34878D82A}">
                    <a16:rowId xmlns="" xmlns:a16="http://schemas.microsoft.com/office/drawing/2014/main" val="3204002662"/>
                  </a:ext>
                </a:extLst>
              </a:tr>
              <a:tr h="41722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3:</a:t>
                      </a:r>
                      <a:r>
                        <a:rPr lang="en-US" sz="1800" b="0" baseline="0" dirty="0" smtClean="0"/>
                        <a:t> </a:t>
                      </a:r>
                      <a:r>
                        <a:rPr lang="en-US" sz="1800" kern="1200" dirty="0" smtClean="0">
                          <a:solidFill>
                            <a:schemeClr val="dk1"/>
                          </a:solidFill>
                          <a:effectLst/>
                          <a:latin typeface="+mn-lt"/>
                          <a:ea typeface="+mn-ea"/>
                          <a:cs typeface="+mn-cs"/>
                        </a:rPr>
                        <a:t>Xamarin Development with Office 365 APIs</a:t>
                      </a:r>
                      <a:r>
                        <a:rPr lang="en-US" sz="1800" b="0" kern="1200" baseline="0" dirty="0" smtClean="0">
                          <a:solidFill>
                            <a:schemeClr val="dk1"/>
                          </a:solidFill>
                          <a:effectLst/>
                          <a:latin typeface="+mn-lt"/>
                          <a:ea typeface="+mn-ea"/>
                          <a:cs typeface="+mn-cs"/>
                        </a:rPr>
                        <a:t> in Visual Studio 2013</a:t>
                      </a:r>
                      <a:endParaRPr lang="en-US" sz="1800" kern="1200" dirty="0" smtClean="0">
                        <a:solidFill>
                          <a:schemeClr val="dk1"/>
                        </a:solidFill>
                        <a:effectLst/>
                        <a:latin typeface="+mn-lt"/>
                        <a:ea typeface="+mn-ea"/>
                        <a:cs typeface="+mn-cs"/>
                      </a:endParaRPr>
                    </a:p>
                  </a:txBody>
                  <a:tcPr marL="91403" marR="91403" marT="45701" marB="45701" anchor="ctr"/>
                </a:tc>
                <a:extLst>
                  <a:ext uri="{0D108BD9-81ED-4DB2-BD59-A6C34878D82A}">
                    <a16:rowId xmlns="" xmlns:a16="http://schemas.microsoft.com/office/drawing/2014/main" val="4266278162"/>
                  </a:ext>
                </a:extLst>
              </a:tr>
              <a:tr h="48440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4: Deep dive into native Android Development with Office 365 APIs</a:t>
                      </a:r>
                    </a:p>
                  </a:txBody>
                  <a:tcPr marL="91403" marR="91403" marT="45701" marB="45701" anchor="ctr"/>
                </a:tc>
                <a:extLst>
                  <a:ext uri="{0D108BD9-81ED-4DB2-BD59-A6C34878D82A}">
                    <a16:rowId xmlns="" xmlns:a16="http://schemas.microsoft.com/office/drawing/2014/main" val="2221202472"/>
                  </a:ext>
                </a:extLst>
              </a:tr>
              <a:tr h="41722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1" dirty="0" smtClean="0"/>
                        <a:t>Module 5: Deep dive into native iOS Development with Office 365 APIs</a:t>
                      </a:r>
                    </a:p>
                  </a:txBody>
                  <a:tcPr marL="91403" marR="91403" marT="45701" marB="45701" anchor="ctr"/>
                </a:tc>
                <a:extLst>
                  <a:ext uri="{0D108BD9-81ED-4DB2-BD59-A6C34878D82A}">
                    <a16:rowId xmlns="" xmlns:a16="http://schemas.microsoft.com/office/drawing/2014/main" val="2619910037"/>
                  </a:ext>
                </a:extLst>
              </a:tr>
            </a:tbl>
          </a:graphicData>
        </a:graphic>
      </p:graphicFrame>
    </p:spTree>
    <p:extLst>
      <p:ext uri="{BB962C8B-B14F-4D97-AF65-F5344CB8AC3E}">
        <p14:creationId xmlns:p14="http://schemas.microsoft.com/office/powerpoint/2010/main" val="3595860951"/>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defTabSz="914363">
              <a:lnSpc>
                <a:spcPct val="100000"/>
              </a:lnSpc>
              <a:spcBef>
                <a:spcPts val="0"/>
              </a:spcBef>
              <a:defRPr/>
            </a:pPr>
            <a:r>
              <a:rPr lang="en-US" sz="5400" dirty="0"/>
              <a:t>Deep dive into native </a:t>
            </a:r>
            <a:r>
              <a:rPr lang="en-US" sz="5400" dirty="0" smtClean="0"/>
              <a:t>iOS Development </a:t>
            </a:r>
            <a:r>
              <a:rPr lang="en-US" sz="5400" dirty="0"/>
              <a:t>with Office 365 APIs</a:t>
            </a:r>
          </a:p>
        </p:txBody>
      </p:sp>
      <p:sp>
        <p:nvSpPr>
          <p:cNvPr id="5" name="Subtitle 4"/>
          <p:cNvSpPr>
            <a:spLocks noGrp="1"/>
          </p:cNvSpPr>
          <p:nvPr>
            <p:ph type="subTitle" idx="1"/>
          </p:nvPr>
        </p:nvSpPr>
        <p:spPr>
          <a:xfrm>
            <a:off x="532404" y="4735589"/>
            <a:ext cx="7642601" cy="1878514"/>
          </a:xfrm>
        </p:spPr>
        <p:txBody>
          <a:bodyPr/>
          <a:lstStyle/>
          <a:p>
            <a:endParaRPr lang="en-US" dirty="0"/>
          </a:p>
        </p:txBody>
      </p:sp>
    </p:spTree>
    <p:extLst>
      <p:ext uri="{BB962C8B-B14F-4D97-AF65-F5344CB8AC3E}">
        <p14:creationId xmlns:p14="http://schemas.microsoft.com/office/powerpoint/2010/main" val="191904314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a:t>
            </a:r>
            <a:endParaRPr lang="en-US" dirty="0"/>
          </a:p>
        </p:txBody>
      </p:sp>
      <p:sp>
        <p:nvSpPr>
          <p:cNvPr id="3" name="Subtitle 2"/>
          <p:cNvSpPr>
            <a:spLocks noGrp="1"/>
          </p:cNvSpPr>
          <p:nvPr>
            <p:ph type="subTitle" idx="1"/>
          </p:nvPr>
        </p:nvSpPr>
        <p:spPr/>
        <p:txBody>
          <a:bodyPr/>
          <a:lstStyle/>
          <a:p>
            <a:r>
              <a:rPr lang="en-US" sz="2745" dirty="0"/>
              <a:t>Getting started with Mobile development with Office 365</a:t>
            </a:r>
            <a:endParaRPr lang="en-US" dirty="0"/>
          </a:p>
        </p:txBody>
      </p:sp>
    </p:spTree>
    <p:extLst>
      <p:ext uri="{BB962C8B-B14F-4D97-AF65-F5344CB8AC3E}">
        <p14:creationId xmlns:p14="http://schemas.microsoft.com/office/powerpoint/2010/main" val="40068480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7" name="Picture 54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83023" y="1276413"/>
            <a:ext cx="3788649" cy="1554052"/>
          </a:xfrm>
          <a:prstGeom prst="rect">
            <a:avLst/>
          </a:prstGeom>
        </p:spPr>
      </p:pic>
      <p:sp>
        <p:nvSpPr>
          <p:cNvPr id="9" name="Title 8"/>
          <p:cNvSpPr>
            <a:spLocks noGrp="1"/>
          </p:cNvSpPr>
          <p:nvPr>
            <p:ph type="title"/>
          </p:nvPr>
        </p:nvSpPr>
        <p:spPr/>
        <p:txBody>
          <a:bodyPr/>
          <a:lstStyle/>
          <a:p>
            <a:r>
              <a:rPr lang="en-US" dirty="0" smtClean="0"/>
              <a:t>Vision</a:t>
            </a:r>
            <a:endParaRPr lang="en-US" dirty="0"/>
          </a:p>
        </p:txBody>
      </p:sp>
      <p:grpSp>
        <p:nvGrpSpPr>
          <p:cNvPr id="357" name="Group 356"/>
          <p:cNvGrpSpPr/>
          <p:nvPr/>
        </p:nvGrpSpPr>
        <p:grpSpPr>
          <a:xfrm>
            <a:off x="288696" y="1173014"/>
            <a:ext cx="3694710" cy="1487218"/>
            <a:chOff x="292100" y="1016000"/>
            <a:chExt cx="3770313" cy="1517650"/>
          </a:xfrm>
        </p:grpSpPr>
        <p:sp>
          <p:nvSpPr>
            <p:cNvPr id="363" name="Rectangle 362"/>
            <p:cNvSpPr/>
            <p:nvPr/>
          </p:nvSpPr>
          <p:spPr bwMode="auto">
            <a:xfrm>
              <a:off x="1203489" y="1050925"/>
              <a:ext cx="1896947" cy="111330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64" name="Group 363"/>
            <p:cNvGrpSpPr/>
            <p:nvPr/>
          </p:nvGrpSpPr>
          <p:grpSpPr>
            <a:xfrm>
              <a:off x="1160464" y="1016000"/>
              <a:ext cx="1978025" cy="1500188"/>
              <a:chOff x="1363663" y="914400"/>
              <a:chExt cx="1978025" cy="1500188"/>
            </a:xfrm>
          </p:grpSpPr>
          <p:sp>
            <p:nvSpPr>
              <p:cNvPr id="405" name="Rectangle 5"/>
              <p:cNvSpPr>
                <a:spLocks noChangeArrowheads="1"/>
              </p:cNvSpPr>
              <p:nvPr/>
            </p:nvSpPr>
            <p:spPr bwMode="auto">
              <a:xfrm>
                <a:off x="1858963" y="2382838"/>
                <a:ext cx="982663" cy="317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06" name="Freeform 405"/>
              <p:cNvSpPr>
                <a:spLocks/>
              </p:cNvSpPr>
              <p:nvPr/>
            </p:nvSpPr>
            <p:spPr bwMode="auto">
              <a:xfrm>
                <a:off x="1363663" y="914400"/>
                <a:ext cx="1978025" cy="1179513"/>
              </a:xfrm>
              <a:custGeom>
                <a:avLst/>
                <a:gdLst>
                  <a:gd name="connsiteX0" fmla="*/ 82097 w 1978025"/>
                  <a:gd name="connsiteY0" fmla="*/ 50800 h 1179513"/>
                  <a:gd name="connsiteX1" fmla="*/ 50800 w 1978025"/>
                  <a:gd name="connsiteY1" fmla="*/ 82163 h 1179513"/>
                  <a:gd name="connsiteX2" fmla="*/ 50800 w 1978025"/>
                  <a:gd name="connsiteY2" fmla="*/ 1054410 h 1179513"/>
                  <a:gd name="connsiteX3" fmla="*/ 82097 w 1978025"/>
                  <a:gd name="connsiteY3" fmla="*/ 1079500 h 1179513"/>
                  <a:gd name="connsiteX4" fmla="*/ 1891075 w 1978025"/>
                  <a:gd name="connsiteY4" fmla="*/ 1079500 h 1179513"/>
                  <a:gd name="connsiteX5" fmla="*/ 1916113 w 1978025"/>
                  <a:gd name="connsiteY5" fmla="*/ 1054410 h 1179513"/>
                  <a:gd name="connsiteX6" fmla="*/ 1916113 w 1978025"/>
                  <a:gd name="connsiteY6" fmla="*/ 82163 h 1179513"/>
                  <a:gd name="connsiteX7" fmla="*/ 1891075 w 1978025"/>
                  <a:gd name="connsiteY7" fmla="*/ 50800 h 1179513"/>
                  <a:gd name="connsiteX8" fmla="*/ 82097 w 1978025"/>
                  <a:gd name="connsiteY8" fmla="*/ 50800 h 1179513"/>
                  <a:gd name="connsiteX9" fmla="*/ 62596 w 1978025"/>
                  <a:gd name="connsiteY9" fmla="*/ 0 h 1179513"/>
                  <a:gd name="connsiteX10" fmla="*/ 1915429 w 1978025"/>
                  <a:gd name="connsiteY10" fmla="*/ 0 h 1179513"/>
                  <a:gd name="connsiteX11" fmla="*/ 1978025 w 1978025"/>
                  <a:gd name="connsiteY11" fmla="*/ 62740 h 1179513"/>
                  <a:gd name="connsiteX12" fmla="*/ 1978025 w 1978025"/>
                  <a:gd name="connsiteY12" fmla="*/ 1116773 h 1179513"/>
                  <a:gd name="connsiteX13" fmla="*/ 1915429 w 1978025"/>
                  <a:gd name="connsiteY13" fmla="*/ 1179513 h 1179513"/>
                  <a:gd name="connsiteX14" fmla="*/ 62596 w 1978025"/>
                  <a:gd name="connsiteY14" fmla="*/ 1179513 h 1179513"/>
                  <a:gd name="connsiteX15" fmla="*/ 0 w 1978025"/>
                  <a:gd name="connsiteY15" fmla="*/ 1116773 h 1179513"/>
                  <a:gd name="connsiteX16" fmla="*/ 0 w 1978025"/>
                  <a:gd name="connsiteY16" fmla="*/ 62740 h 1179513"/>
                  <a:gd name="connsiteX17" fmla="*/ 62596 w 1978025"/>
                  <a:gd name="connsiteY17" fmla="*/ 0 h 117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8025" h="1179513">
                    <a:moveTo>
                      <a:pt x="82097" y="50800"/>
                    </a:moveTo>
                    <a:cubicBezTo>
                      <a:pt x="63319" y="50800"/>
                      <a:pt x="50800" y="63345"/>
                      <a:pt x="50800" y="82163"/>
                    </a:cubicBezTo>
                    <a:cubicBezTo>
                      <a:pt x="50800" y="82163"/>
                      <a:pt x="50800" y="82163"/>
                      <a:pt x="50800" y="1054410"/>
                    </a:cubicBezTo>
                    <a:cubicBezTo>
                      <a:pt x="50800" y="1066955"/>
                      <a:pt x="63319" y="1079500"/>
                      <a:pt x="82097" y="1079500"/>
                    </a:cubicBezTo>
                    <a:cubicBezTo>
                      <a:pt x="82097" y="1079500"/>
                      <a:pt x="82097" y="1079500"/>
                      <a:pt x="1891075" y="1079500"/>
                    </a:cubicBezTo>
                    <a:cubicBezTo>
                      <a:pt x="1903594" y="1079500"/>
                      <a:pt x="1916113" y="1066955"/>
                      <a:pt x="1916113" y="1054410"/>
                    </a:cubicBezTo>
                    <a:lnTo>
                      <a:pt x="1916113" y="82163"/>
                    </a:lnTo>
                    <a:cubicBezTo>
                      <a:pt x="1916113" y="63345"/>
                      <a:pt x="1903594" y="50800"/>
                      <a:pt x="1891075" y="50800"/>
                    </a:cubicBezTo>
                    <a:cubicBezTo>
                      <a:pt x="1891075" y="50800"/>
                      <a:pt x="1891075" y="50800"/>
                      <a:pt x="82097" y="50800"/>
                    </a:cubicBezTo>
                    <a:close/>
                    <a:moveTo>
                      <a:pt x="62596" y="0"/>
                    </a:moveTo>
                    <a:cubicBezTo>
                      <a:pt x="1915429" y="0"/>
                      <a:pt x="1915429" y="0"/>
                      <a:pt x="1915429" y="0"/>
                    </a:cubicBezTo>
                    <a:cubicBezTo>
                      <a:pt x="1946727" y="0"/>
                      <a:pt x="1978025" y="25096"/>
                      <a:pt x="1978025" y="62740"/>
                    </a:cubicBezTo>
                    <a:lnTo>
                      <a:pt x="1978025" y="1116773"/>
                    </a:lnTo>
                    <a:cubicBezTo>
                      <a:pt x="1978025" y="1154417"/>
                      <a:pt x="1946727" y="1179513"/>
                      <a:pt x="1915429" y="1179513"/>
                    </a:cubicBezTo>
                    <a:cubicBezTo>
                      <a:pt x="62596" y="1179513"/>
                      <a:pt x="62596" y="1179513"/>
                      <a:pt x="62596" y="1179513"/>
                    </a:cubicBezTo>
                    <a:cubicBezTo>
                      <a:pt x="25038" y="1179513"/>
                      <a:pt x="0" y="1154417"/>
                      <a:pt x="0" y="1116773"/>
                    </a:cubicBezTo>
                    <a:cubicBezTo>
                      <a:pt x="0" y="62740"/>
                      <a:pt x="0" y="62740"/>
                      <a:pt x="0" y="62740"/>
                    </a:cubicBezTo>
                    <a:cubicBezTo>
                      <a:pt x="0" y="25096"/>
                      <a:pt x="25038" y="0"/>
                      <a:pt x="62596" y="0"/>
                    </a:cubicBezTo>
                    <a:close/>
                  </a:path>
                </a:pathLst>
              </a:custGeom>
              <a:solidFill>
                <a:srgbClr val="000000"/>
              </a:solidFill>
              <a:ln>
                <a:noFill/>
              </a:ln>
              <a:extLst/>
            </p:spPr>
            <p:txBody>
              <a:bodyPr vert="horz" wrap="square" lIns="89606" tIns="44804" rIns="89606" bIns="44804" numCol="1" anchor="t" anchorCtr="0" compatLnSpc="1">
                <a:prstTxWarp prst="textNoShape">
                  <a:avLst/>
                </a:prstTxWarp>
                <a:noAutofit/>
              </a:bodyPr>
              <a:lstStyle/>
              <a:p>
                <a:pPr defTabSz="914004"/>
                <a:endParaRPr lang="en-US" sz="1764">
                  <a:solidFill>
                    <a:srgbClr val="FFFFFF"/>
                  </a:solidFill>
                </a:endParaRPr>
              </a:p>
            </p:txBody>
          </p:sp>
          <p:sp>
            <p:nvSpPr>
              <p:cNvPr id="407" name="Rectangle 33"/>
              <p:cNvSpPr>
                <a:spLocks noChangeArrowheads="1"/>
              </p:cNvSpPr>
              <p:nvPr/>
            </p:nvSpPr>
            <p:spPr bwMode="auto">
              <a:xfrm>
                <a:off x="2309813" y="2081213"/>
                <a:ext cx="80963" cy="320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
          <p:nvSpPr>
            <p:cNvPr id="365" name="Oval 115"/>
            <p:cNvSpPr>
              <a:spLocks noChangeArrowheads="1"/>
            </p:cNvSpPr>
            <p:nvPr/>
          </p:nvSpPr>
          <p:spPr bwMode="auto">
            <a:xfrm>
              <a:off x="1422401" y="1611312"/>
              <a:ext cx="20638" cy="190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nvGrpSpPr>
            <p:cNvPr id="366" name="Group 365"/>
            <p:cNvGrpSpPr/>
            <p:nvPr/>
          </p:nvGrpSpPr>
          <p:grpSpPr>
            <a:xfrm>
              <a:off x="1264391" y="1121515"/>
              <a:ext cx="1751120" cy="977160"/>
              <a:chOff x="3305410" y="464807"/>
              <a:chExt cx="993287" cy="554274"/>
            </a:xfrm>
          </p:grpSpPr>
          <p:sp>
            <p:nvSpPr>
              <p:cNvPr id="393" name="Rectangle 392"/>
              <p:cNvSpPr/>
              <p:nvPr/>
            </p:nvSpPr>
            <p:spPr bwMode="auto">
              <a:xfrm>
                <a:off x="3305410" y="464807"/>
                <a:ext cx="74317" cy="7431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8" tIns="143350" rIns="179188" bIns="143350" numCol="1" spcCol="0" rtlCol="0" fromWordArt="0" anchor="t" anchorCtr="0" forceAA="0" compatLnSpc="1">
                <a:prstTxWarp prst="textNoShape">
                  <a:avLst/>
                </a:prstTxWarp>
                <a:noAutofit/>
              </a:bodyPr>
              <a:lstStyle/>
              <a:p>
                <a:pPr algn="ctr" defTabSz="913564"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394" name="Rectangle 393"/>
              <p:cNvSpPr/>
              <p:nvPr/>
            </p:nvSpPr>
            <p:spPr bwMode="auto">
              <a:xfrm>
                <a:off x="3392488" y="464807"/>
                <a:ext cx="906209" cy="74317"/>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8" tIns="143350" rIns="179188" bIns="143350" numCol="1" spcCol="0" rtlCol="0" fromWordArt="0" anchor="t" anchorCtr="0" forceAA="0" compatLnSpc="1">
                <a:prstTxWarp prst="textNoShape">
                  <a:avLst/>
                </a:prstTxWarp>
                <a:noAutofit/>
              </a:bodyPr>
              <a:lstStyle/>
              <a:p>
                <a:pPr algn="ctr" defTabSz="913564"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395" name="Rectangle 394"/>
              <p:cNvSpPr/>
              <p:nvPr/>
            </p:nvSpPr>
            <p:spPr bwMode="auto">
              <a:xfrm>
                <a:off x="3305410" y="558053"/>
                <a:ext cx="993287" cy="461028"/>
              </a:xfrm>
              <a:prstGeom prst="rect">
                <a:avLst/>
              </a:prstGeom>
              <a:solidFill>
                <a:schemeClr val="tx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8" tIns="143350" rIns="179188" bIns="143350" numCol="1" spcCol="0" rtlCol="0" fromWordArt="0" anchor="t" anchorCtr="0" forceAA="0" compatLnSpc="1">
                <a:prstTxWarp prst="textNoShape">
                  <a:avLst/>
                </a:prstTxWarp>
                <a:noAutofit/>
              </a:bodyPr>
              <a:lstStyle/>
              <a:p>
                <a:pPr algn="ctr" defTabSz="913564"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396" name="Freeform 303"/>
              <p:cNvSpPr>
                <a:spLocks noEditPoints="1"/>
              </p:cNvSpPr>
              <p:nvPr/>
            </p:nvSpPr>
            <p:spPr bwMode="auto">
              <a:xfrm>
                <a:off x="3315378" y="477061"/>
                <a:ext cx="51918" cy="49841"/>
              </a:xfrm>
              <a:custGeom>
                <a:avLst/>
                <a:gdLst>
                  <a:gd name="T0" fmla="*/ 528 w 1440"/>
                  <a:gd name="T1" fmla="*/ 191 h 1371"/>
                  <a:gd name="T2" fmla="*/ 864 w 1440"/>
                  <a:gd name="T3" fmla="*/ 526 h 1371"/>
                  <a:gd name="T4" fmla="*/ 528 w 1440"/>
                  <a:gd name="T5" fmla="*/ 861 h 1371"/>
                  <a:gd name="T6" fmla="*/ 208 w 1440"/>
                  <a:gd name="T7" fmla="*/ 526 h 1371"/>
                  <a:gd name="T8" fmla="*/ 528 w 1440"/>
                  <a:gd name="T9" fmla="*/ 191 h 1371"/>
                  <a:gd name="T10" fmla="*/ 528 w 1440"/>
                  <a:gd name="T11" fmla="*/ 0 h 1371"/>
                  <a:gd name="T12" fmla="*/ 0 w 1440"/>
                  <a:gd name="T13" fmla="*/ 526 h 1371"/>
                  <a:gd name="T14" fmla="*/ 528 w 1440"/>
                  <a:gd name="T15" fmla="*/ 1052 h 1371"/>
                  <a:gd name="T16" fmla="*/ 880 w 1440"/>
                  <a:gd name="T17" fmla="*/ 924 h 1371"/>
                  <a:gd name="T18" fmla="*/ 1280 w 1440"/>
                  <a:gd name="T19" fmla="*/ 1339 h 1371"/>
                  <a:gd name="T20" fmla="*/ 1408 w 1440"/>
                  <a:gd name="T21" fmla="*/ 1339 h 1371"/>
                  <a:gd name="T22" fmla="*/ 1408 w 1440"/>
                  <a:gd name="T23" fmla="*/ 1339 h 1371"/>
                  <a:gd name="T24" fmla="*/ 1408 w 1440"/>
                  <a:gd name="T25" fmla="*/ 1211 h 1371"/>
                  <a:gd name="T26" fmla="*/ 976 w 1440"/>
                  <a:gd name="T27" fmla="*/ 797 h 1371"/>
                  <a:gd name="T28" fmla="*/ 1056 w 1440"/>
                  <a:gd name="T29" fmla="*/ 526 h 1371"/>
                  <a:gd name="T30" fmla="*/ 528 w 1440"/>
                  <a:gd name="T31" fmla="*/ 0 h 1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0" h="1371">
                    <a:moveTo>
                      <a:pt x="528" y="191"/>
                    </a:moveTo>
                    <a:cubicBezTo>
                      <a:pt x="704" y="191"/>
                      <a:pt x="864" y="350"/>
                      <a:pt x="864" y="526"/>
                    </a:cubicBezTo>
                    <a:cubicBezTo>
                      <a:pt x="864" y="701"/>
                      <a:pt x="704" y="861"/>
                      <a:pt x="528" y="861"/>
                    </a:cubicBezTo>
                    <a:cubicBezTo>
                      <a:pt x="352" y="861"/>
                      <a:pt x="208" y="701"/>
                      <a:pt x="208" y="526"/>
                    </a:cubicBezTo>
                    <a:cubicBezTo>
                      <a:pt x="208" y="350"/>
                      <a:pt x="352" y="191"/>
                      <a:pt x="528" y="191"/>
                    </a:cubicBezTo>
                    <a:close/>
                    <a:moveTo>
                      <a:pt x="528" y="0"/>
                    </a:moveTo>
                    <a:cubicBezTo>
                      <a:pt x="240" y="0"/>
                      <a:pt x="0" y="239"/>
                      <a:pt x="0" y="526"/>
                    </a:cubicBezTo>
                    <a:cubicBezTo>
                      <a:pt x="0" y="813"/>
                      <a:pt x="240" y="1052"/>
                      <a:pt x="528" y="1052"/>
                    </a:cubicBezTo>
                    <a:cubicBezTo>
                      <a:pt x="656" y="1052"/>
                      <a:pt x="784" y="1004"/>
                      <a:pt x="880" y="924"/>
                    </a:cubicBezTo>
                    <a:cubicBezTo>
                      <a:pt x="1280" y="1339"/>
                      <a:pt x="1280" y="1339"/>
                      <a:pt x="1280" y="1339"/>
                    </a:cubicBezTo>
                    <a:cubicBezTo>
                      <a:pt x="1312" y="1371"/>
                      <a:pt x="1376" y="1371"/>
                      <a:pt x="1408" y="1339"/>
                    </a:cubicBezTo>
                    <a:cubicBezTo>
                      <a:pt x="1408" y="1339"/>
                      <a:pt x="1408" y="1339"/>
                      <a:pt x="1408" y="1339"/>
                    </a:cubicBezTo>
                    <a:cubicBezTo>
                      <a:pt x="1440" y="1307"/>
                      <a:pt x="1440" y="1243"/>
                      <a:pt x="1408" y="1211"/>
                    </a:cubicBezTo>
                    <a:cubicBezTo>
                      <a:pt x="976" y="797"/>
                      <a:pt x="976" y="797"/>
                      <a:pt x="976" y="797"/>
                    </a:cubicBezTo>
                    <a:cubicBezTo>
                      <a:pt x="1040" y="717"/>
                      <a:pt x="1056" y="621"/>
                      <a:pt x="1056" y="526"/>
                    </a:cubicBezTo>
                    <a:cubicBezTo>
                      <a:pt x="1056" y="239"/>
                      <a:pt x="816" y="0"/>
                      <a:pt x="528" y="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93" tIns="44797" rIns="89593" bIns="44797" numCol="1" anchor="t" anchorCtr="0" compatLnSpc="1">
                <a:prstTxWarp prst="textNoShape">
                  <a:avLst/>
                </a:prstTxWarp>
              </a:bodyPr>
              <a:lstStyle/>
              <a:p>
                <a:pPr defTabSz="913830"/>
                <a:endParaRPr lang="en-US" sz="1764">
                  <a:solidFill>
                    <a:srgbClr val="FFFFFF"/>
                  </a:solidFill>
                </a:endParaRPr>
              </a:p>
            </p:txBody>
          </p:sp>
          <p:cxnSp>
            <p:nvCxnSpPr>
              <p:cNvPr id="397" name="Straight Connector 396"/>
              <p:cNvCxnSpPr/>
              <p:nvPr/>
            </p:nvCxnSpPr>
            <p:spPr>
              <a:xfrm>
                <a:off x="3366983" y="625545"/>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8" name="Straight Connector 397"/>
              <p:cNvCxnSpPr/>
              <p:nvPr/>
            </p:nvCxnSpPr>
            <p:spPr>
              <a:xfrm>
                <a:off x="3366983" y="672832"/>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9" name="Straight Connector 398"/>
              <p:cNvCxnSpPr/>
              <p:nvPr/>
            </p:nvCxnSpPr>
            <p:spPr>
              <a:xfrm>
                <a:off x="3366983" y="720120"/>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0" name="Straight Connector 399"/>
              <p:cNvCxnSpPr/>
              <p:nvPr/>
            </p:nvCxnSpPr>
            <p:spPr>
              <a:xfrm>
                <a:off x="3366983" y="767407"/>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1" name="Straight Connector 400"/>
              <p:cNvCxnSpPr/>
              <p:nvPr/>
            </p:nvCxnSpPr>
            <p:spPr>
              <a:xfrm>
                <a:off x="3366983" y="814694"/>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2" name="Straight Connector 401"/>
              <p:cNvCxnSpPr/>
              <p:nvPr/>
            </p:nvCxnSpPr>
            <p:spPr>
              <a:xfrm>
                <a:off x="3366983" y="861982"/>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3" name="Straight Connector 402"/>
              <p:cNvCxnSpPr/>
              <p:nvPr/>
            </p:nvCxnSpPr>
            <p:spPr>
              <a:xfrm>
                <a:off x="3366983" y="909269"/>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4" name="Straight Connector 403"/>
              <p:cNvCxnSpPr/>
              <p:nvPr/>
            </p:nvCxnSpPr>
            <p:spPr>
              <a:xfrm>
                <a:off x="3366983" y="956558"/>
                <a:ext cx="87014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67" name="Group 366"/>
            <p:cNvGrpSpPr/>
            <p:nvPr/>
          </p:nvGrpSpPr>
          <p:grpSpPr>
            <a:xfrm>
              <a:off x="2838450" y="1767176"/>
              <a:ext cx="1223963" cy="766474"/>
              <a:chOff x="2838450" y="1767176"/>
              <a:chExt cx="1223963" cy="766474"/>
            </a:xfrm>
          </p:grpSpPr>
          <p:grpSp>
            <p:nvGrpSpPr>
              <p:cNvPr id="387" name="Group 386"/>
              <p:cNvGrpSpPr/>
              <p:nvPr/>
            </p:nvGrpSpPr>
            <p:grpSpPr>
              <a:xfrm>
                <a:off x="2838450" y="1767176"/>
                <a:ext cx="1223963" cy="766474"/>
                <a:chOff x="2439988" y="1517650"/>
                <a:chExt cx="1622425" cy="1016000"/>
              </a:xfrm>
            </p:grpSpPr>
            <p:sp>
              <p:nvSpPr>
                <p:cNvPr id="389" name="Rectangle 388"/>
                <p:cNvSpPr/>
                <p:nvPr/>
              </p:nvSpPr>
              <p:spPr bwMode="auto">
                <a:xfrm>
                  <a:off x="2501924" y="1605756"/>
                  <a:ext cx="1508101" cy="830475"/>
                </a:xfrm>
                <a:prstGeom prst="rect">
                  <a:avLst/>
                </a:prstGeom>
                <a:solidFill>
                  <a:srgbClr val="EB3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390" name="Group 158"/>
                <p:cNvGrpSpPr>
                  <a:grpSpLocks noChangeAspect="1"/>
                </p:cNvGrpSpPr>
                <p:nvPr/>
              </p:nvGrpSpPr>
              <p:grpSpPr bwMode="auto">
                <a:xfrm>
                  <a:off x="2439988" y="1517650"/>
                  <a:ext cx="1622425" cy="1016000"/>
                  <a:chOff x="1537" y="956"/>
                  <a:chExt cx="1022" cy="640"/>
                </a:xfrm>
              </p:grpSpPr>
              <p:sp>
                <p:nvSpPr>
                  <p:cNvPr id="391" name="Freeform 159"/>
                  <p:cNvSpPr>
                    <a:spLocks noEditPoints="1"/>
                  </p:cNvSpPr>
                  <p:nvPr/>
                </p:nvSpPr>
                <p:spPr bwMode="auto">
                  <a:xfrm>
                    <a:off x="1537" y="956"/>
                    <a:ext cx="1022" cy="640"/>
                  </a:xfrm>
                  <a:custGeom>
                    <a:avLst/>
                    <a:gdLst>
                      <a:gd name="T0" fmla="*/ 284 w 289"/>
                      <a:gd name="T1" fmla="*/ 0 h 180"/>
                      <a:gd name="T2" fmla="*/ 4 w 289"/>
                      <a:gd name="T3" fmla="*/ 0 h 180"/>
                      <a:gd name="T4" fmla="*/ 0 w 289"/>
                      <a:gd name="T5" fmla="*/ 5 h 180"/>
                      <a:gd name="T6" fmla="*/ 0 w 289"/>
                      <a:gd name="T7" fmla="*/ 175 h 180"/>
                      <a:gd name="T8" fmla="*/ 4 w 289"/>
                      <a:gd name="T9" fmla="*/ 180 h 180"/>
                      <a:gd name="T10" fmla="*/ 284 w 289"/>
                      <a:gd name="T11" fmla="*/ 180 h 180"/>
                      <a:gd name="T12" fmla="*/ 289 w 289"/>
                      <a:gd name="T13" fmla="*/ 175 h 180"/>
                      <a:gd name="T14" fmla="*/ 289 w 289"/>
                      <a:gd name="T15" fmla="*/ 5 h 180"/>
                      <a:gd name="T16" fmla="*/ 284 w 289"/>
                      <a:gd name="T17" fmla="*/ 0 h 180"/>
                      <a:gd name="T18" fmla="*/ 275 w 289"/>
                      <a:gd name="T19" fmla="*/ 157 h 180"/>
                      <a:gd name="T20" fmla="*/ 271 w 289"/>
                      <a:gd name="T21" fmla="*/ 161 h 180"/>
                      <a:gd name="T22" fmla="*/ 18 w 289"/>
                      <a:gd name="T23" fmla="*/ 161 h 180"/>
                      <a:gd name="T24" fmla="*/ 14 w 289"/>
                      <a:gd name="T25" fmla="*/ 157 h 180"/>
                      <a:gd name="T26" fmla="*/ 14 w 289"/>
                      <a:gd name="T27" fmla="*/ 21 h 180"/>
                      <a:gd name="T28" fmla="*/ 18 w 289"/>
                      <a:gd name="T29" fmla="*/ 17 h 180"/>
                      <a:gd name="T30" fmla="*/ 271 w 289"/>
                      <a:gd name="T31" fmla="*/ 17 h 180"/>
                      <a:gd name="T32" fmla="*/ 275 w 289"/>
                      <a:gd name="T33" fmla="*/ 21 h 180"/>
                      <a:gd name="T34" fmla="*/ 275 w 289"/>
                      <a:gd name="T35" fmla="*/ 15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9" h="180">
                        <a:moveTo>
                          <a:pt x="284" y="0"/>
                        </a:moveTo>
                        <a:cubicBezTo>
                          <a:pt x="4" y="0"/>
                          <a:pt x="4" y="0"/>
                          <a:pt x="4" y="0"/>
                        </a:cubicBezTo>
                        <a:cubicBezTo>
                          <a:pt x="2" y="0"/>
                          <a:pt x="0" y="2"/>
                          <a:pt x="0" y="5"/>
                        </a:cubicBezTo>
                        <a:cubicBezTo>
                          <a:pt x="0" y="175"/>
                          <a:pt x="0" y="175"/>
                          <a:pt x="0" y="175"/>
                        </a:cubicBezTo>
                        <a:cubicBezTo>
                          <a:pt x="0" y="178"/>
                          <a:pt x="2" y="180"/>
                          <a:pt x="4" y="180"/>
                        </a:cubicBezTo>
                        <a:cubicBezTo>
                          <a:pt x="284" y="180"/>
                          <a:pt x="284" y="180"/>
                          <a:pt x="284" y="180"/>
                        </a:cubicBezTo>
                        <a:cubicBezTo>
                          <a:pt x="287" y="180"/>
                          <a:pt x="289" y="178"/>
                          <a:pt x="289" y="175"/>
                        </a:cubicBezTo>
                        <a:cubicBezTo>
                          <a:pt x="289" y="5"/>
                          <a:pt x="289" y="5"/>
                          <a:pt x="289" y="5"/>
                        </a:cubicBezTo>
                        <a:cubicBezTo>
                          <a:pt x="289" y="2"/>
                          <a:pt x="287" y="0"/>
                          <a:pt x="284" y="0"/>
                        </a:cubicBezTo>
                        <a:close/>
                        <a:moveTo>
                          <a:pt x="275" y="157"/>
                        </a:moveTo>
                        <a:cubicBezTo>
                          <a:pt x="275" y="160"/>
                          <a:pt x="273" y="161"/>
                          <a:pt x="271" y="161"/>
                        </a:cubicBezTo>
                        <a:cubicBezTo>
                          <a:pt x="18" y="161"/>
                          <a:pt x="18" y="161"/>
                          <a:pt x="18" y="161"/>
                        </a:cubicBezTo>
                        <a:cubicBezTo>
                          <a:pt x="16" y="161"/>
                          <a:pt x="14" y="160"/>
                          <a:pt x="14" y="157"/>
                        </a:cubicBezTo>
                        <a:cubicBezTo>
                          <a:pt x="14" y="21"/>
                          <a:pt x="14" y="21"/>
                          <a:pt x="14" y="21"/>
                        </a:cubicBezTo>
                        <a:cubicBezTo>
                          <a:pt x="14" y="19"/>
                          <a:pt x="16" y="17"/>
                          <a:pt x="18" y="17"/>
                        </a:cubicBezTo>
                        <a:cubicBezTo>
                          <a:pt x="271" y="17"/>
                          <a:pt x="271" y="17"/>
                          <a:pt x="271" y="17"/>
                        </a:cubicBezTo>
                        <a:cubicBezTo>
                          <a:pt x="273" y="17"/>
                          <a:pt x="275" y="19"/>
                          <a:pt x="275" y="21"/>
                        </a:cubicBezTo>
                        <a:lnTo>
                          <a:pt x="275" y="1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92" name="Oval 160"/>
                  <p:cNvSpPr>
                    <a:spLocks noChangeArrowheads="1"/>
                  </p:cNvSpPr>
                  <p:nvPr/>
                </p:nvSpPr>
                <p:spPr bwMode="auto">
                  <a:xfrm>
                    <a:off x="2036" y="1550"/>
                    <a:ext cx="25" cy="2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sp>
            <p:nvSpPr>
              <p:cNvPr id="388" name="Freeform 23"/>
              <p:cNvSpPr>
                <a:spLocks noChangeAspect="1" noEditPoints="1"/>
              </p:cNvSpPr>
              <p:nvPr/>
            </p:nvSpPr>
            <p:spPr bwMode="auto">
              <a:xfrm>
                <a:off x="3098093" y="2038982"/>
                <a:ext cx="704677" cy="222862"/>
              </a:xfrm>
              <a:custGeom>
                <a:avLst/>
                <a:gdLst>
                  <a:gd name="T0" fmla="*/ 1442 w 2741"/>
                  <a:gd name="T1" fmla="*/ 572 h 865"/>
                  <a:gd name="T2" fmla="*/ 1224 w 2741"/>
                  <a:gd name="T3" fmla="*/ 701 h 865"/>
                  <a:gd name="T4" fmla="*/ 1012 w 2741"/>
                  <a:gd name="T5" fmla="*/ 576 h 865"/>
                  <a:gd name="T6" fmla="*/ 1012 w 2741"/>
                  <a:gd name="T7" fmla="*/ 295 h 865"/>
                  <a:gd name="T8" fmla="*/ 1233 w 2741"/>
                  <a:gd name="T9" fmla="*/ 165 h 865"/>
                  <a:gd name="T10" fmla="*/ 1442 w 2741"/>
                  <a:gd name="T11" fmla="*/ 291 h 865"/>
                  <a:gd name="T12" fmla="*/ 1408 w 2741"/>
                  <a:gd name="T13" fmla="*/ 435 h 865"/>
                  <a:gd name="T14" fmla="*/ 1229 w 2741"/>
                  <a:gd name="T15" fmla="*/ 220 h 865"/>
                  <a:gd name="T16" fmla="*/ 1068 w 2741"/>
                  <a:gd name="T17" fmla="*/ 323 h 865"/>
                  <a:gd name="T18" fmla="*/ 1067 w 2741"/>
                  <a:gd name="T19" fmla="*/ 545 h 865"/>
                  <a:gd name="T20" fmla="*/ 1224 w 2741"/>
                  <a:gd name="T21" fmla="*/ 646 h 865"/>
                  <a:gd name="T22" fmla="*/ 1408 w 2741"/>
                  <a:gd name="T23" fmla="*/ 435 h 865"/>
                  <a:gd name="T24" fmla="*/ 1695 w 2741"/>
                  <a:gd name="T25" fmla="*/ 186 h 865"/>
                  <a:gd name="T26" fmla="*/ 1632 w 2741"/>
                  <a:gd name="T27" fmla="*/ 322 h 865"/>
                  <a:gd name="T28" fmla="*/ 1719 w 2741"/>
                  <a:gd name="T29" fmla="*/ 372 h 865"/>
                  <a:gd name="T30" fmla="*/ 1632 w 2741"/>
                  <a:gd name="T31" fmla="*/ 692 h 865"/>
                  <a:gd name="T32" fmla="*/ 1573 w 2741"/>
                  <a:gd name="T33" fmla="*/ 372 h 865"/>
                  <a:gd name="T34" fmla="*/ 1510 w 2741"/>
                  <a:gd name="T35" fmla="*/ 322 h 865"/>
                  <a:gd name="T36" fmla="*/ 1573 w 2741"/>
                  <a:gd name="T37" fmla="*/ 262 h 865"/>
                  <a:gd name="T38" fmla="*/ 1691 w 2741"/>
                  <a:gd name="T39" fmla="*/ 136 h 865"/>
                  <a:gd name="T40" fmla="*/ 1734 w 2741"/>
                  <a:gd name="T41" fmla="*/ 196 h 865"/>
                  <a:gd name="T42" fmla="*/ 1898 w 2741"/>
                  <a:gd name="T43" fmla="*/ 186 h 865"/>
                  <a:gd name="T44" fmla="*/ 1836 w 2741"/>
                  <a:gd name="T45" fmla="*/ 322 h 865"/>
                  <a:gd name="T46" fmla="*/ 1923 w 2741"/>
                  <a:gd name="T47" fmla="*/ 372 h 865"/>
                  <a:gd name="T48" fmla="*/ 1836 w 2741"/>
                  <a:gd name="T49" fmla="*/ 692 h 865"/>
                  <a:gd name="T50" fmla="*/ 1777 w 2741"/>
                  <a:gd name="T51" fmla="*/ 372 h 865"/>
                  <a:gd name="T52" fmla="*/ 1714 w 2741"/>
                  <a:gd name="T53" fmla="*/ 322 h 865"/>
                  <a:gd name="T54" fmla="*/ 1777 w 2741"/>
                  <a:gd name="T55" fmla="*/ 262 h 865"/>
                  <a:gd name="T56" fmla="*/ 1895 w 2741"/>
                  <a:gd name="T57" fmla="*/ 136 h 865"/>
                  <a:gd name="T58" fmla="*/ 1938 w 2741"/>
                  <a:gd name="T59" fmla="*/ 196 h 865"/>
                  <a:gd name="T60" fmla="*/ 2036 w 2741"/>
                  <a:gd name="T61" fmla="*/ 217 h 865"/>
                  <a:gd name="T62" fmla="*/ 1981 w 2741"/>
                  <a:gd name="T63" fmla="*/ 217 h 865"/>
                  <a:gd name="T64" fmla="*/ 1981 w 2741"/>
                  <a:gd name="T65" fmla="*/ 162 h 865"/>
                  <a:gd name="T66" fmla="*/ 2036 w 2741"/>
                  <a:gd name="T67" fmla="*/ 162 h 865"/>
                  <a:gd name="T68" fmla="*/ 2037 w 2741"/>
                  <a:gd name="T69" fmla="*/ 692 h 865"/>
                  <a:gd name="T70" fmla="*/ 1978 w 2741"/>
                  <a:gd name="T71" fmla="*/ 322 h 865"/>
                  <a:gd name="T72" fmla="*/ 2037 w 2741"/>
                  <a:gd name="T73" fmla="*/ 692 h 865"/>
                  <a:gd name="T74" fmla="*/ 2274 w 2741"/>
                  <a:gd name="T75" fmla="*/ 701 h 865"/>
                  <a:gd name="T76" fmla="*/ 2120 w 2741"/>
                  <a:gd name="T77" fmla="*/ 612 h 865"/>
                  <a:gd name="T78" fmla="*/ 2151 w 2741"/>
                  <a:gd name="T79" fmla="*/ 369 h 865"/>
                  <a:gd name="T80" fmla="*/ 2376 w 2741"/>
                  <a:gd name="T81" fmla="*/ 332 h 865"/>
                  <a:gd name="T82" fmla="*/ 2288 w 2741"/>
                  <a:gd name="T83" fmla="*/ 364 h 865"/>
                  <a:gd name="T84" fmla="*/ 2159 w 2741"/>
                  <a:gd name="T85" fmla="*/ 511 h 865"/>
                  <a:gd name="T86" fmla="*/ 2285 w 2741"/>
                  <a:gd name="T87" fmla="*/ 651 h 865"/>
                  <a:gd name="T88" fmla="*/ 2376 w 2741"/>
                  <a:gd name="T89" fmla="*/ 675 h 865"/>
                  <a:gd name="T90" fmla="*/ 2480 w 2741"/>
                  <a:gd name="T91" fmla="*/ 522 h 865"/>
                  <a:gd name="T92" fmla="*/ 2600 w 2741"/>
                  <a:gd name="T93" fmla="*/ 651 h 865"/>
                  <a:gd name="T94" fmla="*/ 2715 w 2741"/>
                  <a:gd name="T95" fmla="*/ 666 h 865"/>
                  <a:gd name="T96" fmla="*/ 2463 w 2741"/>
                  <a:gd name="T97" fmla="*/ 650 h 865"/>
                  <a:gd name="T98" fmla="*/ 2440 w 2741"/>
                  <a:gd name="T99" fmla="*/ 408 h 865"/>
                  <a:gd name="T100" fmla="*/ 2588 w 2741"/>
                  <a:gd name="T101" fmla="*/ 313 h 865"/>
                  <a:gd name="T102" fmla="*/ 2741 w 2741"/>
                  <a:gd name="T103" fmla="*/ 491 h 865"/>
                  <a:gd name="T104" fmla="*/ 2680 w 2741"/>
                  <a:gd name="T105" fmla="*/ 472 h 865"/>
                  <a:gd name="T106" fmla="*/ 2588 w 2741"/>
                  <a:gd name="T107" fmla="*/ 364 h 865"/>
                  <a:gd name="T108" fmla="*/ 2480 w 2741"/>
                  <a:gd name="T109" fmla="*/ 472 h 865"/>
                  <a:gd name="T110" fmla="*/ 721 w 2741"/>
                  <a:gd name="T111" fmla="*/ 793 h 865"/>
                  <a:gd name="T112" fmla="*/ 721 w 2741"/>
                  <a:gd name="T113" fmla="*/ 74 h 865"/>
                  <a:gd name="T114" fmla="*/ 1 w 2741"/>
                  <a:gd name="T115" fmla="*/ 174 h 865"/>
                  <a:gd name="T116" fmla="*/ 0 w 2741"/>
                  <a:gd name="T117" fmla="*/ 694 h 865"/>
                  <a:gd name="T118" fmla="*/ 158 w 2741"/>
                  <a:gd name="T119" fmla="*/ 209 h 865"/>
                  <a:gd name="T120" fmla="*/ 464 w 2741"/>
                  <a:gd name="T121" fmla="*/ 758 h 865"/>
                  <a:gd name="T122" fmla="*/ 464 w 2741"/>
                  <a:gd name="T123" fmla="*/ 865 h 865"/>
                  <a:gd name="T124" fmla="*/ 721 w 2741"/>
                  <a:gd name="T125" fmla="*/ 794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1" h="865">
                    <a:moveTo>
                      <a:pt x="1472" y="427"/>
                    </a:moveTo>
                    <a:cubicBezTo>
                      <a:pt x="1472" y="482"/>
                      <a:pt x="1462" y="530"/>
                      <a:pt x="1442" y="572"/>
                    </a:cubicBezTo>
                    <a:cubicBezTo>
                      <a:pt x="1421" y="613"/>
                      <a:pt x="1392" y="645"/>
                      <a:pt x="1355" y="668"/>
                    </a:cubicBezTo>
                    <a:cubicBezTo>
                      <a:pt x="1317" y="690"/>
                      <a:pt x="1274" y="701"/>
                      <a:pt x="1224" y="701"/>
                    </a:cubicBezTo>
                    <a:cubicBezTo>
                      <a:pt x="1177" y="701"/>
                      <a:pt x="1135" y="691"/>
                      <a:pt x="1098" y="669"/>
                    </a:cubicBezTo>
                    <a:cubicBezTo>
                      <a:pt x="1061" y="647"/>
                      <a:pt x="1032" y="616"/>
                      <a:pt x="1012" y="576"/>
                    </a:cubicBezTo>
                    <a:cubicBezTo>
                      <a:pt x="991" y="536"/>
                      <a:pt x="981" y="490"/>
                      <a:pt x="981" y="439"/>
                    </a:cubicBezTo>
                    <a:cubicBezTo>
                      <a:pt x="981" y="384"/>
                      <a:pt x="992" y="336"/>
                      <a:pt x="1012" y="295"/>
                    </a:cubicBezTo>
                    <a:cubicBezTo>
                      <a:pt x="1033" y="253"/>
                      <a:pt x="1062" y="221"/>
                      <a:pt x="1100" y="199"/>
                    </a:cubicBezTo>
                    <a:cubicBezTo>
                      <a:pt x="1139" y="176"/>
                      <a:pt x="1183" y="165"/>
                      <a:pt x="1233" y="165"/>
                    </a:cubicBezTo>
                    <a:cubicBezTo>
                      <a:pt x="1279" y="165"/>
                      <a:pt x="1321" y="176"/>
                      <a:pt x="1357" y="198"/>
                    </a:cubicBezTo>
                    <a:cubicBezTo>
                      <a:pt x="1394" y="220"/>
                      <a:pt x="1422" y="251"/>
                      <a:pt x="1442" y="291"/>
                    </a:cubicBezTo>
                    <a:cubicBezTo>
                      <a:pt x="1462" y="330"/>
                      <a:pt x="1472" y="376"/>
                      <a:pt x="1472" y="427"/>
                    </a:cubicBezTo>
                    <a:close/>
                    <a:moveTo>
                      <a:pt x="1408" y="435"/>
                    </a:moveTo>
                    <a:cubicBezTo>
                      <a:pt x="1408" y="367"/>
                      <a:pt x="1392" y="314"/>
                      <a:pt x="1361" y="276"/>
                    </a:cubicBezTo>
                    <a:cubicBezTo>
                      <a:pt x="1329" y="239"/>
                      <a:pt x="1285" y="220"/>
                      <a:pt x="1229" y="220"/>
                    </a:cubicBezTo>
                    <a:cubicBezTo>
                      <a:pt x="1193" y="220"/>
                      <a:pt x="1161" y="229"/>
                      <a:pt x="1133" y="247"/>
                    </a:cubicBezTo>
                    <a:cubicBezTo>
                      <a:pt x="1105" y="265"/>
                      <a:pt x="1084" y="290"/>
                      <a:pt x="1068" y="323"/>
                    </a:cubicBezTo>
                    <a:cubicBezTo>
                      <a:pt x="1053" y="356"/>
                      <a:pt x="1045" y="393"/>
                      <a:pt x="1045" y="434"/>
                    </a:cubicBezTo>
                    <a:cubicBezTo>
                      <a:pt x="1045" y="475"/>
                      <a:pt x="1052" y="512"/>
                      <a:pt x="1067" y="545"/>
                    </a:cubicBezTo>
                    <a:cubicBezTo>
                      <a:pt x="1082" y="577"/>
                      <a:pt x="1103" y="602"/>
                      <a:pt x="1131" y="620"/>
                    </a:cubicBezTo>
                    <a:cubicBezTo>
                      <a:pt x="1158" y="638"/>
                      <a:pt x="1189" y="646"/>
                      <a:pt x="1224" y="646"/>
                    </a:cubicBezTo>
                    <a:cubicBezTo>
                      <a:pt x="1282" y="646"/>
                      <a:pt x="1327" y="628"/>
                      <a:pt x="1359" y="590"/>
                    </a:cubicBezTo>
                    <a:cubicBezTo>
                      <a:pt x="1392" y="552"/>
                      <a:pt x="1408" y="501"/>
                      <a:pt x="1408" y="435"/>
                    </a:cubicBezTo>
                    <a:close/>
                    <a:moveTo>
                      <a:pt x="1734" y="196"/>
                    </a:moveTo>
                    <a:cubicBezTo>
                      <a:pt x="1722" y="190"/>
                      <a:pt x="1709" y="186"/>
                      <a:pt x="1695" y="186"/>
                    </a:cubicBezTo>
                    <a:cubicBezTo>
                      <a:pt x="1653" y="186"/>
                      <a:pt x="1632" y="213"/>
                      <a:pt x="1632" y="265"/>
                    </a:cubicBezTo>
                    <a:cubicBezTo>
                      <a:pt x="1632" y="322"/>
                      <a:pt x="1632" y="322"/>
                      <a:pt x="1632" y="322"/>
                    </a:cubicBezTo>
                    <a:cubicBezTo>
                      <a:pt x="1719" y="322"/>
                      <a:pt x="1719" y="322"/>
                      <a:pt x="1719" y="322"/>
                    </a:cubicBezTo>
                    <a:cubicBezTo>
                      <a:pt x="1719" y="372"/>
                      <a:pt x="1719" y="372"/>
                      <a:pt x="1719" y="372"/>
                    </a:cubicBezTo>
                    <a:cubicBezTo>
                      <a:pt x="1632" y="372"/>
                      <a:pt x="1632" y="372"/>
                      <a:pt x="1632" y="372"/>
                    </a:cubicBezTo>
                    <a:cubicBezTo>
                      <a:pt x="1632" y="692"/>
                      <a:pt x="1632" y="692"/>
                      <a:pt x="1632" y="692"/>
                    </a:cubicBezTo>
                    <a:cubicBezTo>
                      <a:pt x="1573" y="692"/>
                      <a:pt x="1573" y="692"/>
                      <a:pt x="1573" y="692"/>
                    </a:cubicBezTo>
                    <a:cubicBezTo>
                      <a:pt x="1573" y="372"/>
                      <a:pt x="1573" y="372"/>
                      <a:pt x="1573" y="372"/>
                    </a:cubicBezTo>
                    <a:cubicBezTo>
                      <a:pt x="1510" y="372"/>
                      <a:pt x="1510" y="372"/>
                      <a:pt x="1510" y="372"/>
                    </a:cubicBezTo>
                    <a:cubicBezTo>
                      <a:pt x="1510" y="322"/>
                      <a:pt x="1510" y="322"/>
                      <a:pt x="1510" y="322"/>
                    </a:cubicBezTo>
                    <a:cubicBezTo>
                      <a:pt x="1573" y="322"/>
                      <a:pt x="1573" y="322"/>
                      <a:pt x="1573" y="322"/>
                    </a:cubicBezTo>
                    <a:cubicBezTo>
                      <a:pt x="1573" y="262"/>
                      <a:pt x="1573" y="262"/>
                      <a:pt x="1573" y="262"/>
                    </a:cubicBezTo>
                    <a:cubicBezTo>
                      <a:pt x="1573" y="224"/>
                      <a:pt x="1584" y="194"/>
                      <a:pt x="1606" y="171"/>
                    </a:cubicBezTo>
                    <a:cubicBezTo>
                      <a:pt x="1629" y="148"/>
                      <a:pt x="1657" y="136"/>
                      <a:pt x="1691" y="136"/>
                    </a:cubicBezTo>
                    <a:cubicBezTo>
                      <a:pt x="1709" y="136"/>
                      <a:pt x="1723" y="138"/>
                      <a:pt x="1734" y="143"/>
                    </a:cubicBezTo>
                    <a:lnTo>
                      <a:pt x="1734" y="196"/>
                    </a:lnTo>
                    <a:close/>
                    <a:moveTo>
                      <a:pt x="1938" y="196"/>
                    </a:moveTo>
                    <a:cubicBezTo>
                      <a:pt x="1926" y="190"/>
                      <a:pt x="1913" y="186"/>
                      <a:pt x="1898" y="186"/>
                    </a:cubicBezTo>
                    <a:cubicBezTo>
                      <a:pt x="1857" y="186"/>
                      <a:pt x="1836" y="213"/>
                      <a:pt x="1836" y="265"/>
                    </a:cubicBezTo>
                    <a:cubicBezTo>
                      <a:pt x="1836" y="322"/>
                      <a:pt x="1836" y="322"/>
                      <a:pt x="1836" y="322"/>
                    </a:cubicBezTo>
                    <a:cubicBezTo>
                      <a:pt x="1923" y="322"/>
                      <a:pt x="1923" y="322"/>
                      <a:pt x="1923" y="322"/>
                    </a:cubicBezTo>
                    <a:cubicBezTo>
                      <a:pt x="1923" y="372"/>
                      <a:pt x="1923" y="372"/>
                      <a:pt x="1923" y="372"/>
                    </a:cubicBezTo>
                    <a:cubicBezTo>
                      <a:pt x="1836" y="372"/>
                      <a:pt x="1836" y="372"/>
                      <a:pt x="1836" y="372"/>
                    </a:cubicBezTo>
                    <a:cubicBezTo>
                      <a:pt x="1836" y="692"/>
                      <a:pt x="1836" y="692"/>
                      <a:pt x="1836" y="692"/>
                    </a:cubicBezTo>
                    <a:cubicBezTo>
                      <a:pt x="1777" y="692"/>
                      <a:pt x="1777" y="692"/>
                      <a:pt x="1777" y="692"/>
                    </a:cubicBezTo>
                    <a:cubicBezTo>
                      <a:pt x="1777" y="372"/>
                      <a:pt x="1777" y="372"/>
                      <a:pt x="1777" y="372"/>
                    </a:cubicBezTo>
                    <a:cubicBezTo>
                      <a:pt x="1714" y="372"/>
                      <a:pt x="1714" y="372"/>
                      <a:pt x="1714" y="372"/>
                    </a:cubicBezTo>
                    <a:cubicBezTo>
                      <a:pt x="1714" y="322"/>
                      <a:pt x="1714" y="322"/>
                      <a:pt x="1714" y="322"/>
                    </a:cubicBezTo>
                    <a:cubicBezTo>
                      <a:pt x="1777" y="322"/>
                      <a:pt x="1777" y="322"/>
                      <a:pt x="1777" y="322"/>
                    </a:cubicBezTo>
                    <a:cubicBezTo>
                      <a:pt x="1777" y="262"/>
                      <a:pt x="1777" y="262"/>
                      <a:pt x="1777" y="262"/>
                    </a:cubicBezTo>
                    <a:cubicBezTo>
                      <a:pt x="1777" y="224"/>
                      <a:pt x="1788" y="194"/>
                      <a:pt x="1810" y="171"/>
                    </a:cubicBezTo>
                    <a:cubicBezTo>
                      <a:pt x="1832" y="148"/>
                      <a:pt x="1861" y="136"/>
                      <a:pt x="1895" y="136"/>
                    </a:cubicBezTo>
                    <a:cubicBezTo>
                      <a:pt x="1913" y="136"/>
                      <a:pt x="1927" y="138"/>
                      <a:pt x="1938" y="143"/>
                    </a:cubicBezTo>
                    <a:lnTo>
                      <a:pt x="1938" y="196"/>
                    </a:lnTo>
                    <a:close/>
                    <a:moveTo>
                      <a:pt x="2047" y="189"/>
                    </a:moveTo>
                    <a:cubicBezTo>
                      <a:pt x="2047" y="200"/>
                      <a:pt x="2043" y="210"/>
                      <a:pt x="2036" y="217"/>
                    </a:cubicBezTo>
                    <a:cubicBezTo>
                      <a:pt x="2028" y="224"/>
                      <a:pt x="2019" y="228"/>
                      <a:pt x="2008" y="228"/>
                    </a:cubicBezTo>
                    <a:cubicBezTo>
                      <a:pt x="1997" y="228"/>
                      <a:pt x="1988" y="224"/>
                      <a:pt x="1981" y="217"/>
                    </a:cubicBezTo>
                    <a:cubicBezTo>
                      <a:pt x="1973" y="210"/>
                      <a:pt x="1970" y="201"/>
                      <a:pt x="1970" y="189"/>
                    </a:cubicBezTo>
                    <a:cubicBezTo>
                      <a:pt x="1970" y="179"/>
                      <a:pt x="1973" y="170"/>
                      <a:pt x="1981" y="162"/>
                    </a:cubicBezTo>
                    <a:cubicBezTo>
                      <a:pt x="1988" y="155"/>
                      <a:pt x="1997" y="151"/>
                      <a:pt x="2008" y="151"/>
                    </a:cubicBezTo>
                    <a:cubicBezTo>
                      <a:pt x="2019" y="151"/>
                      <a:pt x="2029" y="155"/>
                      <a:pt x="2036" y="162"/>
                    </a:cubicBezTo>
                    <a:cubicBezTo>
                      <a:pt x="2044" y="170"/>
                      <a:pt x="2047" y="179"/>
                      <a:pt x="2047" y="189"/>
                    </a:cubicBezTo>
                    <a:close/>
                    <a:moveTo>
                      <a:pt x="2037" y="692"/>
                    </a:moveTo>
                    <a:cubicBezTo>
                      <a:pt x="1978" y="692"/>
                      <a:pt x="1978" y="692"/>
                      <a:pt x="1978" y="692"/>
                    </a:cubicBezTo>
                    <a:cubicBezTo>
                      <a:pt x="1978" y="322"/>
                      <a:pt x="1978" y="322"/>
                      <a:pt x="1978" y="322"/>
                    </a:cubicBezTo>
                    <a:cubicBezTo>
                      <a:pt x="2037" y="322"/>
                      <a:pt x="2037" y="322"/>
                      <a:pt x="2037" y="322"/>
                    </a:cubicBezTo>
                    <a:lnTo>
                      <a:pt x="2037" y="692"/>
                    </a:lnTo>
                    <a:close/>
                    <a:moveTo>
                      <a:pt x="2376" y="675"/>
                    </a:moveTo>
                    <a:cubicBezTo>
                      <a:pt x="2347" y="693"/>
                      <a:pt x="2313" y="701"/>
                      <a:pt x="2274" y="701"/>
                    </a:cubicBezTo>
                    <a:cubicBezTo>
                      <a:pt x="2240" y="701"/>
                      <a:pt x="2210" y="694"/>
                      <a:pt x="2183" y="678"/>
                    </a:cubicBezTo>
                    <a:cubicBezTo>
                      <a:pt x="2156" y="663"/>
                      <a:pt x="2135" y="641"/>
                      <a:pt x="2120" y="612"/>
                    </a:cubicBezTo>
                    <a:cubicBezTo>
                      <a:pt x="2105" y="584"/>
                      <a:pt x="2098" y="552"/>
                      <a:pt x="2098" y="516"/>
                    </a:cubicBezTo>
                    <a:cubicBezTo>
                      <a:pt x="2098" y="455"/>
                      <a:pt x="2116" y="406"/>
                      <a:pt x="2151" y="369"/>
                    </a:cubicBezTo>
                    <a:cubicBezTo>
                      <a:pt x="2186" y="332"/>
                      <a:pt x="2232" y="313"/>
                      <a:pt x="2291" y="313"/>
                    </a:cubicBezTo>
                    <a:cubicBezTo>
                      <a:pt x="2323" y="313"/>
                      <a:pt x="2352" y="319"/>
                      <a:pt x="2376" y="332"/>
                    </a:cubicBezTo>
                    <a:cubicBezTo>
                      <a:pt x="2376" y="393"/>
                      <a:pt x="2376" y="393"/>
                      <a:pt x="2376" y="393"/>
                    </a:cubicBezTo>
                    <a:cubicBezTo>
                      <a:pt x="2349" y="373"/>
                      <a:pt x="2319" y="364"/>
                      <a:pt x="2288" y="364"/>
                    </a:cubicBezTo>
                    <a:cubicBezTo>
                      <a:pt x="2250" y="364"/>
                      <a:pt x="2219" y="377"/>
                      <a:pt x="2195" y="405"/>
                    </a:cubicBezTo>
                    <a:cubicBezTo>
                      <a:pt x="2171" y="432"/>
                      <a:pt x="2159" y="467"/>
                      <a:pt x="2159" y="511"/>
                    </a:cubicBezTo>
                    <a:cubicBezTo>
                      <a:pt x="2159" y="554"/>
                      <a:pt x="2170" y="588"/>
                      <a:pt x="2193" y="613"/>
                    </a:cubicBezTo>
                    <a:cubicBezTo>
                      <a:pt x="2216" y="638"/>
                      <a:pt x="2246" y="651"/>
                      <a:pt x="2285" y="651"/>
                    </a:cubicBezTo>
                    <a:cubicBezTo>
                      <a:pt x="2317" y="651"/>
                      <a:pt x="2347" y="640"/>
                      <a:pt x="2376" y="619"/>
                    </a:cubicBezTo>
                    <a:lnTo>
                      <a:pt x="2376" y="675"/>
                    </a:lnTo>
                    <a:close/>
                    <a:moveTo>
                      <a:pt x="2741" y="522"/>
                    </a:moveTo>
                    <a:cubicBezTo>
                      <a:pt x="2480" y="522"/>
                      <a:pt x="2480" y="522"/>
                      <a:pt x="2480" y="522"/>
                    </a:cubicBezTo>
                    <a:cubicBezTo>
                      <a:pt x="2480" y="564"/>
                      <a:pt x="2492" y="596"/>
                      <a:pt x="2513" y="618"/>
                    </a:cubicBezTo>
                    <a:cubicBezTo>
                      <a:pt x="2534" y="640"/>
                      <a:pt x="2563" y="651"/>
                      <a:pt x="2600" y="651"/>
                    </a:cubicBezTo>
                    <a:cubicBezTo>
                      <a:pt x="2642" y="651"/>
                      <a:pt x="2680" y="637"/>
                      <a:pt x="2715" y="610"/>
                    </a:cubicBezTo>
                    <a:cubicBezTo>
                      <a:pt x="2715" y="666"/>
                      <a:pt x="2715" y="666"/>
                      <a:pt x="2715" y="666"/>
                    </a:cubicBezTo>
                    <a:cubicBezTo>
                      <a:pt x="2683" y="689"/>
                      <a:pt x="2640" y="701"/>
                      <a:pt x="2586" y="701"/>
                    </a:cubicBezTo>
                    <a:cubicBezTo>
                      <a:pt x="2533" y="701"/>
                      <a:pt x="2492" y="684"/>
                      <a:pt x="2463" y="650"/>
                    </a:cubicBezTo>
                    <a:cubicBezTo>
                      <a:pt x="2433" y="616"/>
                      <a:pt x="2418" y="569"/>
                      <a:pt x="2418" y="509"/>
                    </a:cubicBezTo>
                    <a:cubicBezTo>
                      <a:pt x="2418" y="472"/>
                      <a:pt x="2425" y="439"/>
                      <a:pt x="2440" y="408"/>
                    </a:cubicBezTo>
                    <a:cubicBezTo>
                      <a:pt x="2455" y="378"/>
                      <a:pt x="2476" y="355"/>
                      <a:pt x="2502" y="338"/>
                    </a:cubicBezTo>
                    <a:cubicBezTo>
                      <a:pt x="2528" y="321"/>
                      <a:pt x="2557" y="313"/>
                      <a:pt x="2588" y="313"/>
                    </a:cubicBezTo>
                    <a:cubicBezTo>
                      <a:pt x="2636" y="313"/>
                      <a:pt x="2674" y="329"/>
                      <a:pt x="2701" y="360"/>
                    </a:cubicBezTo>
                    <a:cubicBezTo>
                      <a:pt x="2728" y="391"/>
                      <a:pt x="2741" y="435"/>
                      <a:pt x="2741" y="491"/>
                    </a:cubicBezTo>
                    <a:lnTo>
                      <a:pt x="2741" y="522"/>
                    </a:lnTo>
                    <a:close/>
                    <a:moveTo>
                      <a:pt x="2680" y="472"/>
                    </a:moveTo>
                    <a:cubicBezTo>
                      <a:pt x="2680" y="438"/>
                      <a:pt x="2672" y="411"/>
                      <a:pt x="2655" y="392"/>
                    </a:cubicBezTo>
                    <a:cubicBezTo>
                      <a:pt x="2639" y="373"/>
                      <a:pt x="2617" y="364"/>
                      <a:pt x="2588" y="364"/>
                    </a:cubicBezTo>
                    <a:cubicBezTo>
                      <a:pt x="2560" y="364"/>
                      <a:pt x="2537" y="374"/>
                      <a:pt x="2517" y="393"/>
                    </a:cubicBezTo>
                    <a:cubicBezTo>
                      <a:pt x="2498" y="413"/>
                      <a:pt x="2485" y="439"/>
                      <a:pt x="2480" y="472"/>
                    </a:cubicBezTo>
                    <a:lnTo>
                      <a:pt x="2680" y="472"/>
                    </a:lnTo>
                    <a:close/>
                    <a:moveTo>
                      <a:pt x="721" y="793"/>
                    </a:moveTo>
                    <a:cubicBezTo>
                      <a:pt x="721" y="793"/>
                      <a:pt x="721" y="793"/>
                      <a:pt x="721" y="793"/>
                    </a:cubicBezTo>
                    <a:cubicBezTo>
                      <a:pt x="721" y="74"/>
                      <a:pt x="721" y="74"/>
                      <a:pt x="721" y="74"/>
                    </a:cubicBezTo>
                    <a:cubicBezTo>
                      <a:pt x="464" y="0"/>
                      <a:pt x="464" y="0"/>
                      <a:pt x="464" y="0"/>
                    </a:cubicBezTo>
                    <a:cubicBezTo>
                      <a:pt x="1" y="174"/>
                      <a:pt x="1" y="174"/>
                      <a:pt x="1" y="174"/>
                    </a:cubicBezTo>
                    <a:cubicBezTo>
                      <a:pt x="0" y="174"/>
                      <a:pt x="0" y="174"/>
                      <a:pt x="0" y="174"/>
                    </a:cubicBezTo>
                    <a:cubicBezTo>
                      <a:pt x="0" y="694"/>
                      <a:pt x="0" y="694"/>
                      <a:pt x="0" y="694"/>
                    </a:cubicBezTo>
                    <a:cubicBezTo>
                      <a:pt x="158" y="632"/>
                      <a:pt x="158" y="632"/>
                      <a:pt x="158" y="632"/>
                    </a:cubicBezTo>
                    <a:cubicBezTo>
                      <a:pt x="158" y="209"/>
                      <a:pt x="158" y="209"/>
                      <a:pt x="158" y="209"/>
                    </a:cubicBezTo>
                    <a:cubicBezTo>
                      <a:pt x="464" y="136"/>
                      <a:pt x="464" y="136"/>
                      <a:pt x="464" y="136"/>
                    </a:cubicBezTo>
                    <a:cubicBezTo>
                      <a:pt x="464" y="758"/>
                      <a:pt x="464" y="758"/>
                      <a:pt x="464" y="758"/>
                    </a:cubicBezTo>
                    <a:cubicBezTo>
                      <a:pt x="0" y="694"/>
                      <a:pt x="0" y="694"/>
                      <a:pt x="0" y="694"/>
                    </a:cubicBezTo>
                    <a:cubicBezTo>
                      <a:pt x="464" y="865"/>
                      <a:pt x="464" y="865"/>
                      <a:pt x="464" y="865"/>
                    </a:cubicBezTo>
                    <a:cubicBezTo>
                      <a:pt x="464" y="865"/>
                      <a:pt x="464" y="865"/>
                      <a:pt x="464" y="865"/>
                    </a:cubicBezTo>
                    <a:cubicBezTo>
                      <a:pt x="721" y="794"/>
                      <a:pt x="721" y="794"/>
                      <a:pt x="721" y="794"/>
                    </a:cubicBezTo>
                    <a:cubicBezTo>
                      <a:pt x="721" y="793"/>
                      <a:pt x="721" y="793"/>
                      <a:pt x="721" y="793"/>
                    </a:cubicBezTo>
                    <a:close/>
                  </a:path>
                </a:pathLst>
              </a:custGeom>
              <a:solidFill>
                <a:schemeClr val="tx1"/>
              </a:solidFill>
              <a:ln>
                <a:noFill/>
              </a:ln>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368" name="Group 299"/>
            <p:cNvGrpSpPr>
              <a:grpSpLocks noChangeAspect="1"/>
            </p:cNvGrpSpPr>
            <p:nvPr/>
          </p:nvGrpSpPr>
          <p:grpSpPr bwMode="auto">
            <a:xfrm>
              <a:off x="292100" y="1517955"/>
              <a:ext cx="1885896" cy="1015695"/>
              <a:chOff x="-158" y="615"/>
              <a:chExt cx="2048" cy="1103"/>
            </a:xfrm>
          </p:grpSpPr>
          <p:sp>
            <p:nvSpPr>
              <p:cNvPr id="369" name="Freeform 300"/>
              <p:cNvSpPr>
                <a:spLocks/>
              </p:cNvSpPr>
              <p:nvPr/>
            </p:nvSpPr>
            <p:spPr bwMode="auto">
              <a:xfrm>
                <a:off x="102" y="615"/>
                <a:ext cx="1532" cy="984"/>
              </a:xfrm>
              <a:custGeom>
                <a:avLst/>
                <a:gdLst>
                  <a:gd name="T0" fmla="*/ 625 w 646"/>
                  <a:gd name="T1" fmla="*/ 0 h 414"/>
                  <a:gd name="T2" fmla="*/ 22 w 646"/>
                  <a:gd name="T3" fmla="*/ 0 h 414"/>
                  <a:gd name="T4" fmla="*/ 0 w 646"/>
                  <a:gd name="T5" fmla="*/ 22 h 414"/>
                  <a:gd name="T6" fmla="*/ 0 w 646"/>
                  <a:gd name="T7" fmla="*/ 393 h 414"/>
                  <a:gd name="T8" fmla="*/ 22 w 646"/>
                  <a:gd name="T9" fmla="*/ 414 h 414"/>
                  <a:gd name="T10" fmla="*/ 625 w 646"/>
                  <a:gd name="T11" fmla="*/ 414 h 414"/>
                  <a:gd name="T12" fmla="*/ 646 w 646"/>
                  <a:gd name="T13" fmla="*/ 393 h 414"/>
                  <a:gd name="T14" fmla="*/ 646 w 646"/>
                  <a:gd name="T15" fmla="*/ 22 h 414"/>
                  <a:gd name="T16" fmla="*/ 625 w 646"/>
                  <a:gd name="T1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6" h="414">
                    <a:moveTo>
                      <a:pt x="625" y="0"/>
                    </a:moveTo>
                    <a:cubicBezTo>
                      <a:pt x="22" y="0"/>
                      <a:pt x="22" y="0"/>
                      <a:pt x="22" y="0"/>
                    </a:cubicBezTo>
                    <a:cubicBezTo>
                      <a:pt x="11" y="0"/>
                      <a:pt x="0" y="9"/>
                      <a:pt x="0" y="22"/>
                    </a:cubicBezTo>
                    <a:cubicBezTo>
                      <a:pt x="0" y="393"/>
                      <a:pt x="0" y="393"/>
                      <a:pt x="0" y="393"/>
                    </a:cubicBezTo>
                    <a:cubicBezTo>
                      <a:pt x="0" y="406"/>
                      <a:pt x="11" y="414"/>
                      <a:pt x="22" y="414"/>
                    </a:cubicBezTo>
                    <a:cubicBezTo>
                      <a:pt x="625" y="414"/>
                      <a:pt x="625" y="414"/>
                      <a:pt x="625" y="414"/>
                    </a:cubicBezTo>
                    <a:cubicBezTo>
                      <a:pt x="638" y="414"/>
                      <a:pt x="646" y="406"/>
                      <a:pt x="646" y="393"/>
                    </a:cubicBezTo>
                    <a:cubicBezTo>
                      <a:pt x="646" y="22"/>
                      <a:pt x="646" y="22"/>
                      <a:pt x="646" y="22"/>
                    </a:cubicBezTo>
                    <a:cubicBezTo>
                      <a:pt x="646" y="9"/>
                      <a:pt x="638" y="0"/>
                      <a:pt x="625" y="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0" name="Freeform 301"/>
              <p:cNvSpPr>
                <a:spLocks/>
              </p:cNvSpPr>
              <p:nvPr/>
            </p:nvSpPr>
            <p:spPr bwMode="auto">
              <a:xfrm>
                <a:off x="169" y="672"/>
                <a:ext cx="1398" cy="865"/>
              </a:xfrm>
              <a:custGeom>
                <a:avLst/>
                <a:gdLst>
                  <a:gd name="T0" fmla="*/ 590 w 590"/>
                  <a:gd name="T1" fmla="*/ 364 h 364"/>
                  <a:gd name="T2" fmla="*/ 0 w 590"/>
                  <a:gd name="T3" fmla="*/ 364 h 364"/>
                  <a:gd name="T4" fmla="*/ 0 w 590"/>
                  <a:gd name="T5" fmla="*/ 0 h 364"/>
                  <a:gd name="T6" fmla="*/ 590 w 590"/>
                  <a:gd name="T7" fmla="*/ 0 h 364"/>
                  <a:gd name="T8" fmla="*/ 590 w 590"/>
                  <a:gd name="T9" fmla="*/ 364 h 364"/>
                </a:gdLst>
                <a:ahLst/>
                <a:cxnLst>
                  <a:cxn ang="0">
                    <a:pos x="T0" y="T1"/>
                  </a:cxn>
                  <a:cxn ang="0">
                    <a:pos x="T2" y="T3"/>
                  </a:cxn>
                  <a:cxn ang="0">
                    <a:pos x="T4" y="T5"/>
                  </a:cxn>
                  <a:cxn ang="0">
                    <a:pos x="T6" y="T7"/>
                  </a:cxn>
                  <a:cxn ang="0">
                    <a:pos x="T8" y="T9"/>
                  </a:cxn>
                </a:cxnLst>
                <a:rect l="0" t="0" r="r" b="b"/>
                <a:pathLst>
                  <a:path w="590" h="364">
                    <a:moveTo>
                      <a:pt x="590" y="364"/>
                    </a:moveTo>
                    <a:cubicBezTo>
                      <a:pt x="0" y="364"/>
                      <a:pt x="0" y="364"/>
                      <a:pt x="0" y="364"/>
                    </a:cubicBezTo>
                    <a:cubicBezTo>
                      <a:pt x="0" y="0"/>
                      <a:pt x="0" y="0"/>
                      <a:pt x="0" y="0"/>
                    </a:cubicBezTo>
                    <a:cubicBezTo>
                      <a:pt x="590" y="0"/>
                      <a:pt x="590" y="0"/>
                      <a:pt x="590" y="0"/>
                    </a:cubicBezTo>
                    <a:cubicBezTo>
                      <a:pt x="590" y="364"/>
                      <a:pt x="590" y="364"/>
                      <a:pt x="590" y="364"/>
                    </a:cubicBezTo>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1" name="Freeform 302"/>
              <p:cNvSpPr>
                <a:spLocks/>
              </p:cNvSpPr>
              <p:nvPr/>
            </p:nvSpPr>
            <p:spPr bwMode="auto">
              <a:xfrm>
                <a:off x="-158" y="1637"/>
                <a:ext cx="2048" cy="81"/>
              </a:xfrm>
              <a:custGeom>
                <a:avLst/>
                <a:gdLst>
                  <a:gd name="T0" fmla="*/ 493 w 864"/>
                  <a:gd name="T1" fmla="*/ 0 h 34"/>
                  <a:gd name="T2" fmla="*/ 493 w 864"/>
                  <a:gd name="T3" fmla="*/ 4 h 34"/>
                  <a:gd name="T4" fmla="*/ 484 w 864"/>
                  <a:gd name="T5" fmla="*/ 10 h 34"/>
                  <a:gd name="T6" fmla="*/ 383 w 864"/>
                  <a:gd name="T7" fmla="*/ 10 h 34"/>
                  <a:gd name="T8" fmla="*/ 374 w 864"/>
                  <a:gd name="T9" fmla="*/ 4 h 34"/>
                  <a:gd name="T10" fmla="*/ 374 w 864"/>
                  <a:gd name="T11" fmla="*/ 0 h 34"/>
                  <a:gd name="T12" fmla="*/ 0 w 864"/>
                  <a:gd name="T13" fmla="*/ 0 h 34"/>
                  <a:gd name="T14" fmla="*/ 0 w 864"/>
                  <a:gd name="T15" fmla="*/ 21 h 34"/>
                  <a:gd name="T16" fmla="*/ 28 w 864"/>
                  <a:gd name="T17" fmla="*/ 34 h 34"/>
                  <a:gd name="T18" fmla="*/ 836 w 864"/>
                  <a:gd name="T19" fmla="*/ 34 h 34"/>
                  <a:gd name="T20" fmla="*/ 864 w 864"/>
                  <a:gd name="T21" fmla="*/ 21 h 34"/>
                  <a:gd name="T22" fmla="*/ 864 w 864"/>
                  <a:gd name="T23" fmla="*/ 0 h 34"/>
                  <a:gd name="T24" fmla="*/ 493 w 864"/>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4" h="34">
                    <a:moveTo>
                      <a:pt x="493" y="0"/>
                    </a:moveTo>
                    <a:cubicBezTo>
                      <a:pt x="493" y="4"/>
                      <a:pt x="493" y="4"/>
                      <a:pt x="493" y="4"/>
                    </a:cubicBezTo>
                    <a:cubicBezTo>
                      <a:pt x="493" y="8"/>
                      <a:pt x="488" y="10"/>
                      <a:pt x="484" y="10"/>
                    </a:cubicBezTo>
                    <a:cubicBezTo>
                      <a:pt x="383" y="10"/>
                      <a:pt x="383" y="10"/>
                      <a:pt x="383" y="10"/>
                    </a:cubicBezTo>
                    <a:cubicBezTo>
                      <a:pt x="378" y="10"/>
                      <a:pt x="374" y="8"/>
                      <a:pt x="374" y="4"/>
                    </a:cubicBezTo>
                    <a:cubicBezTo>
                      <a:pt x="374" y="0"/>
                      <a:pt x="374" y="0"/>
                      <a:pt x="374" y="0"/>
                    </a:cubicBezTo>
                    <a:cubicBezTo>
                      <a:pt x="0" y="0"/>
                      <a:pt x="0" y="0"/>
                      <a:pt x="0" y="0"/>
                    </a:cubicBezTo>
                    <a:cubicBezTo>
                      <a:pt x="0" y="21"/>
                      <a:pt x="0" y="21"/>
                      <a:pt x="0" y="21"/>
                    </a:cubicBezTo>
                    <a:cubicBezTo>
                      <a:pt x="0" y="21"/>
                      <a:pt x="20" y="34"/>
                      <a:pt x="28" y="34"/>
                    </a:cubicBezTo>
                    <a:cubicBezTo>
                      <a:pt x="836" y="34"/>
                      <a:pt x="836" y="34"/>
                      <a:pt x="836" y="34"/>
                    </a:cubicBezTo>
                    <a:cubicBezTo>
                      <a:pt x="845" y="34"/>
                      <a:pt x="864" y="21"/>
                      <a:pt x="864" y="21"/>
                    </a:cubicBezTo>
                    <a:cubicBezTo>
                      <a:pt x="864" y="0"/>
                      <a:pt x="864" y="0"/>
                      <a:pt x="864" y="0"/>
                    </a:cubicBezTo>
                    <a:lnTo>
                      <a:pt x="493"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2" name="Rectangle 303"/>
              <p:cNvSpPr>
                <a:spLocks noChangeArrowheads="1"/>
              </p:cNvSpPr>
              <p:nvPr/>
            </p:nvSpPr>
            <p:spPr bwMode="auto">
              <a:xfrm>
                <a:off x="169" y="672"/>
                <a:ext cx="1398" cy="8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3" name="Rectangle 304"/>
              <p:cNvSpPr>
                <a:spLocks noChangeArrowheads="1"/>
              </p:cNvSpPr>
              <p:nvPr/>
            </p:nvSpPr>
            <p:spPr bwMode="auto">
              <a:xfrm>
                <a:off x="169" y="672"/>
                <a:ext cx="139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4" name="Rectangle 305"/>
              <p:cNvSpPr>
                <a:spLocks noChangeArrowheads="1"/>
              </p:cNvSpPr>
              <p:nvPr/>
            </p:nvSpPr>
            <p:spPr bwMode="auto">
              <a:xfrm>
                <a:off x="240" y="753"/>
                <a:ext cx="1251" cy="159"/>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5" name="Rectangle 306"/>
              <p:cNvSpPr>
                <a:spLocks noChangeArrowheads="1"/>
              </p:cNvSpPr>
              <p:nvPr/>
            </p:nvSpPr>
            <p:spPr bwMode="auto">
              <a:xfrm>
                <a:off x="287" y="793"/>
                <a:ext cx="621" cy="79"/>
              </a:xfrm>
              <a:prstGeom prst="rect">
                <a:avLst/>
              </a:prstGeom>
              <a:solidFill>
                <a:srgbClr val="EB3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6" name="Rectangle 307"/>
              <p:cNvSpPr>
                <a:spLocks noChangeArrowheads="1"/>
              </p:cNvSpPr>
              <p:nvPr/>
            </p:nvSpPr>
            <p:spPr bwMode="auto">
              <a:xfrm>
                <a:off x="1245" y="812"/>
                <a:ext cx="199"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7" name="Rectangle 308"/>
              <p:cNvSpPr>
                <a:spLocks noChangeArrowheads="1"/>
              </p:cNvSpPr>
              <p:nvPr/>
            </p:nvSpPr>
            <p:spPr bwMode="auto">
              <a:xfrm>
                <a:off x="240" y="995"/>
                <a:ext cx="1251" cy="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8" name="Rectangle 309"/>
              <p:cNvSpPr>
                <a:spLocks noChangeArrowheads="1"/>
              </p:cNvSpPr>
              <p:nvPr/>
            </p:nvSpPr>
            <p:spPr bwMode="auto">
              <a:xfrm>
                <a:off x="240" y="995"/>
                <a:ext cx="1251" cy="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79" name="Rectangle 310"/>
              <p:cNvSpPr>
                <a:spLocks noChangeArrowheads="1"/>
              </p:cNvSpPr>
              <p:nvPr/>
            </p:nvSpPr>
            <p:spPr bwMode="auto">
              <a:xfrm>
                <a:off x="240" y="1112"/>
                <a:ext cx="1251" cy="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0" name="Rectangle 311"/>
              <p:cNvSpPr>
                <a:spLocks noChangeArrowheads="1"/>
              </p:cNvSpPr>
              <p:nvPr/>
            </p:nvSpPr>
            <p:spPr bwMode="auto">
              <a:xfrm>
                <a:off x="240" y="1112"/>
                <a:ext cx="1251" cy="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1" name="Rectangle 312"/>
              <p:cNvSpPr>
                <a:spLocks noChangeArrowheads="1"/>
              </p:cNvSpPr>
              <p:nvPr/>
            </p:nvSpPr>
            <p:spPr bwMode="auto">
              <a:xfrm>
                <a:off x="240" y="1226"/>
                <a:ext cx="1251" cy="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2" name="Rectangle 313"/>
              <p:cNvSpPr>
                <a:spLocks noChangeArrowheads="1"/>
              </p:cNvSpPr>
              <p:nvPr/>
            </p:nvSpPr>
            <p:spPr bwMode="auto">
              <a:xfrm>
                <a:off x="240" y="1226"/>
                <a:ext cx="1251" cy="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3" name="Rectangle 314"/>
              <p:cNvSpPr>
                <a:spLocks noChangeArrowheads="1"/>
              </p:cNvSpPr>
              <p:nvPr/>
            </p:nvSpPr>
            <p:spPr bwMode="auto">
              <a:xfrm>
                <a:off x="240" y="1342"/>
                <a:ext cx="1251" cy="7"/>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4" name="Rectangle 315"/>
              <p:cNvSpPr>
                <a:spLocks noChangeArrowheads="1"/>
              </p:cNvSpPr>
              <p:nvPr/>
            </p:nvSpPr>
            <p:spPr bwMode="auto">
              <a:xfrm>
                <a:off x="240" y="1342"/>
                <a:ext cx="1251" cy="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5" name="Rectangle 316"/>
              <p:cNvSpPr>
                <a:spLocks noChangeArrowheads="1"/>
              </p:cNvSpPr>
              <p:nvPr/>
            </p:nvSpPr>
            <p:spPr bwMode="auto">
              <a:xfrm>
                <a:off x="240" y="1449"/>
                <a:ext cx="1251" cy="21"/>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6" name="Freeform 332"/>
              <p:cNvSpPr>
                <a:spLocks/>
              </p:cNvSpPr>
              <p:nvPr/>
            </p:nvSpPr>
            <p:spPr bwMode="auto">
              <a:xfrm>
                <a:off x="626" y="1000"/>
                <a:ext cx="5" cy="2"/>
              </a:xfrm>
              <a:custGeom>
                <a:avLst/>
                <a:gdLst>
                  <a:gd name="T0" fmla="*/ 1 w 2"/>
                  <a:gd name="T1" fmla="*/ 0 h 1"/>
                  <a:gd name="T2" fmla="*/ 0 w 2"/>
                  <a:gd name="T3" fmla="*/ 1 h 1"/>
                  <a:gd name="T4" fmla="*/ 2 w 2"/>
                  <a:gd name="T5" fmla="*/ 1 h 1"/>
                  <a:gd name="T6" fmla="*/ 1 w 2"/>
                  <a:gd name="T7" fmla="*/ 0 h 1"/>
                </a:gdLst>
                <a:ahLst/>
                <a:cxnLst>
                  <a:cxn ang="0">
                    <a:pos x="T0" y="T1"/>
                  </a:cxn>
                  <a:cxn ang="0">
                    <a:pos x="T2" y="T3"/>
                  </a:cxn>
                  <a:cxn ang="0">
                    <a:pos x="T4" y="T5"/>
                  </a:cxn>
                  <a:cxn ang="0">
                    <a:pos x="T6" y="T7"/>
                  </a:cxn>
                </a:cxnLst>
                <a:rect l="0" t="0" r="r" b="b"/>
                <a:pathLst>
                  <a:path w="2" h="1">
                    <a:moveTo>
                      <a:pt x="1" y="0"/>
                    </a:moveTo>
                    <a:cubicBezTo>
                      <a:pt x="1" y="1"/>
                      <a:pt x="1" y="1"/>
                      <a:pt x="0" y="1"/>
                    </a:cubicBezTo>
                    <a:cubicBezTo>
                      <a:pt x="2" y="1"/>
                      <a:pt x="2" y="1"/>
                      <a:pt x="2" y="1"/>
                    </a:cubicBezTo>
                    <a:cubicBezTo>
                      <a:pt x="2" y="1"/>
                      <a:pt x="1" y="1"/>
                      <a:pt x="1" y="0"/>
                    </a:cubicBezTo>
                  </a:path>
                </a:pathLst>
              </a:custGeom>
              <a:solidFill>
                <a:srgbClr val="F49D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grpSp>
        <p:nvGrpSpPr>
          <p:cNvPr id="439" name="Group 438"/>
          <p:cNvGrpSpPr/>
          <p:nvPr/>
        </p:nvGrpSpPr>
        <p:grpSpPr>
          <a:xfrm>
            <a:off x="5275830" y="1290194"/>
            <a:ext cx="1790612" cy="1527163"/>
            <a:chOff x="5381285" y="1314690"/>
            <a:chExt cx="1827252" cy="1558413"/>
          </a:xfrm>
        </p:grpSpPr>
        <p:grpSp>
          <p:nvGrpSpPr>
            <p:cNvPr id="440" name="Group 439"/>
            <p:cNvGrpSpPr/>
            <p:nvPr/>
          </p:nvGrpSpPr>
          <p:grpSpPr>
            <a:xfrm>
              <a:off x="5381285" y="1533858"/>
              <a:ext cx="676616" cy="1284998"/>
              <a:chOff x="5651685" y="-476444"/>
              <a:chExt cx="1669255" cy="2809977"/>
            </a:xfrm>
          </p:grpSpPr>
          <p:sp>
            <p:nvSpPr>
              <p:cNvPr id="508" name="Rectangle 507"/>
              <p:cNvSpPr/>
              <p:nvPr/>
            </p:nvSpPr>
            <p:spPr bwMode="auto">
              <a:xfrm>
                <a:off x="6203006" y="-476444"/>
                <a:ext cx="566612" cy="1714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09" name="Freeform 508"/>
              <p:cNvSpPr/>
              <p:nvPr/>
            </p:nvSpPr>
            <p:spPr bwMode="auto">
              <a:xfrm>
                <a:off x="5651685" y="-476444"/>
                <a:ext cx="1669255" cy="2809977"/>
              </a:xfrm>
              <a:custGeom>
                <a:avLst/>
                <a:gdLst>
                  <a:gd name="connsiteX0" fmla="*/ 239948 w 1715629"/>
                  <a:gd name="connsiteY0" fmla="*/ 0 h 2809977"/>
                  <a:gd name="connsiteX1" fmla="*/ 622279 w 1715629"/>
                  <a:gd name="connsiteY1" fmla="*/ 0 h 2809977"/>
                  <a:gd name="connsiteX2" fmla="*/ 626704 w 1715629"/>
                  <a:gd name="connsiteY2" fmla="*/ 21916 h 2809977"/>
                  <a:gd name="connsiteX3" fmla="*/ 705692 w 1715629"/>
                  <a:gd name="connsiteY3" fmla="*/ 74273 h 2809977"/>
                  <a:gd name="connsiteX4" fmla="*/ 1009937 w 1715629"/>
                  <a:gd name="connsiteY4" fmla="*/ 74273 h 2809977"/>
                  <a:gd name="connsiteX5" fmla="*/ 1088926 w 1715629"/>
                  <a:gd name="connsiteY5" fmla="*/ 21916 h 2809977"/>
                  <a:gd name="connsiteX6" fmla="*/ 1093350 w 1715629"/>
                  <a:gd name="connsiteY6" fmla="*/ 0 h 2809977"/>
                  <a:gd name="connsiteX7" fmla="*/ 1475681 w 1715629"/>
                  <a:gd name="connsiteY7" fmla="*/ 0 h 2809977"/>
                  <a:gd name="connsiteX8" fmla="*/ 1715629 w 1715629"/>
                  <a:gd name="connsiteY8" fmla="*/ 239948 h 2809977"/>
                  <a:gd name="connsiteX9" fmla="*/ 1715629 w 1715629"/>
                  <a:gd name="connsiteY9" fmla="*/ 2570029 h 2809977"/>
                  <a:gd name="connsiteX10" fmla="*/ 1475681 w 1715629"/>
                  <a:gd name="connsiteY10" fmla="*/ 2809977 h 2809977"/>
                  <a:gd name="connsiteX11" fmla="*/ 239948 w 1715629"/>
                  <a:gd name="connsiteY11" fmla="*/ 2809977 h 2809977"/>
                  <a:gd name="connsiteX12" fmla="*/ 0 w 1715629"/>
                  <a:gd name="connsiteY12" fmla="*/ 2570029 h 2809977"/>
                  <a:gd name="connsiteX13" fmla="*/ 0 w 1715629"/>
                  <a:gd name="connsiteY13" fmla="*/ 239948 h 2809977"/>
                  <a:gd name="connsiteX14" fmla="*/ 239948 w 1715629"/>
                  <a:gd name="connsiteY14" fmla="*/ 0 h 280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5629" h="2809977">
                    <a:moveTo>
                      <a:pt x="239948" y="0"/>
                    </a:moveTo>
                    <a:lnTo>
                      <a:pt x="622279" y="0"/>
                    </a:lnTo>
                    <a:lnTo>
                      <a:pt x="626704" y="21916"/>
                    </a:lnTo>
                    <a:cubicBezTo>
                      <a:pt x="639718" y="52684"/>
                      <a:pt x="670184" y="74273"/>
                      <a:pt x="705692" y="74273"/>
                    </a:cubicBezTo>
                    <a:lnTo>
                      <a:pt x="1009937" y="74273"/>
                    </a:lnTo>
                    <a:cubicBezTo>
                      <a:pt x="1045446" y="74273"/>
                      <a:pt x="1075912" y="52684"/>
                      <a:pt x="1088926" y="21916"/>
                    </a:cubicBezTo>
                    <a:lnTo>
                      <a:pt x="1093350" y="0"/>
                    </a:lnTo>
                    <a:lnTo>
                      <a:pt x="1475681" y="0"/>
                    </a:lnTo>
                    <a:cubicBezTo>
                      <a:pt x="1608201" y="0"/>
                      <a:pt x="1715629" y="107428"/>
                      <a:pt x="1715629" y="239948"/>
                    </a:cubicBezTo>
                    <a:lnTo>
                      <a:pt x="1715629" y="2570029"/>
                    </a:lnTo>
                    <a:cubicBezTo>
                      <a:pt x="1715629" y="2702549"/>
                      <a:pt x="1608201" y="2809977"/>
                      <a:pt x="1475681" y="2809977"/>
                    </a:cubicBezTo>
                    <a:lnTo>
                      <a:pt x="239948" y="2809977"/>
                    </a:lnTo>
                    <a:cubicBezTo>
                      <a:pt x="107428" y="2809977"/>
                      <a:pt x="0" y="2702549"/>
                      <a:pt x="0" y="2570029"/>
                    </a:cubicBezTo>
                    <a:lnTo>
                      <a:pt x="0" y="239948"/>
                    </a:lnTo>
                    <a:cubicBezTo>
                      <a:pt x="0" y="107428"/>
                      <a:pt x="107428" y="0"/>
                      <a:pt x="239948" y="0"/>
                    </a:cubicBezTo>
                    <a:close/>
                  </a:path>
                </a:pathLst>
              </a:cu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10" name="Rectangle 509"/>
              <p:cNvSpPr/>
              <p:nvPr/>
            </p:nvSpPr>
            <p:spPr bwMode="auto">
              <a:xfrm>
                <a:off x="5724555" y="-242769"/>
                <a:ext cx="1523513" cy="227830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511" name="Group 510"/>
              <p:cNvGrpSpPr/>
              <p:nvPr/>
            </p:nvGrpSpPr>
            <p:grpSpPr>
              <a:xfrm>
                <a:off x="6124436" y="2123612"/>
                <a:ext cx="723752" cy="98117"/>
                <a:chOff x="6147223" y="2123612"/>
                <a:chExt cx="723752" cy="98117"/>
              </a:xfrm>
            </p:grpSpPr>
            <p:sp>
              <p:nvSpPr>
                <p:cNvPr id="512" name="Rounded Rectangle 511"/>
                <p:cNvSpPr/>
                <p:nvPr/>
              </p:nvSpPr>
              <p:spPr bwMode="auto">
                <a:xfrm>
                  <a:off x="6366215" y="2123612"/>
                  <a:ext cx="285769" cy="98117"/>
                </a:xfrm>
                <a:prstGeom prst="roundRect">
                  <a:avLst>
                    <a:gd name="adj" fmla="val 5000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13" name="Oval 512"/>
                <p:cNvSpPr/>
                <p:nvPr/>
              </p:nvSpPr>
              <p:spPr bwMode="auto">
                <a:xfrm>
                  <a:off x="6147223" y="2137745"/>
                  <a:ext cx="69850" cy="698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14" name="Oval 513"/>
                <p:cNvSpPr/>
                <p:nvPr/>
              </p:nvSpPr>
              <p:spPr bwMode="auto">
                <a:xfrm>
                  <a:off x="6801125" y="2137745"/>
                  <a:ext cx="69850" cy="6985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41" name="Group 440"/>
            <p:cNvGrpSpPr/>
            <p:nvPr/>
          </p:nvGrpSpPr>
          <p:grpSpPr>
            <a:xfrm>
              <a:off x="6515042" y="1543701"/>
              <a:ext cx="693495" cy="1245756"/>
              <a:chOff x="6639402" y="-1425066"/>
              <a:chExt cx="675798" cy="1213966"/>
            </a:xfrm>
          </p:grpSpPr>
          <p:sp>
            <p:nvSpPr>
              <p:cNvPr id="491" name="Freeform 10"/>
              <p:cNvSpPr>
                <a:spLocks noChangeAspect="1" noEditPoints="1"/>
              </p:cNvSpPr>
              <p:nvPr/>
            </p:nvSpPr>
            <p:spPr bwMode="auto">
              <a:xfrm>
                <a:off x="6639402" y="-1425066"/>
                <a:ext cx="675798" cy="1213966"/>
              </a:xfrm>
              <a:custGeom>
                <a:avLst/>
                <a:gdLst>
                  <a:gd name="T0" fmla="*/ 148 w 159"/>
                  <a:gd name="T1" fmla="*/ 0 h 288"/>
                  <a:gd name="T2" fmla="*/ 11 w 159"/>
                  <a:gd name="T3" fmla="*/ 0 h 288"/>
                  <a:gd name="T4" fmla="*/ 0 w 159"/>
                  <a:gd name="T5" fmla="*/ 10 h 288"/>
                  <a:gd name="T6" fmla="*/ 0 w 159"/>
                  <a:gd name="T7" fmla="*/ 278 h 288"/>
                  <a:gd name="T8" fmla="*/ 11 w 159"/>
                  <a:gd name="T9" fmla="*/ 288 h 288"/>
                  <a:gd name="T10" fmla="*/ 148 w 159"/>
                  <a:gd name="T11" fmla="*/ 288 h 288"/>
                  <a:gd name="T12" fmla="*/ 159 w 159"/>
                  <a:gd name="T13" fmla="*/ 278 h 288"/>
                  <a:gd name="T14" fmla="*/ 159 w 159"/>
                  <a:gd name="T15" fmla="*/ 10 h 288"/>
                  <a:gd name="T16" fmla="*/ 148 w 159"/>
                  <a:gd name="T17" fmla="*/ 0 h 288"/>
                  <a:gd name="T18" fmla="*/ 36 w 159"/>
                  <a:gd name="T19" fmla="*/ 262 h 288"/>
                  <a:gd name="T20" fmla="*/ 30 w 159"/>
                  <a:gd name="T21" fmla="*/ 262 h 288"/>
                  <a:gd name="T22" fmla="*/ 33 w 159"/>
                  <a:gd name="T23" fmla="*/ 266 h 288"/>
                  <a:gd name="T24" fmla="*/ 32 w 159"/>
                  <a:gd name="T25" fmla="*/ 266 h 288"/>
                  <a:gd name="T26" fmla="*/ 27 w 159"/>
                  <a:gd name="T27" fmla="*/ 262 h 288"/>
                  <a:gd name="T28" fmla="*/ 32 w 159"/>
                  <a:gd name="T29" fmla="*/ 258 h 288"/>
                  <a:gd name="T30" fmla="*/ 33 w 159"/>
                  <a:gd name="T31" fmla="*/ 258 h 288"/>
                  <a:gd name="T32" fmla="*/ 30 w 159"/>
                  <a:gd name="T33" fmla="*/ 261 h 288"/>
                  <a:gd name="T34" fmla="*/ 36 w 159"/>
                  <a:gd name="T35" fmla="*/ 261 h 288"/>
                  <a:gd name="T36" fmla="*/ 36 w 159"/>
                  <a:gd name="T37" fmla="*/ 262 h 288"/>
                  <a:gd name="T38" fmla="*/ 77 w 159"/>
                  <a:gd name="T39" fmla="*/ 268 h 288"/>
                  <a:gd name="T40" fmla="*/ 72 w 159"/>
                  <a:gd name="T41" fmla="*/ 267 h 288"/>
                  <a:gd name="T42" fmla="*/ 72 w 159"/>
                  <a:gd name="T43" fmla="*/ 263 h 288"/>
                  <a:gd name="T44" fmla="*/ 77 w 159"/>
                  <a:gd name="T45" fmla="*/ 263 h 288"/>
                  <a:gd name="T46" fmla="*/ 77 w 159"/>
                  <a:gd name="T47" fmla="*/ 268 h 288"/>
                  <a:gd name="T48" fmla="*/ 77 w 159"/>
                  <a:gd name="T49" fmla="*/ 262 h 288"/>
                  <a:gd name="T50" fmla="*/ 72 w 159"/>
                  <a:gd name="T51" fmla="*/ 262 h 288"/>
                  <a:gd name="T52" fmla="*/ 72 w 159"/>
                  <a:gd name="T53" fmla="*/ 258 h 288"/>
                  <a:gd name="T54" fmla="*/ 77 w 159"/>
                  <a:gd name="T55" fmla="*/ 257 h 288"/>
                  <a:gd name="T56" fmla="*/ 77 w 159"/>
                  <a:gd name="T57" fmla="*/ 262 h 288"/>
                  <a:gd name="T58" fmla="*/ 85 w 159"/>
                  <a:gd name="T59" fmla="*/ 269 h 288"/>
                  <a:gd name="T60" fmla="*/ 78 w 159"/>
                  <a:gd name="T61" fmla="*/ 268 h 288"/>
                  <a:gd name="T62" fmla="*/ 78 w 159"/>
                  <a:gd name="T63" fmla="*/ 263 h 288"/>
                  <a:gd name="T64" fmla="*/ 85 w 159"/>
                  <a:gd name="T65" fmla="*/ 263 h 288"/>
                  <a:gd name="T66" fmla="*/ 85 w 159"/>
                  <a:gd name="T67" fmla="*/ 269 h 288"/>
                  <a:gd name="T68" fmla="*/ 85 w 159"/>
                  <a:gd name="T69" fmla="*/ 262 h 288"/>
                  <a:gd name="T70" fmla="*/ 78 w 159"/>
                  <a:gd name="T71" fmla="*/ 262 h 288"/>
                  <a:gd name="T72" fmla="*/ 78 w 159"/>
                  <a:gd name="T73" fmla="*/ 257 h 288"/>
                  <a:gd name="T74" fmla="*/ 85 w 159"/>
                  <a:gd name="T75" fmla="*/ 256 h 288"/>
                  <a:gd name="T76" fmla="*/ 85 w 159"/>
                  <a:gd name="T77" fmla="*/ 262 h 288"/>
                  <a:gd name="T78" fmla="*/ 126 w 159"/>
                  <a:gd name="T79" fmla="*/ 265 h 288"/>
                  <a:gd name="T80" fmla="*/ 124 w 159"/>
                  <a:gd name="T81" fmla="*/ 264 h 288"/>
                  <a:gd name="T82" fmla="*/ 122 w 159"/>
                  <a:gd name="T83" fmla="*/ 267 h 288"/>
                  <a:gd name="T84" fmla="*/ 121 w 159"/>
                  <a:gd name="T85" fmla="*/ 266 h 288"/>
                  <a:gd name="T86" fmla="*/ 123 w 159"/>
                  <a:gd name="T87" fmla="*/ 264 h 288"/>
                  <a:gd name="T88" fmla="*/ 122 w 159"/>
                  <a:gd name="T89" fmla="*/ 261 h 288"/>
                  <a:gd name="T90" fmla="*/ 126 w 159"/>
                  <a:gd name="T91" fmla="*/ 257 h 288"/>
                  <a:gd name="T92" fmla="*/ 130 w 159"/>
                  <a:gd name="T93" fmla="*/ 261 h 288"/>
                  <a:gd name="T94" fmla="*/ 126 w 159"/>
                  <a:gd name="T95" fmla="*/ 265 h 288"/>
                  <a:gd name="T96" fmla="*/ 143 w 159"/>
                  <a:gd name="T97" fmla="*/ 227 h 288"/>
                  <a:gd name="T98" fmla="*/ 14 w 159"/>
                  <a:gd name="T99" fmla="*/ 227 h 288"/>
                  <a:gd name="T100" fmla="*/ 14 w 159"/>
                  <a:gd name="T101" fmla="*/ 24 h 288"/>
                  <a:gd name="T102" fmla="*/ 143 w 159"/>
                  <a:gd name="T103" fmla="*/ 24 h 288"/>
                  <a:gd name="T104" fmla="*/ 143 w 159"/>
                  <a:gd name="T105" fmla="*/ 227 h 288"/>
                  <a:gd name="T106" fmla="*/ 129 w 159"/>
                  <a:gd name="T107" fmla="*/ 261 h 288"/>
                  <a:gd name="T108" fmla="*/ 126 w 159"/>
                  <a:gd name="T109" fmla="*/ 264 h 288"/>
                  <a:gd name="T110" fmla="*/ 123 w 159"/>
                  <a:gd name="T111" fmla="*/ 261 h 288"/>
                  <a:gd name="T112" fmla="*/ 126 w 159"/>
                  <a:gd name="T113" fmla="*/ 258 h 288"/>
                  <a:gd name="T114" fmla="*/ 129 w 159"/>
                  <a:gd name="T115" fmla="*/ 261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9" h="288">
                    <a:moveTo>
                      <a:pt x="148" y="0"/>
                    </a:moveTo>
                    <a:cubicBezTo>
                      <a:pt x="148" y="0"/>
                      <a:pt x="148" y="0"/>
                      <a:pt x="11" y="0"/>
                    </a:cubicBezTo>
                    <a:cubicBezTo>
                      <a:pt x="5" y="0"/>
                      <a:pt x="0" y="4"/>
                      <a:pt x="0" y="10"/>
                    </a:cubicBezTo>
                    <a:cubicBezTo>
                      <a:pt x="0" y="10"/>
                      <a:pt x="0" y="10"/>
                      <a:pt x="0" y="278"/>
                    </a:cubicBezTo>
                    <a:cubicBezTo>
                      <a:pt x="0" y="284"/>
                      <a:pt x="5" y="288"/>
                      <a:pt x="11" y="288"/>
                    </a:cubicBezTo>
                    <a:cubicBezTo>
                      <a:pt x="11" y="288"/>
                      <a:pt x="11" y="288"/>
                      <a:pt x="148" y="288"/>
                    </a:cubicBezTo>
                    <a:cubicBezTo>
                      <a:pt x="154" y="288"/>
                      <a:pt x="159" y="284"/>
                      <a:pt x="159" y="278"/>
                    </a:cubicBezTo>
                    <a:cubicBezTo>
                      <a:pt x="159" y="10"/>
                      <a:pt x="159" y="10"/>
                      <a:pt x="159" y="10"/>
                    </a:cubicBezTo>
                    <a:cubicBezTo>
                      <a:pt x="159" y="4"/>
                      <a:pt x="154" y="0"/>
                      <a:pt x="148" y="0"/>
                    </a:cubicBezTo>
                    <a:close/>
                    <a:moveTo>
                      <a:pt x="36" y="262"/>
                    </a:moveTo>
                    <a:cubicBezTo>
                      <a:pt x="30" y="262"/>
                      <a:pt x="30" y="262"/>
                      <a:pt x="30" y="262"/>
                    </a:cubicBezTo>
                    <a:cubicBezTo>
                      <a:pt x="33" y="266"/>
                      <a:pt x="33" y="266"/>
                      <a:pt x="33" y="266"/>
                    </a:cubicBezTo>
                    <a:cubicBezTo>
                      <a:pt x="32" y="266"/>
                      <a:pt x="32" y="266"/>
                      <a:pt x="32" y="266"/>
                    </a:cubicBezTo>
                    <a:cubicBezTo>
                      <a:pt x="27" y="262"/>
                      <a:pt x="27" y="262"/>
                      <a:pt x="27" y="262"/>
                    </a:cubicBezTo>
                    <a:cubicBezTo>
                      <a:pt x="32" y="258"/>
                      <a:pt x="32" y="258"/>
                      <a:pt x="32" y="258"/>
                    </a:cubicBezTo>
                    <a:cubicBezTo>
                      <a:pt x="33" y="258"/>
                      <a:pt x="33" y="258"/>
                      <a:pt x="33" y="258"/>
                    </a:cubicBezTo>
                    <a:cubicBezTo>
                      <a:pt x="30" y="261"/>
                      <a:pt x="30" y="261"/>
                      <a:pt x="30" y="261"/>
                    </a:cubicBezTo>
                    <a:cubicBezTo>
                      <a:pt x="36" y="261"/>
                      <a:pt x="36" y="261"/>
                      <a:pt x="36" y="261"/>
                    </a:cubicBezTo>
                    <a:cubicBezTo>
                      <a:pt x="36" y="262"/>
                      <a:pt x="36" y="262"/>
                      <a:pt x="36" y="262"/>
                    </a:cubicBezTo>
                    <a:close/>
                    <a:moveTo>
                      <a:pt x="77" y="268"/>
                    </a:moveTo>
                    <a:cubicBezTo>
                      <a:pt x="72" y="267"/>
                      <a:pt x="72" y="267"/>
                      <a:pt x="72" y="267"/>
                    </a:cubicBezTo>
                    <a:cubicBezTo>
                      <a:pt x="72" y="263"/>
                      <a:pt x="72" y="263"/>
                      <a:pt x="72" y="263"/>
                    </a:cubicBezTo>
                    <a:cubicBezTo>
                      <a:pt x="77" y="263"/>
                      <a:pt x="77" y="263"/>
                      <a:pt x="77" y="263"/>
                    </a:cubicBezTo>
                    <a:lnTo>
                      <a:pt x="77" y="268"/>
                    </a:lnTo>
                    <a:close/>
                    <a:moveTo>
                      <a:pt x="77" y="262"/>
                    </a:moveTo>
                    <a:cubicBezTo>
                      <a:pt x="72" y="262"/>
                      <a:pt x="72" y="262"/>
                      <a:pt x="72" y="262"/>
                    </a:cubicBezTo>
                    <a:cubicBezTo>
                      <a:pt x="72" y="258"/>
                      <a:pt x="72" y="258"/>
                      <a:pt x="72" y="258"/>
                    </a:cubicBezTo>
                    <a:cubicBezTo>
                      <a:pt x="77" y="257"/>
                      <a:pt x="77" y="257"/>
                      <a:pt x="77" y="257"/>
                    </a:cubicBezTo>
                    <a:lnTo>
                      <a:pt x="77" y="262"/>
                    </a:lnTo>
                    <a:close/>
                    <a:moveTo>
                      <a:pt x="85" y="269"/>
                    </a:moveTo>
                    <a:cubicBezTo>
                      <a:pt x="78" y="268"/>
                      <a:pt x="78" y="268"/>
                      <a:pt x="78" y="268"/>
                    </a:cubicBezTo>
                    <a:cubicBezTo>
                      <a:pt x="78" y="263"/>
                      <a:pt x="78" y="263"/>
                      <a:pt x="78" y="263"/>
                    </a:cubicBezTo>
                    <a:cubicBezTo>
                      <a:pt x="85" y="263"/>
                      <a:pt x="85" y="263"/>
                      <a:pt x="85" y="263"/>
                    </a:cubicBezTo>
                    <a:lnTo>
                      <a:pt x="85" y="269"/>
                    </a:lnTo>
                    <a:close/>
                    <a:moveTo>
                      <a:pt x="85" y="262"/>
                    </a:moveTo>
                    <a:cubicBezTo>
                      <a:pt x="78" y="262"/>
                      <a:pt x="78" y="262"/>
                      <a:pt x="78" y="262"/>
                    </a:cubicBezTo>
                    <a:cubicBezTo>
                      <a:pt x="78" y="257"/>
                      <a:pt x="78" y="257"/>
                      <a:pt x="78" y="257"/>
                    </a:cubicBezTo>
                    <a:cubicBezTo>
                      <a:pt x="85" y="256"/>
                      <a:pt x="85" y="256"/>
                      <a:pt x="85" y="256"/>
                    </a:cubicBezTo>
                    <a:lnTo>
                      <a:pt x="85" y="262"/>
                    </a:lnTo>
                    <a:close/>
                    <a:moveTo>
                      <a:pt x="126" y="265"/>
                    </a:moveTo>
                    <a:cubicBezTo>
                      <a:pt x="125" y="265"/>
                      <a:pt x="124" y="265"/>
                      <a:pt x="124" y="264"/>
                    </a:cubicBezTo>
                    <a:cubicBezTo>
                      <a:pt x="124" y="264"/>
                      <a:pt x="124" y="264"/>
                      <a:pt x="122" y="267"/>
                    </a:cubicBezTo>
                    <a:cubicBezTo>
                      <a:pt x="122" y="267"/>
                      <a:pt x="122" y="267"/>
                      <a:pt x="121" y="266"/>
                    </a:cubicBezTo>
                    <a:cubicBezTo>
                      <a:pt x="121" y="266"/>
                      <a:pt x="121" y="266"/>
                      <a:pt x="123" y="264"/>
                    </a:cubicBezTo>
                    <a:cubicBezTo>
                      <a:pt x="122" y="263"/>
                      <a:pt x="122" y="262"/>
                      <a:pt x="122" y="261"/>
                    </a:cubicBezTo>
                    <a:cubicBezTo>
                      <a:pt x="122" y="259"/>
                      <a:pt x="124" y="257"/>
                      <a:pt x="126" y="257"/>
                    </a:cubicBezTo>
                    <a:cubicBezTo>
                      <a:pt x="128" y="257"/>
                      <a:pt x="130" y="259"/>
                      <a:pt x="130" y="261"/>
                    </a:cubicBezTo>
                    <a:cubicBezTo>
                      <a:pt x="130" y="263"/>
                      <a:pt x="128" y="265"/>
                      <a:pt x="126" y="265"/>
                    </a:cubicBezTo>
                    <a:close/>
                    <a:moveTo>
                      <a:pt x="143" y="227"/>
                    </a:moveTo>
                    <a:cubicBezTo>
                      <a:pt x="101" y="227"/>
                      <a:pt x="57" y="227"/>
                      <a:pt x="14" y="227"/>
                    </a:cubicBezTo>
                    <a:cubicBezTo>
                      <a:pt x="14" y="159"/>
                      <a:pt x="14" y="91"/>
                      <a:pt x="14" y="24"/>
                    </a:cubicBezTo>
                    <a:cubicBezTo>
                      <a:pt x="57" y="24"/>
                      <a:pt x="101" y="24"/>
                      <a:pt x="143" y="24"/>
                    </a:cubicBezTo>
                    <a:cubicBezTo>
                      <a:pt x="143" y="91"/>
                      <a:pt x="143" y="159"/>
                      <a:pt x="143" y="227"/>
                    </a:cubicBezTo>
                    <a:close/>
                    <a:moveTo>
                      <a:pt x="129" y="261"/>
                    </a:moveTo>
                    <a:cubicBezTo>
                      <a:pt x="129" y="263"/>
                      <a:pt x="128" y="264"/>
                      <a:pt x="126" y="264"/>
                    </a:cubicBezTo>
                    <a:cubicBezTo>
                      <a:pt x="124" y="264"/>
                      <a:pt x="123" y="263"/>
                      <a:pt x="123" y="261"/>
                    </a:cubicBezTo>
                    <a:cubicBezTo>
                      <a:pt x="123" y="260"/>
                      <a:pt x="124" y="258"/>
                      <a:pt x="126" y="258"/>
                    </a:cubicBezTo>
                    <a:cubicBezTo>
                      <a:pt x="128" y="258"/>
                      <a:pt x="129" y="260"/>
                      <a:pt x="129" y="261"/>
                    </a:cubicBezTo>
                    <a:close/>
                  </a:path>
                </a:pathLst>
              </a:custGeom>
              <a:solidFill>
                <a:schemeClr val="tx1"/>
              </a:solidFill>
              <a:ln>
                <a:noFill/>
              </a:ln>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07" name="Rectangle 506"/>
              <p:cNvSpPr/>
              <p:nvPr/>
            </p:nvSpPr>
            <p:spPr bwMode="auto">
              <a:xfrm>
                <a:off x="6657420" y="-401045"/>
                <a:ext cx="639762" cy="14861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442" name="Freeform 5"/>
            <p:cNvSpPr>
              <a:spLocks/>
            </p:cNvSpPr>
            <p:nvPr/>
          </p:nvSpPr>
          <p:spPr bwMode="auto">
            <a:xfrm>
              <a:off x="5883472" y="1314690"/>
              <a:ext cx="786530" cy="1558413"/>
            </a:xfrm>
            <a:custGeom>
              <a:avLst/>
              <a:gdLst>
                <a:gd name="T0" fmla="*/ 98 w 98"/>
                <a:gd name="T1" fmla="*/ 193 h 197"/>
                <a:gd name="T2" fmla="*/ 94 w 98"/>
                <a:gd name="T3" fmla="*/ 197 h 197"/>
                <a:gd name="T4" fmla="*/ 4 w 98"/>
                <a:gd name="T5" fmla="*/ 197 h 197"/>
                <a:gd name="T6" fmla="*/ 0 w 98"/>
                <a:gd name="T7" fmla="*/ 193 h 197"/>
                <a:gd name="T8" fmla="*/ 0 w 98"/>
                <a:gd name="T9" fmla="*/ 4 h 197"/>
                <a:gd name="T10" fmla="*/ 4 w 98"/>
                <a:gd name="T11" fmla="*/ 0 h 197"/>
                <a:gd name="T12" fmla="*/ 94 w 98"/>
                <a:gd name="T13" fmla="*/ 0 h 197"/>
                <a:gd name="T14" fmla="*/ 98 w 98"/>
                <a:gd name="T15" fmla="*/ 4 h 197"/>
                <a:gd name="T16" fmla="*/ 98 w 98"/>
                <a:gd name="T17" fmla="*/ 19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97">
                  <a:moveTo>
                    <a:pt x="98" y="193"/>
                  </a:moveTo>
                  <a:cubicBezTo>
                    <a:pt x="98" y="195"/>
                    <a:pt x="96" y="197"/>
                    <a:pt x="94" y="197"/>
                  </a:cubicBezTo>
                  <a:cubicBezTo>
                    <a:pt x="4" y="197"/>
                    <a:pt x="4" y="197"/>
                    <a:pt x="4" y="197"/>
                  </a:cubicBezTo>
                  <a:cubicBezTo>
                    <a:pt x="2" y="197"/>
                    <a:pt x="0" y="195"/>
                    <a:pt x="0" y="193"/>
                  </a:cubicBezTo>
                  <a:cubicBezTo>
                    <a:pt x="0" y="4"/>
                    <a:pt x="0" y="4"/>
                    <a:pt x="0" y="4"/>
                  </a:cubicBezTo>
                  <a:cubicBezTo>
                    <a:pt x="0" y="2"/>
                    <a:pt x="2" y="0"/>
                    <a:pt x="4" y="0"/>
                  </a:cubicBezTo>
                  <a:cubicBezTo>
                    <a:pt x="94" y="0"/>
                    <a:pt x="94" y="0"/>
                    <a:pt x="94" y="0"/>
                  </a:cubicBezTo>
                  <a:cubicBezTo>
                    <a:pt x="96" y="0"/>
                    <a:pt x="98" y="2"/>
                    <a:pt x="98" y="4"/>
                  </a:cubicBezTo>
                  <a:lnTo>
                    <a:pt x="98"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3" name="Freeform 22"/>
            <p:cNvSpPr>
              <a:spLocks/>
            </p:cNvSpPr>
            <p:nvPr/>
          </p:nvSpPr>
          <p:spPr bwMode="auto">
            <a:xfrm>
              <a:off x="6005041" y="2770576"/>
              <a:ext cx="23435" cy="39547"/>
            </a:xfrm>
            <a:custGeom>
              <a:avLst/>
              <a:gdLst>
                <a:gd name="T0" fmla="*/ 16 w 16"/>
                <a:gd name="T1" fmla="*/ 27 h 27"/>
                <a:gd name="T2" fmla="*/ 0 w 16"/>
                <a:gd name="T3" fmla="*/ 10 h 27"/>
                <a:gd name="T4" fmla="*/ 16 w 16"/>
                <a:gd name="T5" fmla="*/ 0 h 27"/>
              </a:gdLst>
              <a:ahLst/>
              <a:cxnLst>
                <a:cxn ang="0">
                  <a:pos x="T0" y="T1"/>
                </a:cxn>
                <a:cxn ang="0">
                  <a:pos x="T2" y="T3"/>
                </a:cxn>
                <a:cxn ang="0">
                  <a:pos x="T4" y="T5"/>
                </a:cxn>
              </a:cxnLst>
              <a:rect l="0" t="0" r="r" b="b"/>
              <a:pathLst>
                <a:path w="16" h="27">
                  <a:moveTo>
                    <a:pt x="16" y="27"/>
                  </a:moveTo>
                  <a:lnTo>
                    <a:pt x="0" y="10"/>
                  </a:lnTo>
                  <a:lnTo>
                    <a:pt x="16" y="0"/>
                  </a:lnTo>
                </a:path>
              </a:pathLst>
            </a:custGeom>
            <a:solidFill>
              <a:schemeClr val="tx1"/>
            </a:solidFill>
            <a:ln w="7938" cap="rnd">
              <a:solidFill>
                <a:srgbClr val="969696"/>
              </a:solidFill>
              <a:prstDash val="solid"/>
              <a:miter lim="800000"/>
              <a:headEnd/>
              <a:tailEnd/>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4" name="Line 23"/>
            <p:cNvSpPr>
              <a:spLocks noChangeShapeType="1"/>
            </p:cNvSpPr>
            <p:nvPr/>
          </p:nvSpPr>
          <p:spPr bwMode="auto">
            <a:xfrm>
              <a:off x="6005041" y="2785223"/>
              <a:ext cx="39547" cy="0"/>
            </a:xfrm>
            <a:prstGeom prst="line">
              <a:avLst/>
            </a:prstGeom>
            <a:noFill/>
            <a:ln w="7938"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5" name="Oval 24"/>
            <p:cNvSpPr>
              <a:spLocks noChangeArrowheads="1"/>
            </p:cNvSpPr>
            <p:nvPr/>
          </p:nvSpPr>
          <p:spPr bwMode="auto">
            <a:xfrm>
              <a:off x="6517676" y="2770576"/>
              <a:ext cx="32223" cy="30759"/>
            </a:xfrm>
            <a:prstGeom prst="ellipse">
              <a:avLst/>
            </a:prstGeom>
            <a:solidFill>
              <a:srgbClr val="000000"/>
            </a:solidFill>
            <a:ln w="7938" cap="rnd">
              <a:solidFill>
                <a:srgbClr val="969696"/>
              </a:solidFill>
              <a:prstDash val="solid"/>
              <a:miter lim="800000"/>
              <a:headEnd/>
              <a:tailEnd/>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6" name="Line 25"/>
            <p:cNvSpPr>
              <a:spLocks noChangeShapeType="1"/>
            </p:cNvSpPr>
            <p:nvPr/>
          </p:nvSpPr>
          <p:spPr bwMode="auto">
            <a:xfrm flipH="1">
              <a:off x="6508888" y="2794011"/>
              <a:ext cx="8788" cy="16112"/>
            </a:xfrm>
            <a:prstGeom prst="line">
              <a:avLst/>
            </a:prstGeom>
            <a:noFill/>
            <a:ln w="7938"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7" name="Freeform 26"/>
            <p:cNvSpPr>
              <a:spLocks/>
            </p:cNvSpPr>
            <p:nvPr/>
          </p:nvSpPr>
          <p:spPr bwMode="auto">
            <a:xfrm>
              <a:off x="6277470" y="2761788"/>
              <a:ext cx="23435" cy="23435"/>
            </a:xfrm>
            <a:custGeom>
              <a:avLst/>
              <a:gdLst>
                <a:gd name="T0" fmla="*/ 0 w 16"/>
                <a:gd name="T1" fmla="*/ 16 h 16"/>
                <a:gd name="T2" fmla="*/ 16 w 16"/>
                <a:gd name="T3" fmla="*/ 16 h 16"/>
                <a:gd name="T4" fmla="*/ 16 w 16"/>
                <a:gd name="T5" fmla="*/ 0 h 16"/>
                <a:gd name="T6" fmla="*/ 0 w 16"/>
                <a:gd name="T7" fmla="*/ 6 h 16"/>
                <a:gd name="T8" fmla="*/ 0 w 16"/>
                <a:gd name="T9" fmla="*/ 16 h 16"/>
              </a:gdLst>
              <a:ahLst/>
              <a:cxnLst>
                <a:cxn ang="0">
                  <a:pos x="T0" y="T1"/>
                </a:cxn>
                <a:cxn ang="0">
                  <a:pos x="T2" y="T3"/>
                </a:cxn>
                <a:cxn ang="0">
                  <a:pos x="T4" y="T5"/>
                </a:cxn>
                <a:cxn ang="0">
                  <a:pos x="T6" y="T7"/>
                </a:cxn>
                <a:cxn ang="0">
                  <a:pos x="T8" y="T9"/>
                </a:cxn>
              </a:cxnLst>
              <a:rect l="0" t="0" r="r" b="b"/>
              <a:pathLst>
                <a:path w="16" h="16">
                  <a:moveTo>
                    <a:pt x="0" y="16"/>
                  </a:moveTo>
                  <a:lnTo>
                    <a:pt x="16" y="16"/>
                  </a:lnTo>
                  <a:lnTo>
                    <a:pt x="16" y="0"/>
                  </a:lnTo>
                  <a:lnTo>
                    <a:pt x="0" y="6"/>
                  </a:lnTo>
                  <a:lnTo>
                    <a:pt x="0" y="16"/>
                  </a:lnTo>
                  <a:close/>
                </a:path>
              </a:pathLst>
            </a:cu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8" name="Rectangle 27"/>
            <p:cNvSpPr>
              <a:spLocks noChangeArrowheads="1"/>
            </p:cNvSpPr>
            <p:nvPr/>
          </p:nvSpPr>
          <p:spPr bwMode="auto">
            <a:xfrm>
              <a:off x="6252570" y="2770576"/>
              <a:ext cx="16112" cy="14647"/>
            </a:xfrm>
            <a:prstGeom prst="rect">
              <a:avLst/>
            </a:pr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9" name="Rectangle 28"/>
            <p:cNvSpPr>
              <a:spLocks noChangeArrowheads="1"/>
            </p:cNvSpPr>
            <p:nvPr/>
          </p:nvSpPr>
          <p:spPr bwMode="auto">
            <a:xfrm>
              <a:off x="6277470" y="2785223"/>
              <a:ext cx="23435" cy="24900"/>
            </a:xfrm>
            <a:prstGeom prst="rect">
              <a:avLst/>
            </a:pr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0" name="Rectangle 29"/>
            <p:cNvSpPr>
              <a:spLocks noChangeArrowheads="1"/>
            </p:cNvSpPr>
            <p:nvPr/>
          </p:nvSpPr>
          <p:spPr bwMode="auto">
            <a:xfrm>
              <a:off x="6252570" y="2785223"/>
              <a:ext cx="16112" cy="24900"/>
            </a:xfrm>
            <a:prstGeom prst="rect">
              <a:avLst/>
            </a:pr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1" name="Rectangle 30"/>
            <p:cNvSpPr>
              <a:spLocks noChangeArrowheads="1"/>
            </p:cNvSpPr>
            <p:nvPr/>
          </p:nvSpPr>
          <p:spPr bwMode="auto">
            <a:xfrm>
              <a:off x="6669082" y="2477641"/>
              <a:ext cx="45719" cy="18162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2" name="Freeform 31"/>
            <p:cNvSpPr>
              <a:spLocks/>
            </p:cNvSpPr>
            <p:nvPr/>
          </p:nvSpPr>
          <p:spPr bwMode="auto">
            <a:xfrm>
              <a:off x="6196912" y="1393782"/>
              <a:ext cx="184549" cy="24900"/>
            </a:xfrm>
            <a:custGeom>
              <a:avLst/>
              <a:gdLst>
                <a:gd name="T0" fmla="*/ 23 w 23"/>
                <a:gd name="T1" fmla="*/ 2 h 3"/>
                <a:gd name="T2" fmla="*/ 21 w 23"/>
                <a:gd name="T3" fmla="*/ 3 h 3"/>
                <a:gd name="T4" fmla="*/ 1 w 23"/>
                <a:gd name="T5" fmla="*/ 3 h 3"/>
                <a:gd name="T6" fmla="*/ 0 w 23"/>
                <a:gd name="T7" fmla="*/ 2 h 3"/>
                <a:gd name="T8" fmla="*/ 0 w 23"/>
                <a:gd name="T9" fmla="*/ 2 h 3"/>
                <a:gd name="T10" fmla="*/ 1 w 23"/>
                <a:gd name="T11" fmla="*/ 0 h 3"/>
                <a:gd name="T12" fmla="*/ 21 w 23"/>
                <a:gd name="T13" fmla="*/ 0 h 3"/>
                <a:gd name="T14" fmla="*/ 23 w 23"/>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
                  <a:moveTo>
                    <a:pt x="23" y="2"/>
                  </a:moveTo>
                  <a:cubicBezTo>
                    <a:pt x="23" y="3"/>
                    <a:pt x="22" y="3"/>
                    <a:pt x="21" y="3"/>
                  </a:cubicBezTo>
                  <a:cubicBezTo>
                    <a:pt x="1" y="3"/>
                    <a:pt x="1" y="3"/>
                    <a:pt x="1" y="3"/>
                  </a:cubicBezTo>
                  <a:cubicBezTo>
                    <a:pt x="0" y="3"/>
                    <a:pt x="0" y="3"/>
                    <a:pt x="0" y="2"/>
                  </a:cubicBezTo>
                  <a:cubicBezTo>
                    <a:pt x="0" y="2"/>
                    <a:pt x="0" y="2"/>
                    <a:pt x="0" y="2"/>
                  </a:cubicBezTo>
                  <a:cubicBezTo>
                    <a:pt x="0" y="1"/>
                    <a:pt x="0" y="0"/>
                    <a:pt x="1" y="0"/>
                  </a:cubicBezTo>
                  <a:cubicBezTo>
                    <a:pt x="21" y="0"/>
                    <a:pt x="21" y="0"/>
                    <a:pt x="21" y="0"/>
                  </a:cubicBezTo>
                  <a:cubicBezTo>
                    <a:pt x="22" y="0"/>
                    <a:pt x="23" y="1"/>
                    <a:pt x="23" y="2"/>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3" name="Rectangle 32"/>
            <p:cNvSpPr>
              <a:spLocks noChangeArrowheads="1"/>
            </p:cNvSpPr>
            <p:nvPr/>
          </p:nvSpPr>
          <p:spPr bwMode="auto">
            <a:xfrm>
              <a:off x="5964030" y="1512421"/>
              <a:ext cx="8788" cy="322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4" name="Rectangle 33"/>
            <p:cNvSpPr>
              <a:spLocks noChangeArrowheads="1"/>
            </p:cNvSpPr>
            <p:nvPr/>
          </p:nvSpPr>
          <p:spPr bwMode="auto">
            <a:xfrm>
              <a:off x="5956706" y="1521209"/>
              <a:ext cx="7324" cy="234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5" name="Rectangle 34"/>
            <p:cNvSpPr>
              <a:spLocks noChangeArrowheads="1"/>
            </p:cNvSpPr>
            <p:nvPr/>
          </p:nvSpPr>
          <p:spPr bwMode="auto">
            <a:xfrm>
              <a:off x="5947918" y="1528532"/>
              <a:ext cx="8788" cy="1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6" name="Rectangle 35"/>
            <p:cNvSpPr>
              <a:spLocks noChangeArrowheads="1"/>
            </p:cNvSpPr>
            <p:nvPr/>
          </p:nvSpPr>
          <p:spPr bwMode="auto">
            <a:xfrm>
              <a:off x="5940595" y="1528532"/>
              <a:ext cx="7324" cy="1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7" name="Rectangle 36"/>
            <p:cNvSpPr>
              <a:spLocks noChangeArrowheads="1"/>
            </p:cNvSpPr>
            <p:nvPr/>
          </p:nvSpPr>
          <p:spPr bwMode="auto">
            <a:xfrm>
              <a:off x="5931807" y="1537320"/>
              <a:ext cx="8788" cy="73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8" name="Rectangle 37"/>
            <p:cNvSpPr>
              <a:spLocks noChangeArrowheads="1"/>
            </p:cNvSpPr>
            <p:nvPr/>
          </p:nvSpPr>
          <p:spPr bwMode="auto">
            <a:xfrm>
              <a:off x="6492776" y="1512421"/>
              <a:ext cx="32223" cy="322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nvGrpSpPr>
            <p:cNvPr id="459" name="Group 361"/>
            <p:cNvGrpSpPr>
              <a:grpSpLocks noChangeAspect="1"/>
            </p:cNvGrpSpPr>
            <p:nvPr/>
          </p:nvGrpSpPr>
          <p:grpSpPr bwMode="auto">
            <a:xfrm>
              <a:off x="5951133" y="1619769"/>
              <a:ext cx="653662" cy="1067595"/>
              <a:chOff x="3756" y="912"/>
              <a:chExt cx="409" cy="668"/>
            </a:xfrm>
          </p:grpSpPr>
          <p:sp>
            <p:nvSpPr>
              <p:cNvPr id="476" name="Rectangle 362"/>
              <p:cNvSpPr>
                <a:spLocks noChangeArrowheads="1"/>
              </p:cNvSpPr>
              <p:nvPr/>
            </p:nvSpPr>
            <p:spPr bwMode="auto">
              <a:xfrm>
                <a:off x="3756" y="912"/>
                <a:ext cx="91" cy="9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77" name="Rectangle 363"/>
              <p:cNvSpPr>
                <a:spLocks noChangeArrowheads="1"/>
              </p:cNvSpPr>
              <p:nvPr/>
            </p:nvSpPr>
            <p:spPr bwMode="auto">
              <a:xfrm>
                <a:off x="3857" y="912"/>
                <a:ext cx="96" cy="9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78" name="Rectangle 364"/>
              <p:cNvSpPr>
                <a:spLocks noChangeArrowheads="1"/>
              </p:cNvSpPr>
              <p:nvPr/>
            </p:nvSpPr>
            <p:spPr bwMode="auto">
              <a:xfrm>
                <a:off x="3963" y="912"/>
                <a:ext cx="96" cy="9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79" name="Rectangle 365"/>
              <p:cNvSpPr>
                <a:spLocks noChangeArrowheads="1"/>
              </p:cNvSpPr>
              <p:nvPr/>
            </p:nvSpPr>
            <p:spPr bwMode="auto">
              <a:xfrm>
                <a:off x="4069" y="912"/>
                <a:ext cx="96" cy="9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0" name="Rectangle 366"/>
              <p:cNvSpPr>
                <a:spLocks noChangeArrowheads="1"/>
              </p:cNvSpPr>
              <p:nvPr/>
            </p:nvSpPr>
            <p:spPr bwMode="auto">
              <a:xfrm>
                <a:off x="3756" y="1221"/>
                <a:ext cx="197" cy="194"/>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1" name="Rectangle 367"/>
              <p:cNvSpPr>
                <a:spLocks noChangeArrowheads="1"/>
              </p:cNvSpPr>
              <p:nvPr/>
            </p:nvSpPr>
            <p:spPr bwMode="auto">
              <a:xfrm>
                <a:off x="3756" y="1430"/>
                <a:ext cx="409" cy="150"/>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2" name="Rectangle 368"/>
              <p:cNvSpPr>
                <a:spLocks noChangeArrowheads="1"/>
              </p:cNvSpPr>
              <p:nvPr/>
            </p:nvSpPr>
            <p:spPr bwMode="auto">
              <a:xfrm>
                <a:off x="3963" y="1221"/>
                <a:ext cx="96" cy="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3" name="Rectangle 369"/>
              <p:cNvSpPr>
                <a:spLocks noChangeArrowheads="1"/>
              </p:cNvSpPr>
              <p:nvPr/>
            </p:nvSpPr>
            <p:spPr bwMode="auto">
              <a:xfrm>
                <a:off x="4069" y="1221"/>
                <a:ext cx="96" cy="9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4" name="Rectangle 370"/>
              <p:cNvSpPr>
                <a:spLocks noChangeArrowheads="1"/>
              </p:cNvSpPr>
              <p:nvPr/>
            </p:nvSpPr>
            <p:spPr bwMode="auto">
              <a:xfrm>
                <a:off x="3963" y="1321"/>
                <a:ext cx="96" cy="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5" name="Rectangle 371"/>
              <p:cNvSpPr>
                <a:spLocks noChangeArrowheads="1"/>
              </p:cNvSpPr>
              <p:nvPr/>
            </p:nvSpPr>
            <p:spPr bwMode="auto">
              <a:xfrm>
                <a:off x="4069" y="1321"/>
                <a:ext cx="96" cy="94"/>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6" name="Rectangle 372"/>
              <p:cNvSpPr>
                <a:spLocks noChangeArrowheads="1"/>
              </p:cNvSpPr>
              <p:nvPr/>
            </p:nvSpPr>
            <p:spPr bwMode="auto">
              <a:xfrm>
                <a:off x="3756" y="1017"/>
                <a:ext cx="91" cy="89"/>
              </a:xfrm>
              <a:prstGeom prst="rect">
                <a:avLst/>
              </a:prstGeom>
              <a:solidFill>
                <a:srgbClr val="BA14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7" name="Rectangle 373"/>
              <p:cNvSpPr>
                <a:spLocks noChangeArrowheads="1"/>
              </p:cNvSpPr>
              <p:nvPr/>
            </p:nvSpPr>
            <p:spPr bwMode="auto">
              <a:xfrm>
                <a:off x="3857" y="1017"/>
                <a:ext cx="202" cy="194"/>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8" name="Rectangle 374"/>
              <p:cNvSpPr>
                <a:spLocks noChangeArrowheads="1"/>
              </p:cNvSpPr>
              <p:nvPr/>
            </p:nvSpPr>
            <p:spPr bwMode="auto">
              <a:xfrm>
                <a:off x="4069" y="1017"/>
                <a:ext cx="96" cy="89"/>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9" name="Rectangle 375"/>
              <p:cNvSpPr>
                <a:spLocks noChangeArrowheads="1"/>
              </p:cNvSpPr>
              <p:nvPr/>
            </p:nvSpPr>
            <p:spPr bwMode="auto">
              <a:xfrm>
                <a:off x="3756" y="1116"/>
                <a:ext cx="91" cy="95"/>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90" name="Rectangle 377"/>
              <p:cNvSpPr>
                <a:spLocks noChangeArrowheads="1"/>
              </p:cNvSpPr>
              <p:nvPr/>
            </p:nvSpPr>
            <p:spPr bwMode="auto">
              <a:xfrm>
                <a:off x="4069" y="1116"/>
                <a:ext cx="96" cy="9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
          <p:nvSpPr>
            <p:cNvPr id="460" name="Rectangle 38"/>
            <p:cNvSpPr>
              <a:spLocks noChangeArrowheads="1"/>
            </p:cNvSpPr>
            <p:nvPr/>
          </p:nvSpPr>
          <p:spPr bwMode="auto">
            <a:xfrm>
              <a:off x="6469342" y="1521209"/>
              <a:ext cx="7324" cy="1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61" name="Rectangle 460"/>
            <p:cNvSpPr/>
            <p:nvPr/>
          </p:nvSpPr>
          <p:spPr bwMode="auto">
            <a:xfrm>
              <a:off x="6669082" y="1645386"/>
              <a:ext cx="469545" cy="883054"/>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462" name="Rectangle 461"/>
            <p:cNvSpPr/>
            <p:nvPr/>
          </p:nvSpPr>
          <p:spPr bwMode="auto">
            <a:xfrm>
              <a:off x="5419725" y="1745191"/>
              <a:ext cx="463747" cy="81744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463" name="Group 462"/>
            <p:cNvGrpSpPr/>
            <p:nvPr/>
          </p:nvGrpSpPr>
          <p:grpSpPr>
            <a:xfrm>
              <a:off x="6762379" y="1998339"/>
              <a:ext cx="121238" cy="136847"/>
              <a:chOff x="6821706" y="2244827"/>
              <a:chExt cx="122543" cy="138320"/>
            </a:xfrm>
            <a:solidFill>
              <a:schemeClr val="accent6">
                <a:lumMod val="75000"/>
              </a:schemeClr>
            </a:solidFill>
          </p:grpSpPr>
          <p:sp>
            <p:nvSpPr>
              <p:cNvPr id="474" name="Freeform 24"/>
              <p:cNvSpPr>
                <a:spLocks/>
              </p:cNvSpPr>
              <p:nvPr/>
            </p:nvSpPr>
            <p:spPr bwMode="auto">
              <a:xfrm>
                <a:off x="6821706" y="2277082"/>
                <a:ext cx="122543" cy="106065"/>
              </a:xfrm>
              <a:custGeom>
                <a:avLst/>
                <a:gdLst>
                  <a:gd name="T0" fmla="*/ 296 w 296"/>
                  <a:gd name="T1" fmla="*/ 167 h 256"/>
                  <a:gd name="T2" fmla="*/ 274 w 296"/>
                  <a:gd name="T3" fmla="*/ 207 h 256"/>
                  <a:gd name="T4" fmla="*/ 216 w 296"/>
                  <a:gd name="T5" fmla="*/ 256 h 256"/>
                  <a:gd name="T6" fmla="*/ 159 w 296"/>
                  <a:gd name="T7" fmla="*/ 242 h 256"/>
                  <a:gd name="T8" fmla="*/ 101 w 296"/>
                  <a:gd name="T9" fmla="*/ 256 h 256"/>
                  <a:gd name="T10" fmla="*/ 44 w 296"/>
                  <a:gd name="T11" fmla="*/ 210 h 256"/>
                  <a:gd name="T12" fmla="*/ 24 w 296"/>
                  <a:gd name="T13" fmla="*/ 42 h 256"/>
                  <a:gd name="T14" fmla="*/ 94 w 296"/>
                  <a:gd name="T15" fmla="*/ 0 h 256"/>
                  <a:gd name="T16" fmla="*/ 158 w 296"/>
                  <a:gd name="T17" fmla="*/ 15 h 256"/>
                  <a:gd name="T18" fmla="*/ 222 w 296"/>
                  <a:gd name="T19" fmla="*/ 0 h 256"/>
                  <a:gd name="T20" fmla="*/ 286 w 296"/>
                  <a:gd name="T21" fmla="*/ 34 h 256"/>
                  <a:gd name="T22" fmla="*/ 296 w 296"/>
                  <a:gd name="T23" fmla="*/ 16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56">
                    <a:moveTo>
                      <a:pt x="296" y="167"/>
                    </a:moveTo>
                    <a:cubicBezTo>
                      <a:pt x="288" y="184"/>
                      <a:pt x="284" y="192"/>
                      <a:pt x="274" y="207"/>
                    </a:cubicBezTo>
                    <a:cubicBezTo>
                      <a:pt x="260" y="229"/>
                      <a:pt x="240" y="255"/>
                      <a:pt x="216" y="256"/>
                    </a:cubicBezTo>
                    <a:cubicBezTo>
                      <a:pt x="194" y="256"/>
                      <a:pt x="188" y="241"/>
                      <a:pt x="159" y="242"/>
                    </a:cubicBezTo>
                    <a:cubicBezTo>
                      <a:pt x="129" y="242"/>
                      <a:pt x="123" y="256"/>
                      <a:pt x="101" y="256"/>
                    </a:cubicBezTo>
                    <a:cubicBezTo>
                      <a:pt x="76" y="255"/>
                      <a:pt x="58" y="231"/>
                      <a:pt x="44" y="210"/>
                    </a:cubicBezTo>
                    <a:cubicBezTo>
                      <a:pt x="4" y="150"/>
                      <a:pt x="0" y="80"/>
                      <a:pt x="24" y="42"/>
                    </a:cubicBezTo>
                    <a:cubicBezTo>
                      <a:pt x="42" y="16"/>
                      <a:pt x="69" y="0"/>
                      <a:pt x="94" y="0"/>
                    </a:cubicBezTo>
                    <a:cubicBezTo>
                      <a:pt x="120" y="0"/>
                      <a:pt x="137" y="15"/>
                      <a:pt x="158" y="15"/>
                    </a:cubicBezTo>
                    <a:cubicBezTo>
                      <a:pt x="179" y="15"/>
                      <a:pt x="192" y="0"/>
                      <a:pt x="222" y="0"/>
                    </a:cubicBezTo>
                    <a:cubicBezTo>
                      <a:pt x="245" y="0"/>
                      <a:pt x="269" y="13"/>
                      <a:pt x="286" y="34"/>
                    </a:cubicBezTo>
                    <a:cubicBezTo>
                      <a:pt x="230" y="65"/>
                      <a:pt x="239" y="145"/>
                      <a:pt x="296" y="1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188"/>
                <a:endParaRPr lang="en-US" sz="1764">
                  <a:solidFill>
                    <a:srgbClr val="FFFFFF"/>
                  </a:solidFill>
                </a:endParaRPr>
              </a:p>
            </p:txBody>
          </p:sp>
          <p:sp>
            <p:nvSpPr>
              <p:cNvPr id="475" name="Freeform 25"/>
              <p:cNvSpPr>
                <a:spLocks/>
              </p:cNvSpPr>
              <p:nvPr/>
            </p:nvSpPr>
            <p:spPr bwMode="auto">
              <a:xfrm>
                <a:off x="6881337" y="2244827"/>
                <a:ext cx="30680" cy="33485"/>
              </a:xfrm>
              <a:custGeom>
                <a:avLst/>
                <a:gdLst>
                  <a:gd name="T0" fmla="*/ 55 w 74"/>
                  <a:gd name="T1" fmla="*/ 54 h 81"/>
                  <a:gd name="T2" fmla="*/ 71 w 74"/>
                  <a:gd name="T3" fmla="*/ 0 h 81"/>
                  <a:gd name="T4" fmla="*/ 20 w 74"/>
                  <a:gd name="T5" fmla="*/ 28 h 81"/>
                  <a:gd name="T6" fmla="*/ 4 w 74"/>
                  <a:gd name="T7" fmla="*/ 81 h 81"/>
                  <a:gd name="T8" fmla="*/ 55 w 74"/>
                  <a:gd name="T9" fmla="*/ 54 h 81"/>
                </a:gdLst>
                <a:ahLst/>
                <a:cxnLst>
                  <a:cxn ang="0">
                    <a:pos x="T0" y="T1"/>
                  </a:cxn>
                  <a:cxn ang="0">
                    <a:pos x="T2" y="T3"/>
                  </a:cxn>
                  <a:cxn ang="0">
                    <a:pos x="T4" y="T5"/>
                  </a:cxn>
                  <a:cxn ang="0">
                    <a:pos x="T6" y="T7"/>
                  </a:cxn>
                  <a:cxn ang="0">
                    <a:pos x="T8" y="T9"/>
                  </a:cxn>
                </a:cxnLst>
                <a:rect l="0" t="0" r="r" b="b"/>
                <a:pathLst>
                  <a:path w="74" h="81">
                    <a:moveTo>
                      <a:pt x="55" y="54"/>
                    </a:moveTo>
                    <a:cubicBezTo>
                      <a:pt x="66" y="40"/>
                      <a:pt x="74" y="21"/>
                      <a:pt x="71" y="0"/>
                    </a:cubicBezTo>
                    <a:cubicBezTo>
                      <a:pt x="54" y="2"/>
                      <a:pt x="33" y="13"/>
                      <a:pt x="20" y="28"/>
                    </a:cubicBezTo>
                    <a:cubicBezTo>
                      <a:pt x="9" y="41"/>
                      <a:pt x="0" y="61"/>
                      <a:pt x="4" y="81"/>
                    </a:cubicBezTo>
                    <a:cubicBezTo>
                      <a:pt x="23" y="81"/>
                      <a:pt x="44" y="70"/>
                      <a:pt x="55"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188"/>
                <a:endParaRPr lang="en-US" sz="1764">
                  <a:solidFill>
                    <a:srgbClr val="FFFFFF"/>
                  </a:solidFill>
                </a:endParaRPr>
              </a:p>
            </p:txBody>
          </p:sp>
        </p:grpSp>
        <p:grpSp>
          <p:nvGrpSpPr>
            <p:cNvPr id="464" name="Group 463"/>
            <p:cNvGrpSpPr/>
            <p:nvPr/>
          </p:nvGrpSpPr>
          <p:grpSpPr>
            <a:xfrm>
              <a:off x="6744485" y="1563052"/>
              <a:ext cx="157076" cy="1155247"/>
              <a:chOff x="6744485" y="1563052"/>
              <a:chExt cx="157076" cy="1155247"/>
            </a:xfrm>
          </p:grpSpPr>
          <p:sp>
            <p:nvSpPr>
              <p:cNvPr id="469" name="Oval 468"/>
              <p:cNvSpPr/>
              <p:nvPr/>
            </p:nvSpPr>
            <p:spPr bwMode="auto">
              <a:xfrm>
                <a:off x="6769989" y="2612231"/>
                <a:ext cx="106068" cy="106068"/>
              </a:xfrm>
              <a:prstGeom prst="ellipse">
                <a:avLst/>
              </a:prstGeom>
              <a:solidFill>
                <a:schemeClr val="tx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470" name="Group 469"/>
              <p:cNvGrpSpPr/>
              <p:nvPr/>
            </p:nvGrpSpPr>
            <p:grpSpPr>
              <a:xfrm>
                <a:off x="6744485" y="1563052"/>
                <a:ext cx="157076" cy="52818"/>
                <a:chOff x="6822277" y="1553528"/>
                <a:chExt cx="157076" cy="52818"/>
              </a:xfrm>
            </p:grpSpPr>
            <p:sp>
              <p:nvSpPr>
                <p:cNvPr id="471" name="Rounded Rectangle 470"/>
                <p:cNvSpPr/>
                <p:nvPr/>
              </p:nvSpPr>
              <p:spPr bwMode="auto">
                <a:xfrm>
                  <a:off x="6869625" y="1588058"/>
                  <a:ext cx="109728" cy="18288"/>
                </a:xfrm>
                <a:prstGeom prst="roundRect">
                  <a:avLst>
                    <a:gd name="adj" fmla="val 50000"/>
                  </a:avLst>
                </a:prstGeom>
                <a:solidFill>
                  <a:schemeClr val="tx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472" name="Oval 471"/>
                <p:cNvSpPr/>
                <p:nvPr/>
              </p:nvSpPr>
              <p:spPr bwMode="auto">
                <a:xfrm>
                  <a:off x="6822277" y="1588058"/>
                  <a:ext cx="18288" cy="18288"/>
                </a:xfrm>
                <a:prstGeom prst="ellipse">
                  <a:avLst/>
                </a:prstGeom>
                <a:solidFill>
                  <a:schemeClr val="tx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473" name="Oval 472"/>
                <p:cNvSpPr/>
                <p:nvPr/>
              </p:nvSpPr>
              <p:spPr bwMode="auto">
                <a:xfrm>
                  <a:off x="6902305" y="1553528"/>
                  <a:ext cx="18288" cy="1828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65" name="Group 464"/>
            <p:cNvGrpSpPr/>
            <p:nvPr/>
          </p:nvGrpSpPr>
          <p:grpSpPr>
            <a:xfrm>
              <a:off x="5444705" y="1680019"/>
              <a:ext cx="948506" cy="959249"/>
              <a:chOff x="5444705" y="1765011"/>
              <a:chExt cx="948506" cy="959249"/>
            </a:xfrm>
          </p:grpSpPr>
          <p:sp>
            <p:nvSpPr>
              <p:cNvPr id="466" name="Rectangle 465"/>
              <p:cNvSpPr/>
              <p:nvPr/>
            </p:nvSpPr>
            <p:spPr bwMode="auto">
              <a:xfrm>
                <a:off x="5444705" y="1765011"/>
                <a:ext cx="438767" cy="95924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88" tIns="143350" rIns="179188" bIns="143350" numCol="1" spcCol="0" rtlCol="0" fromWordArt="0" anchor="t" anchorCtr="0" forceAA="0" compatLnSpc="1">
                <a:prstTxWarp prst="textNoShape">
                  <a:avLst/>
                </a:prstTxWarp>
                <a:noAutofit/>
              </a:bodyPr>
              <a:lstStyle/>
              <a:p>
                <a:pPr algn="ctr" defTabSz="913564"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pic>
            <p:nvPicPr>
              <p:cNvPr id="467" name="Picture 14"/>
              <p:cNvPicPr>
                <a:picLocks noChangeAspect="1" noChangeArrowheads="1"/>
              </p:cNvPicPr>
              <p:nvPr/>
            </p:nvPicPr>
            <p:blipFill>
              <a:blip r:embed="rId3" cstate="screen">
                <a:lum bright="100000"/>
                <a:extLst>
                  <a:ext uri="{28A0092B-C50C-407E-A947-70E740481C1C}">
                    <a14:useLocalDpi xmlns:a14="http://schemas.microsoft.com/office/drawing/2010/main"/>
                  </a:ext>
                </a:extLst>
              </a:blip>
              <a:srcRect/>
              <a:stretch>
                <a:fillRect/>
              </a:stretch>
            </p:blipFill>
            <p:spPr bwMode="auto">
              <a:xfrm>
                <a:off x="5647306" y="2083319"/>
                <a:ext cx="144572" cy="169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8" name="Picture 1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r="78098"/>
              <a:stretch/>
            </p:blipFill>
            <p:spPr bwMode="auto">
              <a:xfrm>
                <a:off x="6139513" y="1886796"/>
                <a:ext cx="253698" cy="272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nvGrpSpPr>
          <p:cNvPr id="358" name="Group 357"/>
          <p:cNvGrpSpPr/>
          <p:nvPr/>
        </p:nvGrpSpPr>
        <p:grpSpPr>
          <a:xfrm>
            <a:off x="2377382" y="2050681"/>
            <a:ext cx="309915" cy="610715"/>
            <a:chOff x="2423526" y="2090738"/>
            <a:chExt cx="316257" cy="623212"/>
          </a:xfrm>
        </p:grpSpPr>
        <p:pic>
          <p:nvPicPr>
            <p:cNvPr id="359" name="Picture 358"/>
            <p:cNvPicPr>
              <a:picLocks noChangeAspect="1"/>
            </p:cNvPicPr>
            <p:nvPr/>
          </p:nvPicPr>
          <p:blipFill>
            <a:blip r:embed="rId5"/>
            <a:stretch>
              <a:fillRect/>
            </a:stretch>
          </p:blipFill>
          <p:spPr>
            <a:xfrm>
              <a:off x="2423526" y="2090738"/>
              <a:ext cx="316257" cy="623212"/>
            </a:xfrm>
            <a:prstGeom prst="rect">
              <a:avLst/>
            </a:prstGeom>
          </p:spPr>
        </p:pic>
        <p:grpSp>
          <p:nvGrpSpPr>
            <p:cNvPr id="360" name="Group 359"/>
            <p:cNvGrpSpPr/>
            <p:nvPr/>
          </p:nvGrpSpPr>
          <p:grpSpPr>
            <a:xfrm>
              <a:off x="2451472" y="2218095"/>
              <a:ext cx="260365" cy="417911"/>
              <a:chOff x="2450306" y="2218095"/>
              <a:chExt cx="260365" cy="417911"/>
            </a:xfrm>
          </p:grpSpPr>
          <p:sp>
            <p:nvSpPr>
              <p:cNvPr id="361" name="Rectangle 360"/>
              <p:cNvSpPr/>
              <p:nvPr/>
            </p:nvSpPr>
            <p:spPr bwMode="auto">
              <a:xfrm>
                <a:off x="2450306" y="2218095"/>
                <a:ext cx="260365" cy="41791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362" name="Freeform 5"/>
              <p:cNvSpPr>
                <a:spLocks/>
              </p:cNvSpPr>
              <p:nvPr/>
            </p:nvSpPr>
            <p:spPr bwMode="auto">
              <a:xfrm>
                <a:off x="2503825" y="2335433"/>
                <a:ext cx="153326" cy="183235"/>
              </a:xfrm>
              <a:custGeom>
                <a:avLst/>
                <a:gdLst>
                  <a:gd name="T0" fmla="*/ 0 w 446"/>
                  <a:gd name="T1" fmla="*/ 107 h 533"/>
                  <a:gd name="T2" fmla="*/ 285 w 446"/>
                  <a:gd name="T3" fmla="*/ 0 h 533"/>
                  <a:gd name="T4" fmla="*/ 446 w 446"/>
                  <a:gd name="T5" fmla="*/ 45 h 533"/>
                  <a:gd name="T6" fmla="*/ 446 w 446"/>
                  <a:gd name="T7" fmla="*/ 485 h 533"/>
                  <a:gd name="T8" fmla="*/ 288 w 446"/>
                  <a:gd name="T9" fmla="*/ 533 h 533"/>
                  <a:gd name="T10" fmla="*/ 0 w 446"/>
                  <a:gd name="T11" fmla="*/ 428 h 533"/>
                  <a:gd name="T12" fmla="*/ 285 w 446"/>
                  <a:gd name="T13" fmla="*/ 466 h 533"/>
                  <a:gd name="T14" fmla="*/ 285 w 446"/>
                  <a:gd name="T15" fmla="*/ 81 h 533"/>
                  <a:gd name="T16" fmla="*/ 96 w 446"/>
                  <a:gd name="T17" fmla="*/ 129 h 533"/>
                  <a:gd name="T18" fmla="*/ 96 w 446"/>
                  <a:gd name="T19" fmla="*/ 387 h 533"/>
                  <a:gd name="T20" fmla="*/ 0 w 446"/>
                  <a:gd name="T21" fmla="*/ 421 h 533"/>
                  <a:gd name="T22" fmla="*/ 0 w 446"/>
                  <a:gd name="T23" fmla="*/ 107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6" h="533">
                    <a:moveTo>
                      <a:pt x="0" y="107"/>
                    </a:moveTo>
                    <a:lnTo>
                      <a:pt x="285" y="0"/>
                    </a:lnTo>
                    <a:lnTo>
                      <a:pt x="446" y="45"/>
                    </a:lnTo>
                    <a:lnTo>
                      <a:pt x="446" y="485"/>
                    </a:lnTo>
                    <a:lnTo>
                      <a:pt x="288" y="533"/>
                    </a:lnTo>
                    <a:lnTo>
                      <a:pt x="0" y="428"/>
                    </a:lnTo>
                    <a:lnTo>
                      <a:pt x="285" y="466"/>
                    </a:lnTo>
                    <a:lnTo>
                      <a:pt x="285" y="81"/>
                    </a:lnTo>
                    <a:lnTo>
                      <a:pt x="96" y="129"/>
                    </a:lnTo>
                    <a:lnTo>
                      <a:pt x="96" y="387"/>
                    </a:lnTo>
                    <a:lnTo>
                      <a:pt x="0" y="421"/>
                    </a:lnTo>
                    <a:lnTo>
                      <a:pt x="0" y="10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sp>
        <p:nvSpPr>
          <p:cNvPr id="516" name="Rectangle 515"/>
          <p:cNvSpPr/>
          <p:nvPr/>
        </p:nvSpPr>
        <p:spPr bwMode="auto">
          <a:xfrm>
            <a:off x="460669" y="2932475"/>
            <a:ext cx="3733067" cy="87895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endPar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endParaRPr>
          </a:p>
        </p:txBody>
      </p:sp>
      <p:sp>
        <p:nvSpPr>
          <p:cNvPr id="517" name="Rectangle 516"/>
          <p:cNvSpPr/>
          <p:nvPr/>
        </p:nvSpPr>
        <p:spPr bwMode="auto">
          <a:xfrm>
            <a:off x="460669" y="3811425"/>
            <a:ext cx="3733067" cy="2750421"/>
          </a:xfrm>
          <a:prstGeom prst="rect">
            <a:avLst/>
          </a:prstGeom>
          <a:solidFill>
            <a:srgbClr val="56226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518" name="Rectangle 517"/>
          <p:cNvSpPr/>
          <p:nvPr/>
        </p:nvSpPr>
        <p:spPr bwMode="auto">
          <a:xfrm>
            <a:off x="460669" y="2932475"/>
            <a:ext cx="3733067" cy="8789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EXTEND OFFICE </a:t>
            </a:r>
            <a:b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b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EVERYWHERE</a:t>
            </a:r>
          </a:p>
        </p:txBody>
      </p:sp>
      <p:grpSp>
        <p:nvGrpSpPr>
          <p:cNvPr id="519" name="Group 518"/>
          <p:cNvGrpSpPr/>
          <p:nvPr/>
        </p:nvGrpSpPr>
        <p:grpSpPr>
          <a:xfrm>
            <a:off x="672450" y="3991143"/>
            <a:ext cx="992797" cy="361344"/>
            <a:chOff x="683707" y="4085194"/>
            <a:chExt cx="1013112" cy="368739"/>
          </a:xfrm>
        </p:grpSpPr>
        <p:sp>
          <p:nvSpPr>
            <p:cNvPr id="520" name="TextBox 519"/>
            <p:cNvSpPr txBox="1"/>
            <p:nvPr/>
          </p:nvSpPr>
          <p:spPr>
            <a:xfrm>
              <a:off x="1132043" y="4154025"/>
              <a:ext cx="564776" cy="193746"/>
            </a:xfrm>
            <a:prstGeom prst="rect">
              <a:avLst/>
            </a:prstGeom>
            <a:noFill/>
          </p:spPr>
          <p:txBody>
            <a:bodyPr wrap="square" lIns="0" tIns="0" rIns="0" bIns="0" rtlCol="0">
              <a:spAutoFit/>
            </a:bodyPr>
            <a:lstStyle/>
            <a:p>
              <a:pPr defTabSz="914004">
                <a:lnSpc>
                  <a:spcPct val="90000"/>
                </a:lnSpc>
                <a:spcAft>
                  <a:spcPts val="588"/>
                </a:spcAft>
              </a:pPr>
              <a:r>
                <a:rPr lang="en-US" sz="1371" spc="-29" dirty="0">
                  <a:gradFill>
                    <a:gsLst>
                      <a:gs pos="2917">
                        <a:srgbClr val="FFFFFF"/>
                      </a:gs>
                      <a:gs pos="30000">
                        <a:srgbClr val="FFFFFF"/>
                      </a:gs>
                    </a:gsLst>
                    <a:lin ang="5400000" scaled="0"/>
                  </a:gradFill>
                </a:rPr>
                <a:t>Delve</a:t>
              </a:r>
            </a:p>
          </p:txBody>
        </p:sp>
        <p:pic>
          <p:nvPicPr>
            <p:cNvPr id="521" name="Picture 520"/>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3707" y="4085194"/>
              <a:ext cx="358949" cy="368739"/>
            </a:xfrm>
            <a:prstGeom prst="rect">
              <a:avLst/>
            </a:prstGeom>
            <a:noFill/>
          </p:spPr>
        </p:pic>
      </p:grpSp>
      <p:grpSp>
        <p:nvGrpSpPr>
          <p:cNvPr id="522" name="Group 8"/>
          <p:cNvGrpSpPr>
            <a:grpSpLocks noChangeAspect="1"/>
          </p:cNvGrpSpPr>
          <p:nvPr/>
        </p:nvGrpSpPr>
        <p:grpSpPr bwMode="auto">
          <a:xfrm>
            <a:off x="672450" y="5270016"/>
            <a:ext cx="1034730" cy="176418"/>
            <a:chOff x="1924" y="1817"/>
            <a:chExt cx="3830" cy="653"/>
          </a:xfrm>
          <a:solidFill>
            <a:schemeClr val="tx1"/>
          </a:solidFill>
        </p:grpSpPr>
        <p:sp>
          <p:nvSpPr>
            <p:cNvPr id="523" name="Freeform 9"/>
            <p:cNvSpPr>
              <a:spLocks/>
            </p:cNvSpPr>
            <p:nvPr/>
          </p:nvSpPr>
          <p:spPr bwMode="auto">
            <a:xfrm>
              <a:off x="2163" y="1996"/>
              <a:ext cx="800" cy="474"/>
            </a:xfrm>
            <a:custGeom>
              <a:avLst/>
              <a:gdLst>
                <a:gd name="T0" fmla="*/ 297 w 338"/>
                <a:gd name="T1" fmla="*/ 101 h 198"/>
                <a:gd name="T2" fmla="*/ 338 w 338"/>
                <a:gd name="T3" fmla="*/ 151 h 198"/>
                <a:gd name="T4" fmla="*/ 297 w 338"/>
                <a:gd name="T5" fmla="*/ 198 h 198"/>
                <a:gd name="T6" fmla="*/ 61 w 338"/>
                <a:gd name="T7" fmla="*/ 198 h 198"/>
                <a:gd name="T8" fmla="*/ 0 w 338"/>
                <a:gd name="T9" fmla="*/ 135 h 198"/>
                <a:gd name="T10" fmla="*/ 59 w 338"/>
                <a:gd name="T11" fmla="*/ 80 h 198"/>
                <a:gd name="T12" fmla="*/ 116 w 338"/>
                <a:gd name="T13" fmla="*/ 10 h 198"/>
                <a:gd name="T14" fmla="*/ 201 w 338"/>
                <a:gd name="T15" fmla="*/ 42 h 198"/>
                <a:gd name="T16" fmla="*/ 261 w 338"/>
                <a:gd name="T17" fmla="*/ 40 h 198"/>
                <a:gd name="T18" fmla="*/ 297 w 338"/>
                <a:gd name="T19" fmla="*/ 10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8" h="198">
                  <a:moveTo>
                    <a:pt x="297" y="101"/>
                  </a:moveTo>
                  <a:cubicBezTo>
                    <a:pt x="297" y="101"/>
                    <a:pt x="338" y="106"/>
                    <a:pt x="338" y="151"/>
                  </a:cubicBezTo>
                  <a:cubicBezTo>
                    <a:pt x="338" y="172"/>
                    <a:pt x="326" y="198"/>
                    <a:pt x="297" y="198"/>
                  </a:cubicBezTo>
                  <a:cubicBezTo>
                    <a:pt x="297" y="198"/>
                    <a:pt x="76" y="198"/>
                    <a:pt x="61" y="198"/>
                  </a:cubicBezTo>
                  <a:cubicBezTo>
                    <a:pt x="16" y="198"/>
                    <a:pt x="0" y="167"/>
                    <a:pt x="0" y="135"/>
                  </a:cubicBezTo>
                  <a:cubicBezTo>
                    <a:pt x="0" y="82"/>
                    <a:pt x="59" y="80"/>
                    <a:pt x="59" y="80"/>
                  </a:cubicBezTo>
                  <a:cubicBezTo>
                    <a:pt x="59" y="80"/>
                    <a:pt x="64" y="22"/>
                    <a:pt x="116" y="10"/>
                  </a:cubicBezTo>
                  <a:cubicBezTo>
                    <a:pt x="162" y="0"/>
                    <a:pt x="188" y="24"/>
                    <a:pt x="201" y="42"/>
                  </a:cubicBezTo>
                  <a:cubicBezTo>
                    <a:pt x="201" y="42"/>
                    <a:pt x="229" y="26"/>
                    <a:pt x="261" y="40"/>
                  </a:cubicBezTo>
                  <a:cubicBezTo>
                    <a:pt x="280" y="49"/>
                    <a:pt x="298" y="69"/>
                    <a:pt x="297"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4" name="Freeform 10"/>
            <p:cNvSpPr>
              <a:spLocks/>
            </p:cNvSpPr>
            <p:nvPr/>
          </p:nvSpPr>
          <p:spPr bwMode="auto">
            <a:xfrm>
              <a:off x="1924" y="1817"/>
              <a:ext cx="795" cy="607"/>
            </a:xfrm>
            <a:custGeom>
              <a:avLst/>
              <a:gdLst>
                <a:gd name="T0" fmla="*/ 86 w 336"/>
                <a:gd name="T1" fmla="*/ 212 h 254"/>
                <a:gd name="T2" fmla="*/ 149 w 336"/>
                <a:gd name="T3" fmla="*/ 144 h 254"/>
                <a:gd name="T4" fmla="*/ 213 w 336"/>
                <a:gd name="T5" fmla="*/ 73 h 254"/>
                <a:gd name="T6" fmla="*/ 305 w 336"/>
                <a:gd name="T7" fmla="*/ 103 h 254"/>
                <a:gd name="T8" fmla="*/ 336 w 336"/>
                <a:gd name="T9" fmla="*/ 97 h 254"/>
                <a:gd name="T10" fmla="*/ 276 w 336"/>
                <a:gd name="T11" fmla="*/ 19 h 254"/>
                <a:gd name="T12" fmla="*/ 161 w 336"/>
                <a:gd name="T13" fmla="*/ 61 h 254"/>
                <a:gd name="T14" fmla="*/ 92 w 336"/>
                <a:gd name="T15" fmla="*/ 60 h 254"/>
                <a:gd name="T16" fmla="*/ 53 w 336"/>
                <a:gd name="T17" fmla="*/ 135 h 254"/>
                <a:gd name="T18" fmla="*/ 0 w 336"/>
                <a:gd name="T19" fmla="*/ 195 h 254"/>
                <a:gd name="T20" fmla="*/ 59 w 336"/>
                <a:gd name="T21" fmla="*/ 254 h 254"/>
                <a:gd name="T22" fmla="*/ 98 w 336"/>
                <a:gd name="T23" fmla="*/ 254 h 254"/>
                <a:gd name="T24" fmla="*/ 86 w 336"/>
                <a:gd name="T25" fmla="*/ 21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6" h="254">
                  <a:moveTo>
                    <a:pt x="86" y="212"/>
                  </a:moveTo>
                  <a:cubicBezTo>
                    <a:pt x="86" y="153"/>
                    <a:pt x="149" y="144"/>
                    <a:pt x="149" y="144"/>
                  </a:cubicBezTo>
                  <a:cubicBezTo>
                    <a:pt x="149" y="144"/>
                    <a:pt x="157" y="87"/>
                    <a:pt x="213" y="73"/>
                  </a:cubicBezTo>
                  <a:cubicBezTo>
                    <a:pt x="258" y="61"/>
                    <a:pt x="291" y="81"/>
                    <a:pt x="305" y="103"/>
                  </a:cubicBezTo>
                  <a:cubicBezTo>
                    <a:pt x="305" y="103"/>
                    <a:pt x="315" y="96"/>
                    <a:pt x="336" y="97"/>
                  </a:cubicBezTo>
                  <a:cubicBezTo>
                    <a:pt x="334" y="77"/>
                    <a:pt x="320" y="37"/>
                    <a:pt x="276" y="19"/>
                  </a:cubicBezTo>
                  <a:cubicBezTo>
                    <a:pt x="225" y="0"/>
                    <a:pt x="181" y="24"/>
                    <a:pt x="161" y="61"/>
                  </a:cubicBezTo>
                  <a:cubicBezTo>
                    <a:pt x="161" y="61"/>
                    <a:pt x="129" y="41"/>
                    <a:pt x="92" y="60"/>
                  </a:cubicBezTo>
                  <a:cubicBezTo>
                    <a:pt x="66" y="73"/>
                    <a:pt x="50" y="105"/>
                    <a:pt x="53" y="135"/>
                  </a:cubicBezTo>
                  <a:cubicBezTo>
                    <a:pt x="53" y="135"/>
                    <a:pt x="0" y="139"/>
                    <a:pt x="0" y="195"/>
                  </a:cubicBezTo>
                  <a:cubicBezTo>
                    <a:pt x="0" y="227"/>
                    <a:pt x="28" y="254"/>
                    <a:pt x="59" y="254"/>
                  </a:cubicBezTo>
                  <a:cubicBezTo>
                    <a:pt x="98" y="254"/>
                    <a:pt x="98" y="254"/>
                    <a:pt x="98" y="254"/>
                  </a:cubicBezTo>
                  <a:cubicBezTo>
                    <a:pt x="88" y="240"/>
                    <a:pt x="86" y="224"/>
                    <a:pt x="86"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5" name="Freeform 11"/>
            <p:cNvSpPr>
              <a:spLocks/>
            </p:cNvSpPr>
            <p:nvPr/>
          </p:nvSpPr>
          <p:spPr bwMode="auto">
            <a:xfrm>
              <a:off x="2163" y="1996"/>
              <a:ext cx="800" cy="474"/>
            </a:xfrm>
            <a:custGeom>
              <a:avLst/>
              <a:gdLst>
                <a:gd name="T0" fmla="*/ 297 w 338"/>
                <a:gd name="T1" fmla="*/ 101 h 198"/>
                <a:gd name="T2" fmla="*/ 338 w 338"/>
                <a:gd name="T3" fmla="*/ 151 h 198"/>
                <a:gd name="T4" fmla="*/ 297 w 338"/>
                <a:gd name="T5" fmla="*/ 198 h 198"/>
                <a:gd name="T6" fmla="*/ 61 w 338"/>
                <a:gd name="T7" fmla="*/ 198 h 198"/>
                <a:gd name="T8" fmla="*/ 0 w 338"/>
                <a:gd name="T9" fmla="*/ 135 h 198"/>
                <a:gd name="T10" fmla="*/ 59 w 338"/>
                <a:gd name="T11" fmla="*/ 80 h 198"/>
                <a:gd name="T12" fmla="*/ 116 w 338"/>
                <a:gd name="T13" fmla="*/ 10 h 198"/>
                <a:gd name="T14" fmla="*/ 201 w 338"/>
                <a:gd name="T15" fmla="*/ 42 h 198"/>
                <a:gd name="T16" fmla="*/ 261 w 338"/>
                <a:gd name="T17" fmla="*/ 40 h 198"/>
                <a:gd name="T18" fmla="*/ 297 w 338"/>
                <a:gd name="T19" fmla="*/ 10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8" h="198">
                  <a:moveTo>
                    <a:pt x="297" y="101"/>
                  </a:moveTo>
                  <a:cubicBezTo>
                    <a:pt x="297" y="101"/>
                    <a:pt x="338" y="106"/>
                    <a:pt x="338" y="151"/>
                  </a:cubicBezTo>
                  <a:cubicBezTo>
                    <a:pt x="338" y="172"/>
                    <a:pt x="326" y="198"/>
                    <a:pt x="297" y="198"/>
                  </a:cubicBezTo>
                  <a:cubicBezTo>
                    <a:pt x="297" y="198"/>
                    <a:pt x="76" y="198"/>
                    <a:pt x="61" y="198"/>
                  </a:cubicBezTo>
                  <a:cubicBezTo>
                    <a:pt x="16" y="198"/>
                    <a:pt x="0" y="167"/>
                    <a:pt x="0" y="135"/>
                  </a:cubicBezTo>
                  <a:cubicBezTo>
                    <a:pt x="0" y="82"/>
                    <a:pt x="59" y="80"/>
                    <a:pt x="59" y="80"/>
                  </a:cubicBezTo>
                  <a:cubicBezTo>
                    <a:pt x="59" y="80"/>
                    <a:pt x="64" y="22"/>
                    <a:pt x="116" y="10"/>
                  </a:cubicBezTo>
                  <a:cubicBezTo>
                    <a:pt x="162" y="0"/>
                    <a:pt x="188" y="24"/>
                    <a:pt x="201" y="42"/>
                  </a:cubicBezTo>
                  <a:cubicBezTo>
                    <a:pt x="201" y="42"/>
                    <a:pt x="229" y="26"/>
                    <a:pt x="261" y="40"/>
                  </a:cubicBezTo>
                  <a:cubicBezTo>
                    <a:pt x="280" y="49"/>
                    <a:pt x="298" y="69"/>
                    <a:pt x="297"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6" name="Freeform 12"/>
            <p:cNvSpPr>
              <a:spLocks/>
            </p:cNvSpPr>
            <p:nvPr/>
          </p:nvSpPr>
          <p:spPr bwMode="auto">
            <a:xfrm>
              <a:off x="1924" y="1817"/>
              <a:ext cx="795" cy="607"/>
            </a:xfrm>
            <a:custGeom>
              <a:avLst/>
              <a:gdLst>
                <a:gd name="T0" fmla="*/ 86 w 336"/>
                <a:gd name="T1" fmla="*/ 212 h 254"/>
                <a:gd name="T2" fmla="*/ 149 w 336"/>
                <a:gd name="T3" fmla="*/ 144 h 254"/>
                <a:gd name="T4" fmla="*/ 213 w 336"/>
                <a:gd name="T5" fmla="*/ 73 h 254"/>
                <a:gd name="T6" fmla="*/ 305 w 336"/>
                <a:gd name="T7" fmla="*/ 103 h 254"/>
                <a:gd name="T8" fmla="*/ 336 w 336"/>
                <a:gd name="T9" fmla="*/ 97 h 254"/>
                <a:gd name="T10" fmla="*/ 276 w 336"/>
                <a:gd name="T11" fmla="*/ 19 h 254"/>
                <a:gd name="T12" fmla="*/ 161 w 336"/>
                <a:gd name="T13" fmla="*/ 61 h 254"/>
                <a:gd name="T14" fmla="*/ 92 w 336"/>
                <a:gd name="T15" fmla="*/ 60 h 254"/>
                <a:gd name="T16" fmla="*/ 53 w 336"/>
                <a:gd name="T17" fmla="*/ 135 h 254"/>
                <a:gd name="T18" fmla="*/ 0 w 336"/>
                <a:gd name="T19" fmla="*/ 195 h 254"/>
                <a:gd name="T20" fmla="*/ 59 w 336"/>
                <a:gd name="T21" fmla="*/ 254 h 254"/>
                <a:gd name="T22" fmla="*/ 98 w 336"/>
                <a:gd name="T23" fmla="*/ 254 h 254"/>
                <a:gd name="T24" fmla="*/ 86 w 336"/>
                <a:gd name="T25" fmla="*/ 212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6" h="254">
                  <a:moveTo>
                    <a:pt x="86" y="212"/>
                  </a:moveTo>
                  <a:cubicBezTo>
                    <a:pt x="86" y="153"/>
                    <a:pt x="149" y="144"/>
                    <a:pt x="149" y="144"/>
                  </a:cubicBezTo>
                  <a:cubicBezTo>
                    <a:pt x="149" y="144"/>
                    <a:pt x="157" y="87"/>
                    <a:pt x="213" y="73"/>
                  </a:cubicBezTo>
                  <a:cubicBezTo>
                    <a:pt x="258" y="61"/>
                    <a:pt x="291" y="81"/>
                    <a:pt x="305" y="103"/>
                  </a:cubicBezTo>
                  <a:cubicBezTo>
                    <a:pt x="305" y="103"/>
                    <a:pt x="315" y="96"/>
                    <a:pt x="336" y="97"/>
                  </a:cubicBezTo>
                  <a:cubicBezTo>
                    <a:pt x="334" y="77"/>
                    <a:pt x="320" y="37"/>
                    <a:pt x="276" y="19"/>
                  </a:cubicBezTo>
                  <a:cubicBezTo>
                    <a:pt x="225" y="0"/>
                    <a:pt x="181" y="24"/>
                    <a:pt x="161" y="61"/>
                  </a:cubicBezTo>
                  <a:cubicBezTo>
                    <a:pt x="161" y="61"/>
                    <a:pt x="129" y="41"/>
                    <a:pt x="92" y="60"/>
                  </a:cubicBezTo>
                  <a:cubicBezTo>
                    <a:pt x="66" y="73"/>
                    <a:pt x="50" y="105"/>
                    <a:pt x="53" y="135"/>
                  </a:cubicBezTo>
                  <a:cubicBezTo>
                    <a:pt x="53" y="135"/>
                    <a:pt x="0" y="139"/>
                    <a:pt x="0" y="195"/>
                  </a:cubicBezTo>
                  <a:cubicBezTo>
                    <a:pt x="0" y="227"/>
                    <a:pt x="28" y="254"/>
                    <a:pt x="59" y="254"/>
                  </a:cubicBezTo>
                  <a:cubicBezTo>
                    <a:pt x="98" y="254"/>
                    <a:pt x="98" y="254"/>
                    <a:pt x="98" y="254"/>
                  </a:cubicBezTo>
                  <a:cubicBezTo>
                    <a:pt x="88" y="240"/>
                    <a:pt x="86" y="224"/>
                    <a:pt x="86"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7" name="Freeform 13"/>
            <p:cNvSpPr>
              <a:spLocks noEditPoints="1"/>
            </p:cNvSpPr>
            <p:nvPr/>
          </p:nvSpPr>
          <p:spPr bwMode="auto">
            <a:xfrm>
              <a:off x="3122" y="1934"/>
              <a:ext cx="449" cy="500"/>
            </a:xfrm>
            <a:custGeom>
              <a:avLst/>
              <a:gdLst>
                <a:gd name="T0" fmla="*/ 190 w 190"/>
                <a:gd name="T1" fmla="*/ 102 h 209"/>
                <a:gd name="T2" fmla="*/ 179 w 190"/>
                <a:gd name="T3" fmla="*/ 158 h 209"/>
                <a:gd name="T4" fmla="*/ 145 w 190"/>
                <a:gd name="T5" fmla="*/ 196 h 209"/>
                <a:gd name="T6" fmla="*/ 94 w 190"/>
                <a:gd name="T7" fmla="*/ 209 h 209"/>
                <a:gd name="T8" fmla="*/ 45 w 190"/>
                <a:gd name="T9" fmla="*/ 196 h 209"/>
                <a:gd name="T10" fmla="*/ 12 w 190"/>
                <a:gd name="T11" fmla="*/ 160 h 209"/>
                <a:gd name="T12" fmla="*/ 0 w 190"/>
                <a:gd name="T13" fmla="*/ 107 h 209"/>
                <a:gd name="T14" fmla="*/ 12 w 190"/>
                <a:gd name="T15" fmla="*/ 51 h 209"/>
                <a:gd name="T16" fmla="*/ 46 w 190"/>
                <a:gd name="T17" fmla="*/ 13 h 209"/>
                <a:gd name="T18" fmla="*/ 98 w 190"/>
                <a:gd name="T19" fmla="*/ 0 h 209"/>
                <a:gd name="T20" fmla="*/ 146 w 190"/>
                <a:gd name="T21" fmla="*/ 13 h 209"/>
                <a:gd name="T22" fmla="*/ 179 w 190"/>
                <a:gd name="T23" fmla="*/ 49 h 209"/>
                <a:gd name="T24" fmla="*/ 190 w 190"/>
                <a:gd name="T25" fmla="*/ 102 h 209"/>
                <a:gd name="T26" fmla="*/ 166 w 190"/>
                <a:gd name="T27" fmla="*/ 105 h 209"/>
                <a:gd name="T28" fmla="*/ 147 w 190"/>
                <a:gd name="T29" fmla="*/ 43 h 209"/>
                <a:gd name="T30" fmla="*/ 96 w 190"/>
                <a:gd name="T31" fmla="*/ 21 h 209"/>
                <a:gd name="T32" fmla="*/ 59 w 190"/>
                <a:gd name="T33" fmla="*/ 32 h 209"/>
                <a:gd name="T34" fmla="*/ 34 w 190"/>
                <a:gd name="T35" fmla="*/ 62 h 209"/>
                <a:gd name="T36" fmla="*/ 25 w 190"/>
                <a:gd name="T37" fmla="*/ 105 h 209"/>
                <a:gd name="T38" fmla="*/ 33 w 190"/>
                <a:gd name="T39" fmla="*/ 148 h 209"/>
                <a:gd name="T40" fmla="*/ 58 w 190"/>
                <a:gd name="T41" fmla="*/ 177 h 209"/>
                <a:gd name="T42" fmla="*/ 94 w 190"/>
                <a:gd name="T43" fmla="*/ 187 h 209"/>
                <a:gd name="T44" fmla="*/ 147 w 190"/>
                <a:gd name="T45" fmla="*/ 165 h 209"/>
                <a:gd name="T46" fmla="*/ 166 w 190"/>
                <a:gd name="T47" fmla="*/ 1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0" h="209">
                  <a:moveTo>
                    <a:pt x="190" y="102"/>
                  </a:moveTo>
                  <a:cubicBezTo>
                    <a:pt x="190" y="123"/>
                    <a:pt x="187" y="142"/>
                    <a:pt x="179" y="158"/>
                  </a:cubicBezTo>
                  <a:cubicBezTo>
                    <a:pt x="171" y="174"/>
                    <a:pt x="160" y="187"/>
                    <a:pt x="145" y="196"/>
                  </a:cubicBezTo>
                  <a:cubicBezTo>
                    <a:pt x="130" y="204"/>
                    <a:pt x="113" y="209"/>
                    <a:pt x="94" y="209"/>
                  </a:cubicBezTo>
                  <a:cubicBezTo>
                    <a:pt x="76" y="209"/>
                    <a:pt x="59" y="204"/>
                    <a:pt x="45" y="196"/>
                  </a:cubicBezTo>
                  <a:cubicBezTo>
                    <a:pt x="31" y="187"/>
                    <a:pt x="19" y="175"/>
                    <a:pt x="12" y="160"/>
                  </a:cubicBezTo>
                  <a:cubicBezTo>
                    <a:pt x="4" y="144"/>
                    <a:pt x="0" y="127"/>
                    <a:pt x="0" y="107"/>
                  </a:cubicBezTo>
                  <a:cubicBezTo>
                    <a:pt x="0" y="85"/>
                    <a:pt x="4" y="67"/>
                    <a:pt x="12" y="51"/>
                  </a:cubicBezTo>
                  <a:cubicBezTo>
                    <a:pt x="20" y="34"/>
                    <a:pt x="31" y="22"/>
                    <a:pt x="46" y="13"/>
                  </a:cubicBezTo>
                  <a:cubicBezTo>
                    <a:pt x="61" y="4"/>
                    <a:pt x="78" y="0"/>
                    <a:pt x="98" y="0"/>
                  </a:cubicBezTo>
                  <a:cubicBezTo>
                    <a:pt x="116" y="0"/>
                    <a:pt x="132" y="4"/>
                    <a:pt x="146" y="13"/>
                  </a:cubicBezTo>
                  <a:cubicBezTo>
                    <a:pt x="160" y="21"/>
                    <a:pt x="171" y="33"/>
                    <a:pt x="179" y="49"/>
                  </a:cubicBezTo>
                  <a:cubicBezTo>
                    <a:pt x="187" y="64"/>
                    <a:pt x="190" y="82"/>
                    <a:pt x="190" y="102"/>
                  </a:cubicBezTo>
                  <a:close/>
                  <a:moveTo>
                    <a:pt x="166" y="105"/>
                  </a:moveTo>
                  <a:cubicBezTo>
                    <a:pt x="166" y="79"/>
                    <a:pt x="160" y="58"/>
                    <a:pt x="147" y="43"/>
                  </a:cubicBezTo>
                  <a:cubicBezTo>
                    <a:pt x="135" y="29"/>
                    <a:pt x="118" y="21"/>
                    <a:pt x="96" y="21"/>
                  </a:cubicBezTo>
                  <a:cubicBezTo>
                    <a:pt x="82" y="21"/>
                    <a:pt x="70" y="25"/>
                    <a:pt x="59" y="32"/>
                  </a:cubicBezTo>
                  <a:cubicBezTo>
                    <a:pt x="48" y="39"/>
                    <a:pt x="40" y="49"/>
                    <a:pt x="34" y="62"/>
                  </a:cubicBezTo>
                  <a:cubicBezTo>
                    <a:pt x="28" y="74"/>
                    <a:pt x="25" y="89"/>
                    <a:pt x="25" y="105"/>
                  </a:cubicBezTo>
                  <a:cubicBezTo>
                    <a:pt x="25" y="121"/>
                    <a:pt x="27" y="135"/>
                    <a:pt x="33" y="148"/>
                  </a:cubicBezTo>
                  <a:cubicBezTo>
                    <a:pt x="39" y="160"/>
                    <a:pt x="47" y="170"/>
                    <a:pt x="58" y="177"/>
                  </a:cubicBezTo>
                  <a:cubicBezTo>
                    <a:pt x="69" y="184"/>
                    <a:pt x="81" y="187"/>
                    <a:pt x="94" y="187"/>
                  </a:cubicBezTo>
                  <a:cubicBezTo>
                    <a:pt x="117" y="187"/>
                    <a:pt x="134" y="180"/>
                    <a:pt x="147" y="165"/>
                  </a:cubicBezTo>
                  <a:cubicBezTo>
                    <a:pt x="159" y="151"/>
                    <a:pt x="166" y="131"/>
                    <a:pt x="166"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8" name="Freeform 14"/>
            <p:cNvSpPr>
              <a:spLocks/>
            </p:cNvSpPr>
            <p:nvPr/>
          </p:nvSpPr>
          <p:spPr bwMode="auto">
            <a:xfrm>
              <a:off x="3642" y="2073"/>
              <a:ext cx="282" cy="351"/>
            </a:xfrm>
            <a:custGeom>
              <a:avLst/>
              <a:gdLst>
                <a:gd name="T0" fmla="*/ 119 w 119"/>
                <a:gd name="T1" fmla="*/ 147 h 147"/>
                <a:gd name="T2" fmla="*/ 96 w 119"/>
                <a:gd name="T3" fmla="*/ 147 h 147"/>
                <a:gd name="T4" fmla="*/ 96 w 119"/>
                <a:gd name="T5" fmla="*/ 65 h 147"/>
                <a:gd name="T6" fmla="*/ 63 w 119"/>
                <a:gd name="T7" fmla="*/ 19 h 147"/>
                <a:gd name="T8" fmla="*/ 34 w 119"/>
                <a:gd name="T9" fmla="*/ 32 h 147"/>
                <a:gd name="T10" fmla="*/ 23 w 119"/>
                <a:gd name="T11" fmla="*/ 65 h 147"/>
                <a:gd name="T12" fmla="*/ 23 w 119"/>
                <a:gd name="T13" fmla="*/ 147 h 147"/>
                <a:gd name="T14" fmla="*/ 0 w 119"/>
                <a:gd name="T15" fmla="*/ 147 h 147"/>
                <a:gd name="T16" fmla="*/ 0 w 119"/>
                <a:gd name="T17" fmla="*/ 3 h 147"/>
                <a:gd name="T18" fmla="*/ 23 w 119"/>
                <a:gd name="T19" fmla="*/ 3 h 147"/>
                <a:gd name="T20" fmla="*/ 23 w 119"/>
                <a:gd name="T21" fmla="*/ 27 h 147"/>
                <a:gd name="T22" fmla="*/ 23 w 119"/>
                <a:gd name="T23" fmla="*/ 27 h 147"/>
                <a:gd name="T24" fmla="*/ 71 w 119"/>
                <a:gd name="T25" fmla="*/ 0 h 147"/>
                <a:gd name="T26" fmla="*/ 107 w 119"/>
                <a:gd name="T27" fmla="*/ 15 h 147"/>
                <a:gd name="T28" fmla="*/ 119 w 119"/>
                <a:gd name="T29" fmla="*/ 59 h 147"/>
                <a:gd name="T30" fmla="*/ 119 w 119"/>
                <a:gd name="T31"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9" h="147">
                  <a:moveTo>
                    <a:pt x="119" y="147"/>
                  </a:moveTo>
                  <a:cubicBezTo>
                    <a:pt x="96" y="147"/>
                    <a:pt x="96" y="147"/>
                    <a:pt x="96" y="147"/>
                  </a:cubicBezTo>
                  <a:cubicBezTo>
                    <a:pt x="96" y="65"/>
                    <a:pt x="96" y="65"/>
                    <a:pt x="96" y="65"/>
                  </a:cubicBezTo>
                  <a:cubicBezTo>
                    <a:pt x="96" y="35"/>
                    <a:pt x="85" y="19"/>
                    <a:pt x="63" y="19"/>
                  </a:cubicBezTo>
                  <a:cubicBezTo>
                    <a:pt x="51" y="19"/>
                    <a:pt x="42" y="24"/>
                    <a:pt x="34" y="32"/>
                  </a:cubicBezTo>
                  <a:cubicBezTo>
                    <a:pt x="27" y="41"/>
                    <a:pt x="23" y="52"/>
                    <a:pt x="23" y="65"/>
                  </a:cubicBezTo>
                  <a:cubicBezTo>
                    <a:pt x="23" y="147"/>
                    <a:pt x="23" y="147"/>
                    <a:pt x="23" y="147"/>
                  </a:cubicBezTo>
                  <a:cubicBezTo>
                    <a:pt x="0" y="147"/>
                    <a:pt x="0" y="147"/>
                    <a:pt x="0" y="147"/>
                  </a:cubicBezTo>
                  <a:cubicBezTo>
                    <a:pt x="0" y="3"/>
                    <a:pt x="0" y="3"/>
                    <a:pt x="0" y="3"/>
                  </a:cubicBezTo>
                  <a:cubicBezTo>
                    <a:pt x="23" y="3"/>
                    <a:pt x="23" y="3"/>
                    <a:pt x="23" y="3"/>
                  </a:cubicBezTo>
                  <a:cubicBezTo>
                    <a:pt x="23" y="27"/>
                    <a:pt x="23" y="27"/>
                    <a:pt x="23" y="27"/>
                  </a:cubicBezTo>
                  <a:cubicBezTo>
                    <a:pt x="23" y="27"/>
                    <a:pt x="23" y="27"/>
                    <a:pt x="23" y="27"/>
                  </a:cubicBezTo>
                  <a:cubicBezTo>
                    <a:pt x="34" y="9"/>
                    <a:pt x="50" y="0"/>
                    <a:pt x="71" y="0"/>
                  </a:cubicBezTo>
                  <a:cubicBezTo>
                    <a:pt x="87" y="0"/>
                    <a:pt x="99" y="5"/>
                    <a:pt x="107" y="15"/>
                  </a:cubicBezTo>
                  <a:cubicBezTo>
                    <a:pt x="115" y="25"/>
                    <a:pt x="119" y="40"/>
                    <a:pt x="119" y="59"/>
                  </a:cubicBezTo>
                  <a:lnTo>
                    <a:pt x="119"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9" name="Freeform 15"/>
            <p:cNvSpPr>
              <a:spLocks noEditPoints="1"/>
            </p:cNvSpPr>
            <p:nvPr/>
          </p:nvSpPr>
          <p:spPr bwMode="auto">
            <a:xfrm>
              <a:off x="3986" y="2073"/>
              <a:ext cx="295" cy="361"/>
            </a:xfrm>
            <a:custGeom>
              <a:avLst/>
              <a:gdLst>
                <a:gd name="T0" fmla="*/ 125 w 125"/>
                <a:gd name="T1" fmla="*/ 81 h 151"/>
                <a:gd name="T2" fmla="*/ 24 w 125"/>
                <a:gd name="T3" fmla="*/ 81 h 151"/>
                <a:gd name="T4" fmla="*/ 36 w 125"/>
                <a:gd name="T5" fmla="*/ 118 h 151"/>
                <a:gd name="T6" fmla="*/ 71 w 125"/>
                <a:gd name="T7" fmla="*/ 131 h 151"/>
                <a:gd name="T8" fmla="*/ 115 w 125"/>
                <a:gd name="T9" fmla="*/ 115 h 151"/>
                <a:gd name="T10" fmla="*/ 115 w 125"/>
                <a:gd name="T11" fmla="*/ 137 h 151"/>
                <a:gd name="T12" fmla="*/ 65 w 125"/>
                <a:gd name="T13" fmla="*/ 151 h 151"/>
                <a:gd name="T14" fmla="*/ 17 w 125"/>
                <a:gd name="T15" fmla="*/ 131 h 151"/>
                <a:gd name="T16" fmla="*/ 0 w 125"/>
                <a:gd name="T17" fmla="*/ 76 h 151"/>
                <a:gd name="T18" fmla="*/ 8 w 125"/>
                <a:gd name="T19" fmla="*/ 37 h 151"/>
                <a:gd name="T20" fmla="*/ 32 w 125"/>
                <a:gd name="T21" fmla="*/ 9 h 151"/>
                <a:gd name="T22" fmla="*/ 66 w 125"/>
                <a:gd name="T23" fmla="*/ 0 h 151"/>
                <a:gd name="T24" fmla="*/ 110 w 125"/>
                <a:gd name="T25" fmla="*/ 18 h 151"/>
                <a:gd name="T26" fmla="*/ 125 w 125"/>
                <a:gd name="T27" fmla="*/ 69 h 151"/>
                <a:gd name="T28" fmla="*/ 125 w 125"/>
                <a:gd name="T29" fmla="*/ 81 h 151"/>
                <a:gd name="T30" fmla="*/ 102 w 125"/>
                <a:gd name="T31" fmla="*/ 61 h 151"/>
                <a:gd name="T32" fmla="*/ 92 w 125"/>
                <a:gd name="T33" fmla="*/ 30 h 151"/>
                <a:gd name="T34" fmla="*/ 66 w 125"/>
                <a:gd name="T35" fmla="*/ 19 h 151"/>
                <a:gd name="T36" fmla="*/ 38 w 125"/>
                <a:gd name="T37" fmla="*/ 31 h 151"/>
                <a:gd name="T38" fmla="*/ 24 w 125"/>
                <a:gd name="T39" fmla="*/ 61 h 151"/>
                <a:gd name="T40" fmla="*/ 102 w 125"/>
                <a:gd name="T41" fmla="*/ 6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5" h="151">
                  <a:moveTo>
                    <a:pt x="125" y="81"/>
                  </a:moveTo>
                  <a:cubicBezTo>
                    <a:pt x="24" y="81"/>
                    <a:pt x="24" y="81"/>
                    <a:pt x="24" y="81"/>
                  </a:cubicBezTo>
                  <a:cubicBezTo>
                    <a:pt x="24" y="97"/>
                    <a:pt x="28" y="110"/>
                    <a:pt x="36" y="118"/>
                  </a:cubicBezTo>
                  <a:cubicBezTo>
                    <a:pt x="45" y="127"/>
                    <a:pt x="56" y="131"/>
                    <a:pt x="71" y="131"/>
                  </a:cubicBezTo>
                  <a:cubicBezTo>
                    <a:pt x="87" y="131"/>
                    <a:pt x="102" y="126"/>
                    <a:pt x="115" y="115"/>
                  </a:cubicBezTo>
                  <a:cubicBezTo>
                    <a:pt x="115" y="137"/>
                    <a:pt x="115" y="137"/>
                    <a:pt x="115" y="137"/>
                  </a:cubicBezTo>
                  <a:cubicBezTo>
                    <a:pt x="103" y="146"/>
                    <a:pt x="86" y="151"/>
                    <a:pt x="65" y="151"/>
                  </a:cubicBezTo>
                  <a:cubicBezTo>
                    <a:pt x="44" y="151"/>
                    <a:pt x="28" y="144"/>
                    <a:pt x="17" y="131"/>
                  </a:cubicBezTo>
                  <a:cubicBezTo>
                    <a:pt x="5" y="118"/>
                    <a:pt x="0" y="99"/>
                    <a:pt x="0" y="76"/>
                  </a:cubicBezTo>
                  <a:cubicBezTo>
                    <a:pt x="0" y="62"/>
                    <a:pt x="3" y="48"/>
                    <a:pt x="8" y="37"/>
                  </a:cubicBezTo>
                  <a:cubicBezTo>
                    <a:pt x="14" y="25"/>
                    <a:pt x="22" y="16"/>
                    <a:pt x="32" y="9"/>
                  </a:cubicBezTo>
                  <a:cubicBezTo>
                    <a:pt x="42" y="3"/>
                    <a:pt x="53" y="0"/>
                    <a:pt x="66" y="0"/>
                  </a:cubicBezTo>
                  <a:cubicBezTo>
                    <a:pt x="85" y="0"/>
                    <a:pt x="99" y="6"/>
                    <a:pt x="110" y="18"/>
                  </a:cubicBezTo>
                  <a:cubicBezTo>
                    <a:pt x="120" y="30"/>
                    <a:pt x="125" y="47"/>
                    <a:pt x="125" y="69"/>
                  </a:cubicBezTo>
                  <a:lnTo>
                    <a:pt x="125" y="81"/>
                  </a:lnTo>
                  <a:close/>
                  <a:moveTo>
                    <a:pt x="102" y="61"/>
                  </a:moveTo>
                  <a:cubicBezTo>
                    <a:pt x="101" y="48"/>
                    <a:pt x="98" y="38"/>
                    <a:pt x="92" y="30"/>
                  </a:cubicBezTo>
                  <a:cubicBezTo>
                    <a:pt x="86" y="23"/>
                    <a:pt x="77" y="19"/>
                    <a:pt x="66" y="19"/>
                  </a:cubicBezTo>
                  <a:cubicBezTo>
                    <a:pt x="55" y="19"/>
                    <a:pt x="46" y="23"/>
                    <a:pt x="38" y="31"/>
                  </a:cubicBezTo>
                  <a:cubicBezTo>
                    <a:pt x="31" y="39"/>
                    <a:pt x="26" y="49"/>
                    <a:pt x="24" y="61"/>
                  </a:cubicBezTo>
                  <a:lnTo>
                    <a:pt x="102"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0" name="Freeform 16"/>
            <p:cNvSpPr>
              <a:spLocks noEditPoints="1"/>
            </p:cNvSpPr>
            <p:nvPr/>
          </p:nvSpPr>
          <p:spPr bwMode="auto">
            <a:xfrm>
              <a:off x="4352" y="1944"/>
              <a:ext cx="384" cy="480"/>
            </a:xfrm>
            <a:custGeom>
              <a:avLst/>
              <a:gdLst>
                <a:gd name="T0" fmla="*/ 162 w 162"/>
                <a:gd name="T1" fmla="*/ 98 h 201"/>
                <a:gd name="T2" fmla="*/ 148 w 162"/>
                <a:gd name="T3" fmla="*/ 152 h 201"/>
                <a:gd name="T4" fmla="*/ 110 w 162"/>
                <a:gd name="T5" fmla="*/ 188 h 201"/>
                <a:gd name="T6" fmla="*/ 53 w 162"/>
                <a:gd name="T7" fmla="*/ 201 h 201"/>
                <a:gd name="T8" fmla="*/ 0 w 162"/>
                <a:gd name="T9" fmla="*/ 201 h 201"/>
                <a:gd name="T10" fmla="*/ 0 w 162"/>
                <a:gd name="T11" fmla="*/ 0 h 201"/>
                <a:gd name="T12" fmla="*/ 56 w 162"/>
                <a:gd name="T13" fmla="*/ 0 h 201"/>
                <a:gd name="T14" fmla="*/ 162 w 162"/>
                <a:gd name="T15" fmla="*/ 98 h 201"/>
                <a:gd name="T16" fmla="*/ 137 w 162"/>
                <a:gd name="T17" fmla="*/ 98 h 201"/>
                <a:gd name="T18" fmla="*/ 55 w 162"/>
                <a:gd name="T19" fmla="*/ 21 h 201"/>
                <a:gd name="T20" fmla="*/ 23 w 162"/>
                <a:gd name="T21" fmla="*/ 21 h 201"/>
                <a:gd name="T22" fmla="*/ 23 w 162"/>
                <a:gd name="T23" fmla="*/ 180 h 201"/>
                <a:gd name="T24" fmla="*/ 53 w 162"/>
                <a:gd name="T25" fmla="*/ 180 h 201"/>
                <a:gd name="T26" fmla="*/ 115 w 162"/>
                <a:gd name="T27" fmla="*/ 159 h 201"/>
                <a:gd name="T28" fmla="*/ 137 w 162"/>
                <a:gd name="T29" fmla="*/ 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2" h="201">
                  <a:moveTo>
                    <a:pt x="162" y="98"/>
                  </a:moveTo>
                  <a:cubicBezTo>
                    <a:pt x="162" y="118"/>
                    <a:pt x="157" y="136"/>
                    <a:pt x="148" y="152"/>
                  </a:cubicBezTo>
                  <a:cubicBezTo>
                    <a:pt x="139" y="168"/>
                    <a:pt x="127" y="180"/>
                    <a:pt x="110" y="188"/>
                  </a:cubicBezTo>
                  <a:cubicBezTo>
                    <a:pt x="94" y="197"/>
                    <a:pt x="75" y="201"/>
                    <a:pt x="53" y="201"/>
                  </a:cubicBezTo>
                  <a:cubicBezTo>
                    <a:pt x="0" y="201"/>
                    <a:pt x="0" y="201"/>
                    <a:pt x="0" y="201"/>
                  </a:cubicBezTo>
                  <a:cubicBezTo>
                    <a:pt x="0" y="0"/>
                    <a:pt x="0" y="0"/>
                    <a:pt x="0" y="0"/>
                  </a:cubicBezTo>
                  <a:cubicBezTo>
                    <a:pt x="56" y="0"/>
                    <a:pt x="56" y="0"/>
                    <a:pt x="56" y="0"/>
                  </a:cubicBezTo>
                  <a:cubicBezTo>
                    <a:pt x="127" y="0"/>
                    <a:pt x="162" y="32"/>
                    <a:pt x="162" y="98"/>
                  </a:cubicBezTo>
                  <a:close/>
                  <a:moveTo>
                    <a:pt x="137" y="98"/>
                  </a:moveTo>
                  <a:cubicBezTo>
                    <a:pt x="137" y="47"/>
                    <a:pt x="110" y="21"/>
                    <a:pt x="55" y="21"/>
                  </a:cubicBezTo>
                  <a:cubicBezTo>
                    <a:pt x="23" y="21"/>
                    <a:pt x="23" y="21"/>
                    <a:pt x="23" y="21"/>
                  </a:cubicBezTo>
                  <a:cubicBezTo>
                    <a:pt x="23" y="180"/>
                    <a:pt x="23" y="180"/>
                    <a:pt x="23" y="180"/>
                  </a:cubicBezTo>
                  <a:cubicBezTo>
                    <a:pt x="53" y="180"/>
                    <a:pt x="53" y="180"/>
                    <a:pt x="53" y="180"/>
                  </a:cubicBezTo>
                  <a:cubicBezTo>
                    <a:pt x="80" y="180"/>
                    <a:pt x="101" y="173"/>
                    <a:pt x="115" y="159"/>
                  </a:cubicBezTo>
                  <a:cubicBezTo>
                    <a:pt x="130" y="144"/>
                    <a:pt x="137" y="124"/>
                    <a:pt x="137"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1" name="Freeform 17"/>
            <p:cNvSpPr>
              <a:spLocks/>
            </p:cNvSpPr>
            <p:nvPr/>
          </p:nvSpPr>
          <p:spPr bwMode="auto">
            <a:xfrm>
              <a:off x="4804" y="2075"/>
              <a:ext cx="180" cy="349"/>
            </a:xfrm>
            <a:custGeom>
              <a:avLst/>
              <a:gdLst>
                <a:gd name="T0" fmla="*/ 76 w 76"/>
                <a:gd name="T1" fmla="*/ 26 h 146"/>
                <a:gd name="T2" fmla="*/ 58 w 76"/>
                <a:gd name="T3" fmla="*/ 21 h 146"/>
                <a:gd name="T4" fmla="*/ 33 w 76"/>
                <a:gd name="T5" fmla="*/ 35 h 146"/>
                <a:gd name="T6" fmla="*/ 24 w 76"/>
                <a:gd name="T7" fmla="*/ 73 h 146"/>
                <a:gd name="T8" fmla="*/ 24 w 76"/>
                <a:gd name="T9" fmla="*/ 146 h 146"/>
                <a:gd name="T10" fmla="*/ 0 w 76"/>
                <a:gd name="T11" fmla="*/ 146 h 146"/>
                <a:gd name="T12" fmla="*/ 0 w 76"/>
                <a:gd name="T13" fmla="*/ 2 h 146"/>
                <a:gd name="T14" fmla="*/ 24 w 76"/>
                <a:gd name="T15" fmla="*/ 2 h 146"/>
                <a:gd name="T16" fmla="*/ 24 w 76"/>
                <a:gd name="T17" fmla="*/ 32 h 146"/>
                <a:gd name="T18" fmla="*/ 24 w 76"/>
                <a:gd name="T19" fmla="*/ 32 h 146"/>
                <a:gd name="T20" fmla="*/ 39 w 76"/>
                <a:gd name="T21" fmla="*/ 8 h 146"/>
                <a:gd name="T22" fmla="*/ 62 w 76"/>
                <a:gd name="T23" fmla="*/ 0 h 146"/>
                <a:gd name="T24" fmla="*/ 76 w 76"/>
                <a:gd name="T25" fmla="*/ 2 h 146"/>
                <a:gd name="T26" fmla="*/ 76 w 76"/>
                <a:gd name="T27" fmla="*/ 2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146">
                  <a:moveTo>
                    <a:pt x="76" y="26"/>
                  </a:moveTo>
                  <a:cubicBezTo>
                    <a:pt x="71" y="22"/>
                    <a:pt x="66" y="21"/>
                    <a:pt x="58" y="21"/>
                  </a:cubicBezTo>
                  <a:cubicBezTo>
                    <a:pt x="48" y="21"/>
                    <a:pt x="39" y="26"/>
                    <a:pt x="33" y="35"/>
                  </a:cubicBezTo>
                  <a:cubicBezTo>
                    <a:pt x="27" y="45"/>
                    <a:pt x="24" y="57"/>
                    <a:pt x="24" y="73"/>
                  </a:cubicBezTo>
                  <a:cubicBezTo>
                    <a:pt x="24" y="146"/>
                    <a:pt x="24" y="146"/>
                    <a:pt x="24" y="146"/>
                  </a:cubicBezTo>
                  <a:cubicBezTo>
                    <a:pt x="0" y="146"/>
                    <a:pt x="0" y="146"/>
                    <a:pt x="0" y="146"/>
                  </a:cubicBezTo>
                  <a:cubicBezTo>
                    <a:pt x="0" y="2"/>
                    <a:pt x="0" y="2"/>
                    <a:pt x="0" y="2"/>
                  </a:cubicBezTo>
                  <a:cubicBezTo>
                    <a:pt x="24" y="2"/>
                    <a:pt x="24" y="2"/>
                    <a:pt x="24" y="2"/>
                  </a:cubicBezTo>
                  <a:cubicBezTo>
                    <a:pt x="24" y="32"/>
                    <a:pt x="24" y="32"/>
                    <a:pt x="24" y="32"/>
                  </a:cubicBezTo>
                  <a:cubicBezTo>
                    <a:pt x="24" y="32"/>
                    <a:pt x="24" y="32"/>
                    <a:pt x="24" y="32"/>
                  </a:cubicBezTo>
                  <a:cubicBezTo>
                    <a:pt x="27" y="22"/>
                    <a:pt x="32" y="14"/>
                    <a:pt x="39" y="8"/>
                  </a:cubicBezTo>
                  <a:cubicBezTo>
                    <a:pt x="46" y="3"/>
                    <a:pt x="53" y="0"/>
                    <a:pt x="62" y="0"/>
                  </a:cubicBezTo>
                  <a:cubicBezTo>
                    <a:pt x="68" y="0"/>
                    <a:pt x="72" y="0"/>
                    <a:pt x="76" y="2"/>
                  </a:cubicBezTo>
                  <a:lnTo>
                    <a:pt x="76"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2" name="Freeform 18"/>
            <p:cNvSpPr>
              <a:spLocks noEditPoints="1"/>
            </p:cNvSpPr>
            <p:nvPr/>
          </p:nvSpPr>
          <p:spPr bwMode="auto">
            <a:xfrm>
              <a:off x="5017" y="1922"/>
              <a:ext cx="74" cy="502"/>
            </a:xfrm>
            <a:custGeom>
              <a:avLst/>
              <a:gdLst>
                <a:gd name="T0" fmla="*/ 31 w 31"/>
                <a:gd name="T1" fmla="*/ 15 h 210"/>
                <a:gd name="T2" fmla="*/ 26 w 31"/>
                <a:gd name="T3" fmla="*/ 25 h 210"/>
                <a:gd name="T4" fmla="*/ 15 w 31"/>
                <a:gd name="T5" fmla="*/ 30 h 210"/>
                <a:gd name="T6" fmla="*/ 5 w 31"/>
                <a:gd name="T7" fmla="*/ 25 h 210"/>
                <a:gd name="T8" fmla="*/ 0 w 31"/>
                <a:gd name="T9" fmla="*/ 15 h 210"/>
                <a:gd name="T10" fmla="*/ 5 w 31"/>
                <a:gd name="T11" fmla="*/ 4 h 210"/>
                <a:gd name="T12" fmla="*/ 15 w 31"/>
                <a:gd name="T13" fmla="*/ 0 h 210"/>
                <a:gd name="T14" fmla="*/ 26 w 31"/>
                <a:gd name="T15" fmla="*/ 4 h 210"/>
                <a:gd name="T16" fmla="*/ 31 w 31"/>
                <a:gd name="T17" fmla="*/ 15 h 210"/>
                <a:gd name="T18" fmla="*/ 27 w 31"/>
                <a:gd name="T19" fmla="*/ 210 h 210"/>
                <a:gd name="T20" fmla="*/ 4 w 31"/>
                <a:gd name="T21" fmla="*/ 210 h 210"/>
                <a:gd name="T22" fmla="*/ 4 w 31"/>
                <a:gd name="T23" fmla="*/ 66 h 210"/>
                <a:gd name="T24" fmla="*/ 27 w 31"/>
                <a:gd name="T25" fmla="*/ 66 h 210"/>
                <a:gd name="T26" fmla="*/ 27 w 31"/>
                <a:gd name="T27"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210">
                  <a:moveTo>
                    <a:pt x="31" y="15"/>
                  </a:moveTo>
                  <a:cubicBezTo>
                    <a:pt x="31" y="19"/>
                    <a:pt x="29" y="22"/>
                    <a:pt x="26" y="25"/>
                  </a:cubicBezTo>
                  <a:cubicBezTo>
                    <a:pt x="23" y="28"/>
                    <a:pt x="20" y="30"/>
                    <a:pt x="15" y="30"/>
                  </a:cubicBezTo>
                  <a:cubicBezTo>
                    <a:pt x="11" y="30"/>
                    <a:pt x="8" y="28"/>
                    <a:pt x="5" y="25"/>
                  </a:cubicBezTo>
                  <a:cubicBezTo>
                    <a:pt x="2" y="23"/>
                    <a:pt x="0" y="19"/>
                    <a:pt x="0" y="15"/>
                  </a:cubicBezTo>
                  <a:cubicBezTo>
                    <a:pt x="0" y="11"/>
                    <a:pt x="2" y="7"/>
                    <a:pt x="5" y="4"/>
                  </a:cubicBezTo>
                  <a:cubicBezTo>
                    <a:pt x="7" y="1"/>
                    <a:pt x="11" y="0"/>
                    <a:pt x="15" y="0"/>
                  </a:cubicBezTo>
                  <a:cubicBezTo>
                    <a:pt x="20" y="0"/>
                    <a:pt x="23" y="1"/>
                    <a:pt x="26" y="4"/>
                  </a:cubicBezTo>
                  <a:cubicBezTo>
                    <a:pt x="29" y="7"/>
                    <a:pt x="31" y="10"/>
                    <a:pt x="31" y="15"/>
                  </a:cubicBezTo>
                  <a:close/>
                  <a:moveTo>
                    <a:pt x="27" y="210"/>
                  </a:moveTo>
                  <a:cubicBezTo>
                    <a:pt x="4" y="210"/>
                    <a:pt x="4" y="210"/>
                    <a:pt x="4" y="210"/>
                  </a:cubicBezTo>
                  <a:cubicBezTo>
                    <a:pt x="4" y="66"/>
                    <a:pt x="4" y="66"/>
                    <a:pt x="4" y="66"/>
                  </a:cubicBezTo>
                  <a:cubicBezTo>
                    <a:pt x="27" y="66"/>
                    <a:pt x="27" y="66"/>
                    <a:pt x="27" y="66"/>
                  </a:cubicBezTo>
                  <a:lnTo>
                    <a:pt x="27"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3" name="Freeform 19"/>
            <p:cNvSpPr>
              <a:spLocks/>
            </p:cNvSpPr>
            <p:nvPr/>
          </p:nvSpPr>
          <p:spPr bwMode="auto">
            <a:xfrm>
              <a:off x="5124" y="2080"/>
              <a:ext cx="317" cy="344"/>
            </a:xfrm>
            <a:custGeom>
              <a:avLst/>
              <a:gdLst>
                <a:gd name="T0" fmla="*/ 134 w 134"/>
                <a:gd name="T1" fmla="*/ 0 h 144"/>
                <a:gd name="T2" fmla="*/ 77 w 134"/>
                <a:gd name="T3" fmla="*/ 144 h 144"/>
                <a:gd name="T4" fmla="*/ 54 w 134"/>
                <a:gd name="T5" fmla="*/ 144 h 144"/>
                <a:gd name="T6" fmla="*/ 0 w 134"/>
                <a:gd name="T7" fmla="*/ 0 h 144"/>
                <a:gd name="T8" fmla="*/ 25 w 134"/>
                <a:gd name="T9" fmla="*/ 0 h 144"/>
                <a:gd name="T10" fmla="*/ 62 w 134"/>
                <a:gd name="T11" fmla="*/ 105 h 144"/>
                <a:gd name="T12" fmla="*/ 67 w 134"/>
                <a:gd name="T13" fmla="*/ 125 h 144"/>
                <a:gd name="T14" fmla="*/ 67 w 134"/>
                <a:gd name="T15" fmla="*/ 125 h 144"/>
                <a:gd name="T16" fmla="*/ 72 w 134"/>
                <a:gd name="T17" fmla="*/ 105 h 144"/>
                <a:gd name="T18" fmla="*/ 110 w 134"/>
                <a:gd name="T19" fmla="*/ 0 h 144"/>
                <a:gd name="T20" fmla="*/ 134 w 134"/>
                <a:gd name="T2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144">
                  <a:moveTo>
                    <a:pt x="134" y="0"/>
                  </a:moveTo>
                  <a:cubicBezTo>
                    <a:pt x="77" y="144"/>
                    <a:pt x="77" y="144"/>
                    <a:pt x="77" y="144"/>
                  </a:cubicBezTo>
                  <a:cubicBezTo>
                    <a:pt x="54" y="144"/>
                    <a:pt x="54" y="144"/>
                    <a:pt x="54" y="144"/>
                  </a:cubicBezTo>
                  <a:cubicBezTo>
                    <a:pt x="0" y="0"/>
                    <a:pt x="0" y="0"/>
                    <a:pt x="0" y="0"/>
                  </a:cubicBezTo>
                  <a:cubicBezTo>
                    <a:pt x="25" y="0"/>
                    <a:pt x="25" y="0"/>
                    <a:pt x="25" y="0"/>
                  </a:cubicBezTo>
                  <a:cubicBezTo>
                    <a:pt x="62" y="105"/>
                    <a:pt x="62" y="105"/>
                    <a:pt x="62" y="105"/>
                  </a:cubicBezTo>
                  <a:cubicBezTo>
                    <a:pt x="64" y="110"/>
                    <a:pt x="65" y="117"/>
                    <a:pt x="67" y="125"/>
                  </a:cubicBezTo>
                  <a:cubicBezTo>
                    <a:pt x="67" y="125"/>
                    <a:pt x="67" y="125"/>
                    <a:pt x="67" y="125"/>
                  </a:cubicBezTo>
                  <a:cubicBezTo>
                    <a:pt x="68" y="118"/>
                    <a:pt x="70" y="111"/>
                    <a:pt x="72" y="105"/>
                  </a:cubicBezTo>
                  <a:cubicBezTo>
                    <a:pt x="110" y="0"/>
                    <a:pt x="110" y="0"/>
                    <a:pt x="110" y="0"/>
                  </a:cubicBezTo>
                  <a:lnTo>
                    <a:pt x="1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4" name="Freeform 20"/>
            <p:cNvSpPr>
              <a:spLocks noEditPoints="1"/>
            </p:cNvSpPr>
            <p:nvPr/>
          </p:nvSpPr>
          <p:spPr bwMode="auto">
            <a:xfrm>
              <a:off x="5458" y="2073"/>
              <a:ext cx="296" cy="361"/>
            </a:xfrm>
            <a:custGeom>
              <a:avLst/>
              <a:gdLst>
                <a:gd name="T0" fmla="*/ 125 w 125"/>
                <a:gd name="T1" fmla="*/ 81 h 151"/>
                <a:gd name="T2" fmla="*/ 24 w 125"/>
                <a:gd name="T3" fmla="*/ 81 h 151"/>
                <a:gd name="T4" fmla="*/ 37 w 125"/>
                <a:gd name="T5" fmla="*/ 118 h 151"/>
                <a:gd name="T6" fmla="*/ 71 w 125"/>
                <a:gd name="T7" fmla="*/ 131 h 151"/>
                <a:gd name="T8" fmla="*/ 115 w 125"/>
                <a:gd name="T9" fmla="*/ 115 h 151"/>
                <a:gd name="T10" fmla="*/ 115 w 125"/>
                <a:gd name="T11" fmla="*/ 137 h 151"/>
                <a:gd name="T12" fmla="*/ 65 w 125"/>
                <a:gd name="T13" fmla="*/ 151 h 151"/>
                <a:gd name="T14" fmla="*/ 17 w 125"/>
                <a:gd name="T15" fmla="*/ 131 h 151"/>
                <a:gd name="T16" fmla="*/ 0 w 125"/>
                <a:gd name="T17" fmla="*/ 76 h 151"/>
                <a:gd name="T18" fmla="*/ 9 w 125"/>
                <a:gd name="T19" fmla="*/ 37 h 151"/>
                <a:gd name="T20" fmla="*/ 32 w 125"/>
                <a:gd name="T21" fmla="*/ 9 h 151"/>
                <a:gd name="T22" fmla="*/ 66 w 125"/>
                <a:gd name="T23" fmla="*/ 0 h 151"/>
                <a:gd name="T24" fmla="*/ 110 w 125"/>
                <a:gd name="T25" fmla="*/ 18 h 151"/>
                <a:gd name="T26" fmla="*/ 125 w 125"/>
                <a:gd name="T27" fmla="*/ 69 h 151"/>
                <a:gd name="T28" fmla="*/ 125 w 125"/>
                <a:gd name="T29" fmla="*/ 81 h 151"/>
                <a:gd name="T30" fmla="*/ 102 w 125"/>
                <a:gd name="T31" fmla="*/ 61 h 151"/>
                <a:gd name="T32" fmla="*/ 92 w 125"/>
                <a:gd name="T33" fmla="*/ 30 h 151"/>
                <a:gd name="T34" fmla="*/ 66 w 125"/>
                <a:gd name="T35" fmla="*/ 19 h 151"/>
                <a:gd name="T36" fmla="*/ 38 w 125"/>
                <a:gd name="T37" fmla="*/ 31 h 151"/>
                <a:gd name="T38" fmla="*/ 24 w 125"/>
                <a:gd name="T39" fmla="*/ 61 h 151"/>
                <a:gd name="T40" fmla="*/ 102 w 125"/>
                <a:gd name="T41" fmla="*/ 6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5" h="151">
                  <a:moveTo>
                    <a:pt x="125" y="81"/>
                  </a:moveTo>
                  <a:cubicBezTo>
                    <a:pt x="24" y="81"/>
                    <a:pt x="24" y="81"/>
                    <a:pt x="24" y="81"/>
                  </a:cubicBezTo>
                  <a:cubicBezTo>
                    <a:pt x="24" y="97"/>
                    <a:pt x="28" y="110"/>
                    <a:pt x="37" y="118"/>
                  </a:cubicBezTo>
                  <a:cubicBezTo>
                    <a:pt x="45" y="127"/>
                    <a:pt x="56" y="131"/>
                    <a:pt x="71" y="131"/>
                  </a:cubicBezTo>
                  <a:cubicBezTo>
                    <a:pt x="87" y="131"/>
                    <a:pt x="102" y="126"/>
                    <a:pt x="115" y="115"/>
                  </a:cubicBezTo>
                  <a:cubicBezTo>
                    <a:pt x="115" y="137"/>
                    <a:pt x="115" y="137"/>
                    <a:pt x="115" y="137"/>
                  </a:cubicBezTo>
                  <a:cubicBezTo>
                    <a:pt x="103" y="146"/>
                    <a:pt x="86" y="151"/>
                    <a:pt x="65" y="151"/>
                  </a:cubicBezTo>
                  <a:cubicBezTo>
                    <a:pt x="45" y="151"/>
                    <a:pt x="29" y="144"/>
                    <a:pt x="17" y="131"/>
                  </a:cubicBezTo>
                  <a:cubicBezTo>
                    <a:pt x="6" y="118"/>
                    <a:pt x="0" y="99"/>
                    <a:pt x="0" y="76"/>
                  </a:cubicBezTo>
                  <a:cubicBezTo>
                    <a:pt x="0" y="62"/>
                    <a:pt x="3" y="48"/>
                    <a:pt x="9" y="37"/>
                  </a:cubicBezTo>
                  <a:cubicBezTo>
                    <a:pt x="14" y="25"/>
                    <a:pt x="22" y="16"/>
                    <a:pt x="32" y="9"/>
                  </a:cubicBezTo>
                  <a:cubicBezTo>
                    <a:pt x="43" y="3"/>
                    <a:pt x="54" y="0"/>
                    <a:pt x="66" y="0"/>
                  </a:cubicBezTo>
                  <a:cubicBezTo>
                    <a:pt x="85" y="0"/>
                    <a:pt x="99" y="6"/>
                    <a:pt x="110" y="18"/>
                  </a:cubicBezTo>
                  <a:cubicBezTo>
                    <a:pt x="120" y="30"/>
                    <a:pt x="125" y="47"/>
                    <a:pt x="125" y="69"/>
                  </a:cubicBezTo>
                  <a:lnTo>
                    <a:pt x="125" y="81"/>
                  </a:lnTo>
                  <a:close/>
                  <a:moveTo>
                    <a:pt x="102" y="61"/>
                  </a:moveTo>
                  <a:cubicBezTo>
                    <a:pt x="102" y="48"/>
                    <a:pt x="98" y="38"/>
                    <a:pt x="92" y="30"/>
                  </a:cubicBezTo>
                  <a:cubicBezTo>
                    <a:pt x="86" y="23"/>
                    <a:pt x="77" y="19"/>
                    <a:pt x="66" y="19"/>
                  </a:cubicBezTo>
                  <a:cubicBezTo>
                    <a:pt x="55" y="19"/>
                    <a:pt x="46" y="23"/>
                    <a:pt x="38" y="31"/>
                  </a:cubicBezTo>
                  <a:cubicBezTo>
                    <a:pt x="31" y="39"/>
                    <a:pt x="26" y="49"/>
                    <a:pt x="24" y="61"/>
                  </a:cubicBezTo>
                  <a:lnTo>
                    <a:pt x="102"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535" name="Group 32"/>
          <p:cNvGrpSpPr>
            <a:grpSpLocks noChangeAspect="1"/>
          </p:cNvGrpSpPr>
          <p:nvPr/>
        </p:nvGrpSpPr>
        <p:grpSpPr bwMode="auto">
          <a:xfrm>
            <a:off x="672450" y="5564969"/>
            <a:ext cx="1088790" cy="350992"/>
            <a:chOff x="3382" y="2013"/>
            <a:chExt cx="912" cy="294"/>
          </a:xfrm>
          <a:solidFill>
            <a:schemeClr val="tx1"/>
          </a:solidFill>
        </p:grpSpPr>
        <p:sp>
          <p:nvSpPr>
            <p:cNvPr id="536" name="Freeform 33"/>
            <p:cNvSpPr>
              <a:spLocks noEditPoints="1"/>
            </p:cNvSpPr>
            <p:nvPr/>
          </p:nvSpPr>
          <p:spPr bwMode="auto">
            <a:xfrm>
              <a:off x="3756" y="2104"/>
              <a:ext cx="95" cy="107"/>
            </a:xfrm>
            <a:custGeom>
              <a:avLst/>
              <a:gdLst>
                <a:gd name="T0" fmla="*/ 40 w 40"/>
                <a:gd name="T1" fmla="*/ 22 h 44"/>
                <a:gd name="T2" fmla="*/ 37 w 40"/>
                <a:gd name="T3" fmla="*/ 33 h 44"/>
                <a:gd name="T4" fmla="*/ 30 w 40"/>
                <a:gd name="T5" fmla="*/ 41 h 44"/>
                <a:gd name="T6" fmla="*/ 20 w 40"/>
                <a:gd name="T7" fmla="*/ 44 h 44"/>
                <a:gd name="T8" fmla="*/ 9 w 40"/>
                <a:gd name="T9" fmla="*/ 41 h 44"/>
                <a:gd name="T10" fmla="*/ 2 w 40"/>
                <a:gd name="T11" fmla="*/ 34 h 44"/>
                <a:gd name="T12" fmla="*/ 0 w 40"/>
                <a:gd name="T13" fmla="*/ 23 h 44"/>
                <a:gd name="T14" fmla="*/ 2 w 40"/>
                <a:gd name="T15" fmla="*/ 11 h 44"/>
                <a:gd name="T16" fmla="*/ 10 w 40"/>
                <a:gd name="T17" fmla="*/ 3 h 44"/>
                <a:gd name="T18" fmla="*/ 20 w 40"/>
                <a:gd name="T19" fmla="*/ 0 h 44"/>
                <a:gd name="T20" fmla="*/ 30 w 40"/>
                <a:gd name="T21" fmla="*/ 3 h 44"/>
                <a:gd name="T22" fmla="*/ 37 w 40"/>
                <a:gd name="T23" fmla="*/ 11 h 44"/>
                <a:gd name="T24" fmla="*/ 40 w 40"/>
                <a:gd name="T25" fmla="*/ 22 h 44"/>
                <a:gd name="T26" fmla="*/ 34 w 40"/>
                <a:gd name="T27" fmla="*/ 22 h 44"/>
                <a:gd name="T28" fmla="*/ 31 w 40"/>
                <a:gd name="T29" fmla="*/ 9 h 44"/>
                <a:gd name="T30" fmla="*/ 20 w 40"/>
                <a:gd name="T31" fmla="*/ 5 h 44"/>
                <a:gd name="T32" fmla="*/ 12 w 40"/>
                <a:gd name="T33" fmla="*/ 7 h 44"/>
                <a:gd name="T34" fmla="*/ 7 w 40"/>
                <a:gd name="T35" fmla="*/ 13 h 44"/>
                <a:gd name="T36" fmla="*/ 5 w 40"/>
                <a:gd name="T37" fmla="*/ 22 h 44"/>
                <a:gd name="T38" fmla="*/ 7 w 40"/>
                <a:gd name="T39" fmla="*/ 31 h 44"/>
                <a:gd name="T40" fmla="*/ 12 w 40"/>
                <a:gd name="T41" fmla="*/ 37 h 44"/>
                <a:gd name="T42" fmla="*/ 20 w 40"/>
                <a:gd name="T43" fmla="*/ 39 h 44"/>
                <a:gd name="T44" fmla="*/ 31 w 40"/>
                <a:gd name="T45" fmla="*/ 35 h 44"/>
                <a:gd name="T46" fmla="*/ 34 w 40"/>
                <a:gd name="T47" fmla="*/ 2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 h="44">
                  <a:moveTo>
                    <a:pt x="40" y="22"/>
                  </a:moveTo>
                  <a:cubicBezTo>
                    <a:pt x="40" y="26"/>
                    <a:pt x="39" y="30"/>
                    <a:pt x="37" y="33"/>
                  </a:cubicBezTo>
                  <a:cubicBezTo>
                    <a:pt x="36" y="37"/>
                    <a:pt x="33" y="39"/>
                    <a:pt x="30" y="41"/>
                  </a:cubicBezTo>
                  <a:cubicBezTo>
                    <a:pt x="27" y="43"/>
                    <a:pt x="24" y="44"/>
                    <a:pt x="20" y="44"/>
                  </a:cubicBezTo>
                  <a:cubicBezTo>
                    <a:pt x="16" y="44"/>
                    <a:pt x="12" y="43"/>
                    <a:pt x="9" y="41"/>
                  </a:cubicBezTo>
                  <a:cubicBezTo>
                    <a:pt x="6" y="39"/>
                    <a:pt x="4" y="37"/>
                    <a:pt x="2" y="34"/>
                  </a:cubicBezTo>
                  <a:cubicBezTo>
                    <a:pt x="1" y="30"/>
                    <a:pt x="0" y="27"/>
                    <a:pt x="0" y="23"/>
                  </a:cubicBezTo>
                  <a:cubicBezTo>
                    <a:pt x="0" y="18"/>
                    <a:pt x="1" y="14"/>
                    <a:pt x="2" y="11"/>
                  </a:cubicBezTo>
                  <a:cubicBezTo>
                    <a:pt x="4" y="7"/>
                    <a:pt x="6" y="5"/>
                    <a:pt x="10" y="3"/>
                  </a:cubicBezTo>
                  <a:cubicBezTo>
                    <a:pt x="13" y="1"/>
                    <a:pt x="16" y="0"/>
                    <a:pt x="20" y="0"/>
                  </a:cubicBezTo>
                  <a:cubicBezTo>
                    <a:pt x="24" y="0"/>
                    <a:pt x="27" y="1"/>
                    <a:pt x="30" y="3"/>
                  </a:cubicBezTo>
                  <a:cubicBezTo>
                    <a:pt x="33" y="5"/>
                    <a:pt x="36" y="7"/>
                    <a:pt x="37" y="11"/>
                  </a:cubicBezTo>
                  <a:cubicBezTo>
                    <a:pt x="39" y="14"/>
                    <a:pt x="40" y="17"/>
                    <a:pt x="40" y="22"/>
                  </a:cubicBezTo>
                  <a:close/>
                  <a:moveTo>
                    <a:pt x="34" y="22"/>
                  </a:moveTo>
                  <a:cubicBezTo>
                    <a:pt x="34" y="17"/>
                    <a:pt x="33" y="12"/>
                    <a:pt x="31" y="9"/>
                  </a:cubicBezTo>
                  <a:cubicBezTo>
                    <a:pt x="28" y="6"/>
                    <a:pt x="25" y="5"/>
                    <a:pt x="20" y="5"/>
                  </a:cubicBezTo>
                  <a:cubicBezTo>
                    <a:pt x="17" y="5"/>
                    <a:pt x="15" y="6"/>
                    <a:pt x="12" y="7"/>
                  </a:cubicBezTo>
                  <a:cubicBezTo>
                    <a:pt x="10" y="8"/>
                    <a:pt x="8" y="10"/>
                    <a:pt x="7" y="13"/>
                  </a:cubicBezTo>
                  <a:cubicBezTo>
                    <a:pt x="6" y="16"/>
                    <a:pt x="5" y="19"/>
                    <a:pt x="5" y="22"/>
                  </a:cubicBezTo>
                  <a:cubicBezTo>
                    <a:pt x="5" y="25"/>
                    <a:pt x="6" y="28"/>
                    <a:pt x="7" y="31"/>
                  </a:cubicBezTo>
                  <a:cubicBezTo>
                    <a:pt x="8" y="34"/>
                    <a:pt x="10" y="36"/>
                    <a:pt x="12" y="37"/>
                  </a:cubicBezTo>
                  <a:cubicBezTo>
                    <a:pt x="14" y="39"/>
                    <a:pt x="17" y="39"/>
                    <a:pt x="20" y="39"/>
                  </a:cubicBezTo>
                  <a:cubicBezTo>
                    <a:pt x="24" y="39"/>
                    <a:pt x="28" y="38"/>
                    <a:pt x="31" y="35"/>
                  </a:cubicBezTo>
                  <a:cubicBezTo>
                    <a:pt x="33" y="32"/>
                    <a:pt x="34" y="28"/>
                    <a:pt x="3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7" name="Freeform 34"/>
            <p:cNvSpPr>
              <a:spLocks/>
            </p:cNvSpPr>
            <p:nvPr/>
          </p:nvSpPr>
          <p:spPr bwMode="auto">
            <a:xfrm>
              <a:off x="3865" y="2133"/>
              <a:ext cx="60" cy="75"/>
            </a:xfrm>
            <a:custGeom>
              <a:avLst/>
              <a:gdLst>
                <a:gd name="T0" fmla="*/ 25 w 25"/>
                <a:gd name="T1" fmla="*/ 31 h 31"/>
                <a:gd name="T2" fmla="*/ 20 w 25"/>
                <a:gd name="T3" fmla="*/ 31 h 31"/>
                <a:gd name="T4" fmla="*/ 20 w 25"/>
                <a:gd name="T5" fmla="*/ 14 h 31"/>
                <a:gd name="T6" fmla="*/ 13 w 25"/>
                <a:gd name="T7" fmla="*/ 4 h 31"/>
                <a:gd name="T8" fmla="*/ 7 w 25"/>
                <a:gd name="T9" fmla="*/ 7 h 31"/>
                <a:gd name="T10" fmla="*/ 4 w 25"/>
                <a:gd name="T11" fmla="*/ 14 h 31"/>
                <a:gd name="T12" fmla="*/ 4 w 25"/>
                <a:gd name="T13" fmla="*/ 31 h 31"/>
                <a:gd name="T14" fmla="*/ 0 w 25"/>
                <a:gd name="T15" fmla="*/ 31 h 31"/>
                <a:gd name="T16" fmla="*/ 0 w 25"/>
                <a:gd name="T17" fmla="*/ 1 h 31"/>
                <a:gd name="T18" fmla="*/ 4 w 25"/>
                <a:gd name="T19" fmla="*/ 1 h 31"/>
                <a:gd name="T20" fmla="*/ 4 w 25"/>
                <a:gd name="T21" fmla="*/ 6 h 31"/>
                <a:gd name="T22" fmla="*/ 5 w 25"/>
                <a:gd name="T23" fmla="*/ 6 h 31"/>
                <a:gd name="T24" fmla="*/ 14 w 25"/>
                <a:gd name="T25" fmla="*/ 0 h 31"/>
                <a:gd name="T26" fmla="*/ 22 w 25"/>
                <a:gd name="T27" fmla="*/ 4 h 31"/>
                <a:gd name="T28" fmla="*/ 25 w 25"/>
                <a:gd name="T29" fmla="*/ 13 h 31"/>
                <a:gd name="T30" fmla="*/ 25 w 25"/>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31">
                  <a:moveTo>
                    <a:pt x="25" y="31"/>
                  </a:moveTo>
                  <a:cubicBezTo>
                    <a:pt x="20" y="31"/>
                    <a:pt x="20" y="31"/>
                    <a:pt x="20" y="31"/>
                  </a:cubicBezTo>
                  <a:cubicBezTo>
                    <a:pt x="20" y="14"/>
                    <a:pt x="20" y="14"/>
                    <a:pt x="20" y="14"/>
                  </a:cubicBezTo>
                  <a:cubicBezTo>
                    <a:pt x="20" y="8"/>
                    <a:pt x="17" y="4"/>
                    <a:pt x="13" y="4"/>
                  </a:cubicBezTo>
                  <a:cubicBezTo>
                    <a:pt x="10" y="4"/>
                    <a:pt x="8" y="5"/>
                    <a:pt x="7" y="7"/>
                  </a:cubicBezTo>
                  <a:cubicBezTo>
                    <a:pt x="5" y="9"/>
                    <a:pt x="4" y="11"/>
                    <a:pt x="4" y="14"/>
                  </a:cubicBezTo>
                  <a:cubicBezTo>
                    <a:pt x="4" y="31"/>
                    <a:pt x="4" y="31"/>
                    <a:pt x="4" y="31"/>
                  </a:cubicBezTo>
                  <a:cubicBezTo>
                    <a:pt x="0" y="31"/>
                    <a:pt x="0" y="31"/>
                    <a:pt x="0" y="31"/>
                  </a:cubicBezTo>
                  <a:cubicBezTo>
                    <a:pt x="0" y="1"/>
                    <a:pt x="0" y="1"/>
                    <a:pt x="0" y="1"/>
                  </a:cubicBezTo>
                  <a:cubicBezTo>
                    <a:pt x="4" y="1"/>
                    <a:pt x="4" y="1"/>
                    <a:pt x="4" y="1"/>
                  </a:cubicBezTo>
                  <a:cubicBezTo>
                    <a:pt x="4" y="6"/>
                    <a:pt x="4" y="6"/>
                    <a:pt x="4" y="6"/>
                  </a:cubicBezTo>
                  <a:cubicBezTo>
                    <a:pt x="5" y="6"/>
                    <a:pt x="5" y="6"/>
                    <a:pt x="5" y="6"/>
                  </a:cubicBezTo>
                  <a:cubicBezTo>
                    <a:pt x="7" y="2"/>
                    <a:pt x="10" y="0"/>
                    <a:pt x="14" y="0"/>
                  </a:cubicBezTo>
                  <a:cubicBezTo>
                    <a:pt x="18" y="0"/>
                    <a:pt x="20" y="1"/>
                    <a:pt x="22" y="4"/>
                  </a:cubicBezTo>
                  <a:cubicBezTo>
                    <a:pt x="24" y="6"/>
                    <a:pt x="25" y="9"/>
                    <a:pt x="25" y="13"/>
                  </a:cubicBezTo>
                  <a:lnTo>
                    <a:pt x="2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8" name="Freeform 35"/>
            <p:cNvSpPr>
              <a:spLocks noEditPoints="1"/>
            </p:cNvSpPr>
            <p:nvPr/>
          </p:nvSpPr>
          <p:spPr bwMode="auto">
            <a:xfrm>
              <a:off x="3937" y="2133"/>
              <a:ext cx="61" cy="78"/>
            </a:xfrm>
            <a:custGeom>
              <a:avLst/>
              <a:gdLst>
                <a:gd name="T0" fmla="*/ 26 w 26"/>
                <a:gd name="T1" fmla="*/ 17 h 32"/>
                <a:gd name="T2" fmla="*/ 5 w 26"/>
                <a:gd name="T3" fmla="*/ 17 h 32"/>
                <a:gd name="T4" fmla="*/ 7 w 26"/>
                <a:gd name="T5" fmla="*/ 25 h 32"/>
                <a:gd name="T6" fmla="*/ 14 w 26"/>
                <a:gd name="T7" fmla="*/ 28 h 32"/>
                <a:gd name="T8" fmla="*/ 24 w 26"/>
                <a:gd name="T9" fmla="*/ 24 h 32"/>
                <a:gd name="T10" fmla="*/ 24 w 26"/>
                <a:gd name="T11" fmla="*/ 29 h 32"/>
                <a:gd name="T12" fmla="*/ 13 w 26"/>
                <a:gd name="T13" fmla="*/ 32 h 32"/>
                <a:gd name="T14" fmla="*/ 3 w 26"/>
                <a:gd name="T15" fmla="*/ 28 h 32"/>
                <a:gd name="T16" fmla="*/ 0 w 26"/>
                <a:gd name="T17" fmla="*/ 16 h 32"/>
                <a:gd name="T18" fmla="*/ 1 w 26"/>
                <a:gd name="T19" fmla="*/ 8 h 32"/>
                <a:gd name="T20" fmla="*/ 6 w 26"/>
                <a:gd name="T21" fmla="*/ 2 h 32"/>
                <a:gd name="T22" fmla="*/ 13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3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7" y="25"/>
                  </a:cubicBezTo>
                  <a:cubicBezTo>
                    <a:pt x="9" y="27"/>
                    <a:pt x="11" y="28"/>
                    <a:pt x="14" y="28"/>
                  </a:cubicBezTo>
                  <a:cubicBezTo>
                    <a:pt x="18" y="28"/>
                    <a:pt x="21" y="27"/>
                    <a:pt x="24" y="24"/>
                  </a:cubicBezTo>
                  <a:cubicBezTo>
                    <a:pt x="24" y="29"/>
                    <a:pt x="24" y="29"/>
                    <a:pt x="24" y="29"/>
                  </a:cubicBezTo>
                  <a:cubicBezTo>
                    <a:pt x="21" y="31"/>
                    <a:pt x="18" y="32"/>
                    <a:pt x="13" y="32"/>
                  </a:cubicBezTo>
                  <a:cubicBezTo>
                    <a:pt x="9" y="32"/>
                    <a:pt x="6" y="30"/>
                    <a:pt x="3" y="28"/>
                  </a:cubicBezTo>
                  <a:cubicBezTo>
                    <a:pt x="1" y="25"/>
                    <a:pt x="0" y="21"/>
                    <a:pt x="0" y="16"/>
                  </a:cubicBezTo>
                  <a:cubicBezTo>
                    <a:pt x="0" y="13"/>
                    <a:pt x="0" y="11"/>
                    <a:pt x="1" y="8"/>
                  </a:cubicBezTo>
                  <a:cubicBezTo>
                    <a:pt x="3" y="6"/>
                    <a:pt x="4" y="4"/>
                    <a:pt x="6" y="2"/>
                  </a:cubicBezTo>
                  <a:cubicBezTo>
                    <a:pt x="9" y="1"/>
                    <a:pt x="11" y="0"/>
                    <a:pt x="13" y="0"/>
                  </a:cubicBezTo>
                  <a:cubicBezTo>
                    <a:pt x="17" y="0"/>
                    <a:pt x="20" y="2"/>
                    <a:pt x="23" y="4"/>
                  </a:cubicBezTo>
                  <a:cubicBezTo>
                    <a:pt x="25" y="7"/>
                    <a:pt x="26" y="10"/>
                    <a:pt x="26" y="15"/>
                  </a:cubicBezTo>
                  <a:lnTo>
                    <a:pt x="26" y="17"/>
                  </a:lnTo>
                  <a:close/>
                  <a:moveTo>
                    <a:pt x="21" y="13"/>
                  </a:moveTo>
                  <a:cubicBezTo>
                    <a:pt x="21" y="10"/>
                    <a:pt x="20" y="8"/>
                    <a:pt x="19" y="7"/>
                  </a:cubicBezTo>
                  <a:cubicBezTo>
                    <a:pt x="18" y="5"/>
                    <a:pt x="16" y="4"/>
                    <a:pt x="13" y="4"/>
                  </a:cubicBezTo>
                  <a:cubicBezTo>
                    <a:pt x="11" y="4"/>
                    <a:pt x="9" y="5"/>
                    <a:pt x="8" y="7"/>
                  </a:cubicBezTo>
                  <a:cubicBezTo>
                    <a:pt x="6" y="8"/>
                    <a:pt x="5" y="11"/>
                    <a:pt x="5" y="13"/>
                  </a:cubicBezTo>
                  <a:lnTo>
                    <a:pt x="2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39" name="Freeform 36"/>
            <p:cNvSpPr>
              <a:spLocks/>
            </p:cNvSpPr>
            <p:nvPr/>
          </p:nvSpPr>
          <p:spPr bwMode="auto">
            <a:xfrm>
              <a:off x="4013" y="2107"/>
              <a:ext cx="81" cy="101"/>
            </a:xfrm>
            <a:custGeom>
              <a:avLst/>
              <a:gdLst>
                <a:gd name="T0" fmla="*/ 34 w 34"/>
                <a:gd name="T1" fmla="*/ 42 h 42"/>
                <a:gd name="T2" fmla="*/ 28 w 34"/>
                <a:gd name="T3" fmla="*/ 42 h 42"/>
                <a:gd name="T4" fmla="*/ 6 w 34"/>
                <a:gd name="T5" fmla="*/ 9 h 42"/>
                <a:gd name="T6" fmla="*/ 5 w 34"/>
                <a:gd name="T7" fmla="*/ 6 h 42"/>
                <a:gd name="T8" fmla="*/ 5 w 34"/>
                <a:gd name="T9" fmla="*/ 6 h 42"/>
                <a:gd name="T10" fmla="*/ 5 w 34"/>
                <a:gd name="T11" fmla="*/ 12 h 42"/>
                <a:gd name="T12" fmla="*/ 5 w 34"/>
                <a:gd name="T13" fmla="*/ 42 h 42"/>
                <a:gd name="T14" fmla="*/ 0 w 34"/>
                <a:gd name="T15" fmla="*/ 42 h 42"/>
                <a:gd name="T16" fmla="*/ 0 w 34"/>
                <a:gd name="T17" fmla="*/ 0 h 42"/>
                <a:gd name="T18" fmla="*/ 6 w 34"/>
                <a:gd name="T19" fmla="*/ 0 h 42"/>
                <a:gd name="T20" fmla="*/ 27 w 34"/>
                <a:gd name="T21" fmla="*/ 33 h 42"/>
                <a:gd name="T22" fmla="*/ 29 w 34"/>
                <a:gd name="T23" fmla="*/ 36 h 42"/>
                <a:gd name="T24" fmla="*/ 29 w 34"/>
                <a:gd name="T25" fmla="*/ 36 h 42"/>
                <a:gd name="T26" fmla="*/ 29 w 34"/>
                <a:gd name="T27" fmla="*/ 30 h 42"/>
                <a:gd name="T28" fmla="*/ 29 w 34"/>
                <a:gd name="T29" fmla="*/ 0 h 42"/>
                <a:gd name="T30" fmla="*/ 34 w 34"/>
                <a:gd name="T31" fmla="*/ 0 h 42"/>
                <a:gd name="T32" fmla="*/ 34 w 34"/>
                <a:gd name="T3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42">
                  <a:moveTo>
                    <a:pt x="34" y="42"/>
                  </a:moveTo>
                  <a:cubicBezTo>
                    <a:pt x="28" y="42"/>
                    <a:pt x="28" y="42"/>
                    <a:pt x="28" y="42"/>
                  </a:cubicBezTo>
                  <a:cubicBezTo>
                    <a:pt x="6" y="9"/>
                    <a:pt x="6" y="9"/>
                    <a:pt x="6" y="9"/>
                  </a:cubicBezTo>
                  <a:cubicBezTo>
                    <a:pt x="6" y="8"/>
                    <a:pt x="5" y="7"/>
                    <a:pt x="5" y="6"/>
                  </a:cubicBezTo>
                  <a:cubicBezTo>
                    <a:pt x="5" y="6"/>
                    <a:pt x="5" y="6"/>
                    <a:pt x="5" y="6"/>
                  </a:cubicBezTo>
                  <a:cubicBezTo>
                    <a:pt x="5" y="7"/>
                    <a:pt x="5" y="9"/>
                    <a:pt x="5" y="12"/>
                  </a:cubicBezTo>
                  <a:cubicBezTo>
                    <a:pt x="5" y="42"/>
                    <a:pt x="5" y="42"/>
                    <a:pt x="5" y="42"/>
                  </a:cubicBezTo>
                  <a:cubicBezTo>
                    <a:pt x="0" y="42"/>
                    <a:pt x="0" y="42"/>
                    <a:pt x="0" y="42"/>
                  </a:cubicBezTo>
                  <a:cubicBezTo>
                    <a:pt x="0" y="0"/>
                    <a:pt x="0" y="0"/>
                    <a:pt x="0" y="0"/>
                  </a:cubicBezTo>
                  <a:cubicBezTo>
                    <a:pt x="6" y="0"/>
                    <a:pt x="6" y="0"/>
                    <a:pt x="6" y="0"/>
                  </a:cubicBezTo>
                  <a:cubicBezTo>
                    <a:pt x="27" y="33"/>
                    <a:pt x="27" y="33"/>
                    <a:pt x="27" y="33"/>
                  </a:cubicBezTo>
                  <a:cubicBezTo>
                    <a:pt x="29" y="36"/>
                    <a:pt x="29" y="36"/>
                    <a:pt x="29" y="36"/>
                  </a:cubicBezTo>
                  <a:cubicBezTo>
                    <a:pt x="29" y="36"/>
                    <a:pt x="29" y="36"/>
                    <a:pt x="29" y="36"/>
                  </a:cubicBezTo>
                  <a:cubicBezTo>
                    <a:pt x="29" y="35"/>
                    <a:pt x="29" y="33"/>
                    <a:pt x="29" y="30"/>
                  </a:cubicBezTo>
                  <a:cubicBezTo>
                    <a:pt x="29" y="0"/>
                    <a:pt x="29" y="0"/>
                    <a:pt x="29" y="0"/>
                  </a:cubicBezTo>
                  <a:cubicBezTo>
                    <a:pt x="34" y="0"/>
                    <a:pt x="34" y="0"/>
                    <a:pt x="34" y="0"/>
                  </a:cubicBezTo>
                  <a:lnTo>
                    <a:pt x="34"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0" name="Freeform 37"/>
            <p:cNvSpPr>
              <a:spLocks noEditPoints="1"/>
            </p:cNvSpPr>
            <p:nvPr/>
          </p:nvSpPr>
          <p:spPr bwMode="auto">
            <a:xfrm>
              <a:off x="4108" y="2133"/>
              <a:ext cx="71" cy="78"/>
            </a:xfrm>
            <a:custGeom>
              <a:avLst/>
              <a:gdLst>
                <a:gd name="T0" fmla="*/ 30 w 30"/>
                <a:gd name="T1" fmla="*/ 16 h 32"/>
                <a:gd name="T2" fmla="*/ 26 w 30"/>
                <a:gd name="T3" fmla="*/ 27 h 32"/>
                <a:gd name="T4" fmla="*/ 15 w 30"/>
                <a:gd name="T5" fmla="*/ 32 h 32"/>
                <a:gd name="T6" fmla="*/ 4 w 30"/>
                <a:gd name="T7" fmla="*/ 28 h 32"/>
                <a:gd name="T8" fmla="*/ 0 w 30"/>
                <a:gd name="T9" fmla="*/ 16 h 32"/>
                <a:gd name="T10" fmla="*/ 4 w 30"/>
                <a:gd name="T11" fmla="*/ 5 h 32"/>
                <a:gd name="T12" fmla="*/ 16 w 30"/>
                <a:gd name="T13" fmla="*/ 0 h 32"/>
                <a:gd name="T14" fmla="*/ 26 w 30"/>
                <a:gd name="T15" fmla="*/ 5 h 32"/>
                <a:gd name="T16" fmla="*/ 30 w 30"/>
                <a:gd name="T17" fmla="*/ 16 h 32"/>
                <a:gd name="T18" fmla="*/ 25 w 30"/>
                <a:gd name="T19" fmla="*/ 16 h 32"/>
                <a:gd name="T20" fmla="*/ 22 w 30"/>
                <a:gd name="T21" fmla="*/ 7 h 32"/>
                <a:gd name="T22" fmla="*/ 15 w 30"/>
                <a:gd name="T23" fmla="*/ 4 h 32"/>
                <a:gd name="T24" fmla="*/ 8 w 30"/>
                <a:gd name="T25" fmla="*/ 8 h 32"/>
                <a:gd name="T26" fmla="*/ 5 w 30"/>
                <a:gd name="T27" fmla="*/ 16 h 32"/>
                <a:gd name="T28" fmla="*/ 8 w 30"/>
                <a:gd name="T29" fmla="*/ 25 h 32"/>
                <a:gd name="T30" fmla="*/ 15 w 30"/>
                <a:gd name="T31" fmla="*/ 28 h 32"/>
                <a:gd name="T32" fmla="*/ 22 w 30"/>
                <a:gd name="T33" fmla="*/ 25 h 32"/>
                <a:gd name="T34" fmla="*/ 25 w 30"/>
                <a:gd name="T35"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2">
                  <a:moveTo>
                    <a:pt x="30" y="16"/>
                  </a:moveTo>
                  <a:cubicBezTo>
                    <a:pt x="30" y="21"/>
                    <a:pt x="28" y="25"/>
                    <a:pt x="26" y="27"/>
                  </a:cubicBezTo>
                  <a:cubicBezTo>
                    <a:pt x="23" y="30"/>
                    <a:pt x="19" y="32"/>
                    <a:pt x="15" y="32"/>
                  </a:cubicBezTo>
                  <a:cubicBezTo>
                    <a:pt x="10" y="32"/>
                    <a:pt x="7" y="30"/>
                    <a:pt x="4" y="28"/>
                  </a:cubicBezTo>
                  <a:cubicBezTo>
                    <a:pt x="2" y="25"/>
                    <a:pt x="0" y="21"/>
                    <a:pt x="0" y="16"/>
                  </a:cubicBezTo>
                  <a:cubicBezTo>
                    <a:pt x="0" y="11"/>
                    <a:pt x="2" y="8"/>
                    <a:pt x="4" y="5"/>
                  </a:cubicBezTo>
                  <a:cubicBezTo>
                    <a:pt x="7" y="2"/>
                    <a:pt x="11" y="0"/>
                    <a:pt x="16" y="0"/>
                  </a:cubicBezTo>
                  <a:cubicBezTo>
                    <a:pt x="20" y="0"/>
                    <a:pt x="23" y="2"/>
                    <a:pt x="26" y="5"/>
                  </a:cubicBezTo>
                  <a:cubicBezTo>
                    <a:pt x="29" y="7"/>
                    <a:pt x="30" y="11"/>
                    <a:pt x="30" y="16"/>
                  </a:cubicBezTo>
                  <a:close/>
                  <a:moveTo>
                    <a:pt x="25" y="16"/>
                  </a:moveTo>
                  <a:cubicBezTo>
                    <a:pt x="25" y="12"/>
                    <a:pt x="24" y="9"/>
                    <a:pt x="22" y="7"/>
                  </a:cubicBezTo>
                  <a:cubicBezTo>
                    <a:pt x="21" y="5"/>
                    <a:pt x="18" y="4"/>
                    <a:pt x="15" y="4"/>
                  </a:cubicBezTo>
                  <a:cubicBezTo>
                    <a:pt x="12" y="4"/>
                    <a:pt x="10" y="5"/>
                    <a:pt x="8" y="8"/>
                  </a:cubicBezTo>
                  <a:cubicBezTo>
                    <a:pt x="6" y="10"/>
                    <a:pt x="5" y="12"/>
                    <a:pt x="5" y="16"/>
                  </a:cubicBezTo>
                  <a:cubicBezTo>
                    <a:pt x="5" y="20"/>
                    <a:pt x="6" y="23"/>
                    <a:pt x="8" y="25"/>
                  </a:cubicBezTo>
                  <a:cubicBezTo>
                    <a:pt x="10" y="27"/>
                    <a:pt x="12" y="28"/>
                    <a:pt x="15" y="28"/>
                  </a:cubicBezTo>
                  <a:cubicBezTo>
                    <a:pt x="18" y="28"/>
                    <a:pt x="21" y="27"/>
                    <a:pt x="22" y="25"/>
                  </a:cubicBezTo>
                  <a:cubicBezTo>
                    <a:pt x="24" y="23"/>
                    <a:pt x="25" y="20"/>
                    <a:pt x="2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1" name="Freeform 38"/>
            <p:cNvSpPr>
              <a:spLocks/>
            </p:cNvSpPr>
            <p:nvPr/>
          </p:nvSpPr>
          <p:spPr bwMode="auto">
            <a:xfrm>
              <a:off x="4184" y="2114"/>
              <a:ext cx="43" cy="97"/>
            </a:xfrm>
            <a:custGeom>
              <a:avLst/>
              <a:gdLst>
                <a:gd name="T0" fmla="*/ 18 w 18"/>
                <a:gd name="T1" fmla="*/ 39 h 40"/>
                <a:gd name="T2" fmla="*/ 13 w 18"/>
                <a:gd name="T3" fmla="*/ 40 h 40"/>
                <a:gd name="T4" fmla="*/ 5 w 18"/>
                <a:gd name="T5" fmla="*/ 31 h 40"/>
                <a:gd name="T6" fmla="*/ 5 w 18"/>
                <a:gd name="T7" fmla="*/ 13 h 40"/>
                <a:gd name="T8" fmla="*/ 0 w 18"/>
                <a:gd name="T9" fmla="*/ 13 h 40"/>
                <a:gd name="T10" fmla="*/ 0 w 18"/>
                <a:gd name="T11" fmla="*/ 9 h 40"/>
                <a:gd name="T12" fmla="*/ 5 w 18"/>
                <a:gd name="T13" fmla="*/ 9 h 40"/>
                <a:gd name="T14" fmla="*/ 5 w 18"/>
                <a:gd name="T15" fmla="*/ 2 h 40"/>
                <a:gd name="T16" fmla="*/ 10 w 18"/>
                <a:gd name="T17" fmla="*/ 0 h 40"/>
                <a:gd name="T18" fmla="*/ 10 w 18"/>
                <a:gd name="T19" fmla="*/ 9 h 40"/>
                <a:gd name="T20" fmla="*/ 18 w 18"/>
                <a:gd name="T21" fmla="*/ 9 h 40"/>
                <a:gd name="T22" fmla="*/ 18 w 18"/>
                <a:gd name="T23" fmla="*/ 13 h 40"/>
                <a:gd name="T24" fmla="*/ 10 w 18"/>
                <a:gd name="T25" fmla="*/ 13 h 40"/>
                <a:gd name="T26" fmla="*/ 10 w 18"/>
                <a:gd name="T27" fmla="*/ 30 h 40"/>
                <a:gd name="T28" fmla="*/ 11 w 18"/>
                <a:gd name="T29" fmla="*/ 34 h 40"/>
                <a:gd name="T30" fmla="*/ 14 w 18"/>
                <a:gd name="T31" fmla="*/ 36 h 40"/>
                <a:gd name="T32" fmla="*/ 18 w 18"/>
                <a:gd name="T33" fmla="*/ 35 h 40"/>
                <a:gd name="T34" fmla="*/ 18 w 18"/>
                <a:gd name="T3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40">
                  <a:moveTo>
                    <a:pt x="18" y="39"/>
                  </a:moveTo>
                  <a:cubicBezTo>
                    <a:pt x="16" y="39"/>
                    <a:pt x="15" y="40"/>
                    <a:pt x="13" y="40"/>
                  </a:cubicBezTo>
                  <a:cubicBezTo>
                    <a:pt x="8" y="40"/>
                    <a:pt x="5" y="37"/>
                    <a:pt x="5" y="31"/>
                  </a:cubicBezTo>
                  <a:cubicBezTo>
                    <a:pt x="5" y="13"/>
                    <a:pt x="5" y="13"/>
                    <a:pt x="5" y="13"/>
                  </a:cubicBezTo>
                  <a:cubicBezTo>
                    <a:pt x="0" y="13"/>
                    <a:pt x="0" y="13"/>
                    <a:pt x="0" y="13"/>
                  </a:cubicBezTo>
                  <a:cubicBezTo>
                    <a:pt x="0" y="9"/>
                    <a:pt x="0" y="9"/>
                    <a:pt x="0" y="9"/>
                  </a:cubicBezTo>
                  <a:cubicBezTo>
                    <a:pt x="5" y="9"/>
                    <a:pt x="5" y="9"/>
                    <a:pt x="5" y="9"/>
                  </a:cubicBezTo>
                  <a:cubicBezTo>
                    <a:pt x="5" y="2"/>
                    <a:pt x="5" y="2"/>
                    <a:pt x="5" y="2"/>
                  </a:cubicBezTo>
                  <a:cubicBezTo>
                    <a:pt x="10" y="0"/>
                    <a:pt x="10" y="0"/>
                    <a:pt x="10" y="0"/>
                  </a:cubicBezTo>
                  <a:cubicBezTo>
                    <a:pt x="10" y="9"/>
                    <a:pt x="10" y="9"/>
                    <a:pt x="10" y="9"/>
                  </a:cubicBezTo>
                  <a:cubicBezTo>
                    <a:pt x="18" y="9"/>
                    <a:pt x="18" y="9"/>
                    <a:pt x="18" y="9"/>
                  </a:cubicBezTo>
                  <a:cubicBezTo>
                    <a:pt x="18" y="13"/>
                    <a:pt x="18" y="13"/>
                    <a:pt x="18" y="13"/>
                  </a:cubicBezTo>
                  <a:cubicBezTo>
                    <a:pt x="10" y="13"/>
                    <a:pt x="10" y="13"/>
                    <a:pt x="10" y="13"/>
                  </a:cubicBezTo>
                  <a:cubicBezTo>
                    <a:pt x="10" y="30"/>
                    <a:pt x="10" y="30"/>
                    <a:pt x="10" y="30"/>
                  </a:cubicBezTo>
                  <a:cubicBezTo>
                    <a:pt x="10" y="32"/>
                    <a:pt x="10" y="34"/>
                    <a:pt x="11" y="34"/>
                  </a:cubicBezTo>
                  <a:cubicBezTo>
                    <a:pt x="12" y="35"/>
                    <a:pt x="13" y="36"/>
                    <a:pt x="14" y="36"/>
                  </a:cubicBezTo>
                  <a:cubicBezTo>
                    <a:pt x="16" y="36"/>
                    <a:pt x="17" y="35"/>
                    <a:pt x="18" y="35"/>
                  </a:cubicBezTo>
                  <a:lnTo>
                    <a:pt x="18"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2" name="Freeform 39"/>
            <p:cNvSpPr>
              <a:spLocks noEditPoints="1"/>
            </p:cNvSpPr>
            <p:nvPr/>
          </p:nvSpPr>
          <p:spPr bwMode="auto">
            <a:xfrm>
              <a:off x="4232" y="2133"/>
              <a:ext cx="62" cy="78"/>
            </a:xfrm>
            <a:custGeom>
              <a:avLst/>
              <a:gdLst>
                <a:gd name="T0" fmla="*/ 26 w 26"/>
                <a:gd name="T1" fmla="*/ 17 h 32"/>
                <a:gd name="T2" fmla="*/ 5 w 26"/>
                <a:gd name="T3" fmla="*/ 17 h 32"/>
                <a:gd name="T4" fmla="*/ 8 w 26"/>
                <a:gd name="T5" fmla="*/ 25 h 32"/>
                <a:gd name="T6" fmla="*/ 15 w 26"/>
                <a:gd name="T7" fmla="*/ 28 h 32"/>
                <a:gd name="T8" fmla="*/ 24 w 26"/>
                <a:gd name="T9" fmla="*/ 24 h 32"/>
                <a:gd name="T10" fmla="*/ 24 w 26"/>
                <a:gd name="T11" fmla="*/ 29 h 32"/>
                <a:gd name="T12" fmla="*/ 14 w 26"/>
                <a:gd name="T13" fmla="*/ 32 h 32"/>
                <a:gd name="T14" fmla="*/ 4 w 26"/>
                <a:gd name="T15" fmla="*/ 28 h 32"/>
                <a:gd name="T16" fmla="*/ 0 w 26"/>
                <a:gd name="T17" fmla="*/ 16 h 32"/>
                <a:gd name="T18" fmla="*/ 2 w 26"/>
                <a:gd name="T19" fmla="*/ 8 h 32"/>
                <a:gd name="T20" fmla="*/ 7 w 26"/>
                <a:gd name="T21" fmla="*/ 2 h 32"/>
                <a:gd name="T22" fmla="*/ 14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4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8" y="25"/>
                  </a:cubicBezTo>
                  <a:cubicBezTo>
                    <a:pt x="9" y="27"/>
                    <a:pt x="12" y="28"/>
                    <a:pt x="15" y="28"/>
                  </a:cubicBezTo>
                  <a:cubicBezTo>
                    <a:pt x="18" y="28"/>
                    <a:pt x="21" y="27"/>
                    <a:pt x="24" y="24"/>
                  </a:cubicBezTo>
                  <a:cubicBezTo>
                    <a:pt x="24" y="29"/>
                    <a:pt x="24" y="29"/>
                    <a:pt x="24" y="29"/>
                  </a:cubicBezTo>
                  <a:cubicBezTo>
                    <a:pt x="21" y="31"/>
                    <a:pt x="18" y="32"/>
                    <a:pt x="14" y="32"/>
                  </a:cubicBezTo>
                  <a:cubicBezTo>
                    <a:pt x="9" y="32"/>
                    <a:pt x="6" y="30"/>
                    <a:pt x="4" y="28"/>
                  </a:cubicBezTo>
                  <a:cubicBezTo>
                    <a:pt x="1" y="25"/>
                    <a:pt x="0" y="21"/>
                    <a:pt x="0" y="16"/>
                  </a:cubicBezTo>
                  <a:cubicBezTo>
                    <a:pt x="0" y="13"/>
                    <a:pt x="1" y="11"/>
                    <a:pt x="2" y="8"/>
                  </a:cubicBezTo>
                  <a:cubicBezTo>
                    <a:pt x="3" y="6"/>
                    <a:pt x="5" y="4"/>
                    <a:pt x="7" y="2"/>
                  </a:cubicBezTo>
                  <a:cubicBezTo>
                    <a:pt x="9" y="1"/>
                    <a:pt x="11" y="0"/>
                    <a:pt x="14" y="0"/>
                  </a:cubicBezTo>
                  <a:cubicBezTo>
                    <a:pt x="18" y="0"/>
                    <a:pt x="21" y="2"/>
                    <a:pt x="23" y="4"/>
                  </a:cubicBezTo>
                  <a:cubicBezTo>
                    <a:pt x="25" y="7"/>
                    <a:pt x="26" y="10"/>
                    <a:pt x="26" y="15"/>
                  </a:cubicBezTo>
                  <a:lnTo>
                    <a:pt x="26" y="17"/>
                  </a:lnTo>
                  <a:close/>
                  <a:moveTo>
                    <a:pt x="21" y="13"/>
                  </a:moveTo>
                  <a:cubicBezTo>
                    <a:pt x="21" y="10"/>
                    <a:pt x="21" y="8"/>
                    <a:pt x="19" y="7"/>
                  </a:cubicBezTo>
                  <a:cubicBezTo>
                    <a:pt x="18" y="5"/>
                    <a:pt x="16" y="4"/>
                    <a:pt x="14" y="4"/>
                  </a:cubicBezTo>
                  <a:cubicBezTo>
                    <a:pt x="12" y="4"/>
                    <a:pt x="10" y="5"/>
                    <a:pt x="8" y="7"/>
                  </a:cubicBezTo>
                  <a:cubicBezTo>
                    <a:pt x="6" y="8"/>
                    <a:pt x="5" y="11"/>
                    <a:pt x="5" y="13"/>
                  </a:cubicBezTo>
                  <a:lnTo>
                    <a:pt x="2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3" name="Freeform 40"/>
            <p:cNvSpPr>
              <a:spLocks noEditPoints="1"/>
            </p:cNvSpPr>
            <p:nvPr/>
          </p:nvSpPr>
          <p:spPr bwMode="auto">
            <a:xfrm>
              <a:off x="3756" y="2104"/>
              <a:ext cx="95" cy="107"/>
            </a:xfrm>
            <a:custGeom>
              <a:avLst/>
              <a:gdLst>
                <a:gd name="T0" fmla="*/ 40 w 40"/>
                <a:gd name="T1" fmla="*/ 22 h 44"/>
                <a:gd name="T2" fmla="*/ 37 w 40"/>
                <a:gd name="T3" fmla="*/ 33 h 44"/>
                <a:gd name="T4" fmla="*/ 30 w 40"/>
                <a:gd name="T5" fmla="*/ 41 h 44"/>
                <a:gd name="T6" fmla="*/ 20 w 40"/>
                <a:gd name="T7" fmla="*/ 44 h 44"/>
                <a:gd name="T8" fmla="*/ 9 w 40"/>
                <a:gd name="T9" fmla="*/ 41 h 44"/>
                <a:gd name="T10" fmla="*/ 2 w 40"/>
                <a:gd name="T11" fmla="*/ 34 h 44"/>
                <a:gd name="T12" fmla="*/ 0 w 40"/>
                <a:gd name="T13" fmla="*/ 23 h 44"/>
                <a:gd name="T14" fmla="*/ 2 w 40"/>
                <a:gd name="T15" fmla="*/ 11 h 44"/>
                <a:gd name="T16" fmla="*/ 10 w 40"/>
                <a:gd name="T17" fmla="*/ 3 h 44"/>
                <a:gd name="T18" fmla="*/ 20 w 40"/>
                <a:gd name="T19" fmla="*/ 0 h 44"/>
                <a:gd name="T20" fmla="*/ 30 w 40"/>
                <a:gd name="T21" fmla="*/ 3 h 44"/>
                <a:gd name="T22" fmla="*/ 37 w 40"/>
                <a:gd name="T23" fmla="*/ 11 h 44"/>
                <a:gd name="T24" fmla="*/ 40 w 40"/>
                <a:gd name="T25" fmla="*/ 22 h 44"/>
                <a:gd name="T26" fmla="*/ 34 w 40"/>
                <a:gd name="T27" fmla="*/ 22 h 44"/>
                <a:gd name="T28" fmla="*/ 31 w 40"/>
                <a:gd name="T29" fmla="*/ 9 h 44"/>
                <a:gd name="T30" fmla="*/ 20 w 40"/>
                <a:gd name="T31" fmla="*/ 5 h 44"/>
                <a:gd name="T32" fmla="*/ 12 w 40"/>
                <a:gd name="T33" fmla="*/ 7 h 44"/>
                <a:gd name="T34" fmla="*/ 7 w 40"/>
                <a:gd name="T35" fmla="*/ 13 h 44"/>
                <a:gd name="T36" fmla="*/ 5 w 40"/>
                <a:gd name="T37" fmla="*/ 22 h 44"/>
                <a:gd name="T38" fmla="*/ 7 w 40"/>
                <a:gd name="T39" fmla="*/ 31 h 44"/>
                <a:gd name="T40" fmla="*/ 12 w 40"/>
                <a:gd name="T41" fmla="*/ 37 h 44"/>
                <a:gd name="T42" fmla="*/ 20 w 40"/>
                <a:gd name="T43" fmla="*/ 39 h 44"/>
                <a:gd name="T44" fmla="*/ 31 w 40"/>
                <a:gd name="T45" fmla="*/ 35 h 44"/>
                <a:gd name="T46" fmla="*/ 34 w 40"/>
                <a:gd name="T47" fmla="*/ 2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 h="44">
                  <a:moveTo>
                    <a:pt x="40" y="22"/>
                  </a:moveTo>
                  <a:cubicBezTo>
                    <a:pt x="40" y="26"/>
                    <a:pt x="39" y="30"/>
                    <a:pt x="37" y="33"/>
                  </a:cubicBezTo>
                  <a:cubicBezTo>
                    <a:pt x="36" y="37"/>
                    <a:pt x="33" y="39"/>
                    <a:pt x="30" y="41"/>
                  </a:cubicBezTo>
                  <a:cubicBezTo>
                    <a:pt x="27" y="43"/>
                    <a:pt x="24" y="44"/>
                    <a:pt x="20" y="44"/>
                  </a:cubicBezTo>
                  <a:cubicBezTo>
                    <a:pt x="16" y="44"/>
                    <a:pt x="12" y="43"/>
                    <a:pt x="9" y="41"/>
                  </a:cubicBezTo>
                  <a:cubicBezTo>
                    <a:pt x="6" y="39"/>
                    <a:pt x="4" y="37"/>
                    <a:pt x="2" y="34"/>
                  </a:cubicBezTo>
                  <a:cubicBezTo>
                    <a:pt x="1" y="30"/>
                    <a:pt x="0" y="27"/>
                    <a:pt x="0" y="23"/>
                  </a:cubicBezTo>
                  <a:cubicBezTo>
                    <a:pt x="0" y="18"/>
                    <a:pt x="1" y="14"/>
                    <a:pt x="2" y="11"/>
                  </a:cubicBezTo>
                  <a:cubicBezTo>
                    <a:pt x="4" y="7"/>
                    <a:pt x="6" y="5"/>
                    <a:pt x="10" y="3"/>
                  </a:cubicBezTo>
                  <a:cubicBezTo>
                    <a:pt x="13" y="1"/>
                    <a:pt x="16" y="0"/>
                    <a:pt x="20" y="0"/>
                  </a:cubicBezTo>
                  <a:cubicBezTo>
                    <a:pt x="24" y="0"/>
                    <a:pt x="27" y="1"/>
                    <a:pt x="30" y="3"/>
                  </a:cubicBezTo>
                  <a:cubicBezTo>
                    <a:pt x="33" y="5"/>
                    <a:pt x="36" y="7"/>
                    <a:pt x="37" y="11"/>
                  </a:cubicBezTo>
                  <a:cubicBezTo>
                    <a:pt x="39" y="14"/>
                    <a:pt x="40" y="17"/>
                    <a:pt x="40" y="22"/>
                  </a:cubicBezTo>
                  <a:close/>
                  <a:moveTo>
                    <a:pt x="34" y="22"/>
                  </a:moveTo>
                  <a:cubicBezTo>
                    <a:pt x="34" y="17"/>
                    <a:pt x="33" y="12"/>
                    <a:pt x="31" y="9"/>
                  </a:cubicBezTo>
                  <a:cubicBezTo>
                    <a:pt x="28" y="6"/>
                    <a:pt x="25" y="5"/>
                    <a:pt x="20" y="5"/>
                  </a:cubicBezTo>
                  <a:cubicBezTo>
                    <a:pt x="17" y="5"/>
                    <a:pt x="15" y="6"/>
                    <a:pt x="12" y="7"/>
                  </a:cubicBezTo>
                  <a:cubicBezTo>
                    <a:pt x="10" y="8"/>
                    <a:pt x="8" y="10"/>
                    <a:pt x="7" y="13"/>
                  </a:cubicBezTo>
                  <a:cubicBezTo>
                    <a:pt x="6" y="16"/>
                    <a:pt x="5" y="19"/>
                    <a:pt x="5" y="22"/>
                  </a:cubicBezTo>
                  <a:cubicBezTo>
                    <a:pt x="5" y="25"/>
                    <a:pt x="6" y="28"/>
                    <a:pt x="7" y="31"/>
                  </a:cubicBezTo>
                  <a:cubicBezTo>
                    <a:pt x="8" y="34"/>
                    <a:pt x="10" y="36"/>
                    <a:pt x="12" y="37"/>
                  </a:cubicBezTo>
                  <a:cubicBezTo>
                    <a:pt x="14" y="39"/>
                    <a:pt x="17" y="39"/>
                    <a:pt x="20" y="39"/>
                  </a:cubicBezTo>
                  <a:cubicBezTo>
                    <a:pt x="24" y="39"/>
                    <a:pt x="28" y="38"/>
                    <a:pt x="31" y="35"/>
                  </a:cubicBezTo>
                  <a:cubicBezTo>
                    <a:pt x="33" y="32"/>
                    <a:pt x="34" y="28"/>
                    <a:pt x="34"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4" name="Freeform 41"/>
            <p:cNvSpPr>
              <a:spLocks/>
            </p:cNvSpPr>
            <p:nvPr/>
          </p:nvSpPr>
          <p:spPr bwMode="auto">
            <a:xfrm>
              <a:off x="3865" y="2133"/>
              <a:ext cx="60" cy="75"/>
            </a:xfrm>
            <a:custGeom>
              <a:avLst/>
              <a:gdLst>
                <a:gd name="T0" fmla="*/ 25 w 25"/>
                <a:gd name="T1" fmla="*/ 31 h 31"/>
                <a:gd name="T2" fmla="*/ 20 w 25"/>
                <a:gd name="T3" fmla="*/ 31 h 31"/>
                <a:gd name="T4" fmla="*/ 20 w 25"/>
                <a:gd name="T5" fmla="*/ 14 h 31"/>
                <a:gd name="T6" fmla="*/ 13 w 25"/>
                <a:gd name="T7" fmla="*/ 4 h 31"/>
                <a:gd name="T8" fmla="*/ 7 w 25"/>
                <a:gd name="T9" fmla="*/ 7 h 31"/>
                <a:gd name="T10" fmla="*/ 4 w 25"/>
                <a:gd name="T11" fmla="*/ 14 h 31"/>
                <a:gd name="T12" fmla="*/ 4 w 25"/>
                <a:gd name="T13" fmla="*/ 31 h 31"/>
                <a:gd name="T14" fmla="*/ 0 w 25"/>
                <a:gd name="T15" fmla="*/ 31 h 31"/>
                <a:gd name="T16" fmla="*/ 0 w 25"/>
                <a:gd name="T17" fmla="*/ 1 h 31"/>
                <a:gd name="T18" fmla="*/ 4 w 25"/>
                <a:gd name="T19" fmla="*/ 1 h 31"/>
                <a:gd name="T20" fmla="*/ 4 w 25"/>
                <a:gd name="T21" fmla="*/ 6 h 31"/>
                <a:gd name="T22" fmla="*/ 5 w 25"/>
                <a:gd name="T23" fmla="*/ 6 h 31"/>
                <a:gd name="T24" fmla="*/ 14 w 25"/>
                <a:gd name="T25" fmla="*/ 0 h 31"/>
                <a:gd name="T26" fmla="*/ 22 w 25"/>
                <a:gd name="T27" fmla="*/ 4 h 31"/>
                <a:gd name="T28" fmla="*/ 25 w 25"/>
                <a:gd name="T29" fmla="*/ 13 h 31"/>
                <a:gd name="T30" fmla="*/ 25 w 25"/>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 h="31">
                  <a:moveTo>
                    <a:pt x="25" y="31"/>
                  </a:moveTo>
                  <a:cubicBezTo>
                    <a:pt x="20" y="31"/>
                    <a:pt x="20" y="31"/>
                    <a:pt x="20" y="31"/>
                  </a:cubicBezTo>
                  <a:cubicBezTo>
                    <a:pt x="20" y="14"/>
                    <a:pt x="20" y="14"/>
                    <a:pt x="20" y="14"/>
                  </a:cubicBezTo>
                  <a:cubicBezTo>
                    <a:pt x="20" y="8"/>
                    <a:pt x="17" y="4"/>
                    <a:pt x="13" y="4"/>
                  </a:cubicBezTo>
                  <a:cubicBezTo>
                    <a:pt x="10" y="4"/>
                    <a:pt x="8" y="5"/>
                    <a:pt x="7" y="7"/>
                  </a:cubicBezTo>
                  <a:cubicBezTo>
                    <a:pt x="5" y="9"/>
                    <a:pt x="4" y="11"/>
                    <a:pt x="4" y="14"/>
                  </a:cubicBezTo>
                  <a:cubicBezTo>
                    <a:pt x="4" y="31"/>
                    <a:pt x="4" y="31"/>
                    <a:pt x="4" y="31"/>
                  </a:cubicBezTo>
                  <a:cubicBezTo>
                    <a:pt x="0" y="31"/>
                    <a:pt x="0" y="31"/>
                    <a:pt x="0" y="31"/>
                  </a:cubicBezTo>
                  <a:cubicBezTo>
                    <a:pt x="0" y="1"/>
                    <a:pt x="0" y="1"/>
                    <a:pt x="0" y="1"/>
                  </a:cubicBezTo>
                  <a:cubicBezTo>
                    <a:pt x="4" y="1"/>
                    <a:pt x="4" y="1"/>
                    <a:pt x="4" y="1"/>
                  </a:cubicBezTo>
                  <a:cubicBezTo>
                    <a:pt x="4" y="6"/>
                    <a:pt x="4" y="6"/>
                    <a:pt x="4" y="6"/>
                  </a:cubicBezTo>
                  <a:cubicBezTo>
                    <a:pt x="5" y="6"/>
                    <a:pt x="5" y="6"/>
                    <a:pt x="5" y="6"/>
                  </a:cubicBezTo>
                  <a:cubicBezTo>
                    <a:pt x="7" y="2"/>
                    <a:pt x="10" y="0"/>
                    <a:pt x="14" y="0"/>
                  </a:cubicBezTo>
                  <a:cubicBezTo>
                    <a:pt x="18" y="0"/>
                    <a:pt x="20" y="1"/>
                    <a:pt x="22" y="4"/>
                  </a:cubicBezTo>
                  <a:cubicBezTo>
                    <a:pt x="24" y="6"/>
                    <a:pt x="25" y="9"/>
                    <a:pt x="25" y="13"/>
                  </a:cubicBezTo>
                  <a:lnTo>
                    <a:pt x="2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5" name="Freeform 42"/>
            <p:cNvSpPr>
              <a:spLocks noEditPoints="1"/>
            </p:cNvSpPr>
            <p:nvPr/>
          </p:nvSpPr>
          <p:spPr bwMode="auto">
            <a:xfrm>
              <a:off x="3937" y="2133"/>
              <a:ext cx="61" cy="78"/>
            </a:xfrm>
            <a:custGeom>
              <a:avLst/>
              <a:gdLst>
                <a:gd name="T0" fmla="*/ 26 w 26"/>
                <a:gd name="T1" fmla="*/ 17 h 32"/>
                <a:gd name="T2" fmla="*/ 5 w 26"/>
                <a:gd name="T3" fmla="*/ 17 h 32"/>
                <a:gd name="T4" fmla="*/ 7 w 26"/>
                <a:gd name="T5" fmla="*/ 25 h 32"/>
                <a:gd name="T6" fmla="*/ 14 w 26"/>
                <a:gd name="T7" fmla="*/ 28 h 32"/>
                <a:gd name="T8" fmla="*/ 24 w 26"/>
                <a:gd name="T9" fmla="*/ 24 h 32"/>
                <a:gd name="T10" fmla="*/ 24 w 26"/>
                <a:gd name="T11" fmla="*/ 29 h 32"/>
                <a:gd name="T12" fmla="*/ 13 w 26"/>
                <a:gd name="T13" fmla="*/ 32 h 32"/>
                <a:gd name="T14" fmla="*/ 3 w 26"/>
                <a:gd name="T15" fmla="*/ 28 h 32"/>
                <a:gd name="T16" fmla="*/ 0 w 26"/>
                <a:gd name="T17" fmla="*/ 16 h 32"/>
                <a:gd name="T18" fmla="*/ 1 w 26"/>
                <a:gd name="T19" fmla="*/ 8 h 32"/>
                <a:gd name="T20" fmla="*/ 6 w 26"/>
                <a:gd name="T21" fmla="*/ 2 h 32"/>
                <a:gd name="T22" fmla="*/ 13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3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7" y="25"/>
                  </a:cubicBezTo>
                  <a:cubicBezTo>
                    <a:pt x="9" y="27"/>
                    <a:pt x="11" y="28"/>
                    <a:pt x="14" y="28"/>
                  </a:cubicBezTo>
                  <a:cubicBezTo>
                    <a:pt x="18" y="28"/>
                    <a:pt x="21" y="27"/>
                    <a:pt x="24" y="24"/>
                  </a:cubicBezTo>
                  <a:cubicBezTo>
                    <a:pt x="24" y="29"/>
                    <a:pt x="24" y="29"/>
                    <a:pt x="24" y="29"/>
                  </a:cubicBezTo>
                  <a:cubicBezTo>
                    <a:pt x="21" y="31"/>
                    <a:pt x="18" y="32"/>
                    <a:pt x="13" y="32"/>
                  </a:cubicBezTo>
                  <a:cubicBezTo>
                    <a:pt x="9" y="32"/>
                    <a:pt x="6" y="30"/>
                    <a:pt x="3" y="28"/>
                  </a:cubicBezTo>
                  <a:cubicBezTo>
                    <a:pt x="1" y="25"/>
                    <a:pt x="0" y="21"/>
                    <a:pt x="0" y="16"/>
                  </a:cubicBezTo>
                  <a:cubicBezTo>
                    <a:pt x="0" y="13"/>
                    <a:pt x="0" y="11"/>
                    <a:pt x="1" y="8"/>
                  </a:cubicBezTo>
                  <a:cubicBezTo>
                    <a:pt x="3" y="6"/>
                    <a:pt x="4" y="4"/>
                    <a:pt x="6" y="2"/>
                  </a:cubicBezTo>
                  <a:cubicBezTo>
                    <a:pt x="9" y="1"/>
                    <a:pt x="11" y="0"/>
                    <a:pt x="13" y="0"/>
                  </a:cubicBezTo>
                  <a:cubicBezTo>
                    <a:pt x="17" y="0"/>
                    <a:pt x="20" y="2"/>
                    <a:pt x="23" y="4"/>
                  </a:cubicBezTo>
                  <a:cubicBezTo>
                    <a:pt x="25" y="7"/>
                    <a:pt x="26" y="10"/>
                    <a:pt x="26" y="15"/>
                  </a:cubicBezTo>
                  <a:lnTo>
                    <a:pt x="26" y="17"/>
                  </a:lnTo>
                  <a:close/>
                  <a:moveTo>
                    <a:pt x="21" y="13"/>
                  </a:moveTo>
                  <a:cubicBezTo>
                    <a:pt x="21" y="10"/>
                    <a:pt x="20" y="8"/>
                    <a:pt x="19" y="7"/>
                  </a:cubicBezTo>
                  <a:cubicBezTo>
                    <a:pt x="18" y="5"/>
                    <a:pt x="16" y="4"/>
                    <a:pt x="13" y="4"/>
                  </a:cubicBezTo>
                  <a:cubicBezTo>
                    <a:pt x="11" y="4"/>
                    <a:pt x="9" y="5"/>
                    <a:pt x="8" y="7"/>
                  </a:cubicBezTo>
                  <a:cubicBezTo>
                    <a:pt x="6" y="8"/>
                    <a:pt x="5" y="11"/>
                    <a:pt x="5" y="13"/>
                  </a:cubicBezTo>
                  <a:lnTo>
                    <a:pt x="2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6" name="Freeform 43"/>
            <p:cNvSpPr>
              <a:spLocks/>
            </p:cNvSpPr>
            <p:nvPr/>
          </p:nvSpPr>
          <p:spPr bwMode="auto">
            <a:xfrm>
              <a:off x="4013" y="2107"/>
              <a:ext cx="81" cy="101"/>
            </a:xfrm>
            <a:custGeom>
              <a:avLst/>
              <a:gdLst>
                <a:gd name="T0" fmla="*/ 34 w 34"/>
                <a:gd name="T1" fmla="*/ 42 h 42"/>
                <a:gd name="T2" fmla="*/ 28 w 34"/>
                <a:gd name="T3" fmla="*/ 42 h 42"/>
                <a:gd name="T4" fmla="*/ 6 w 34"/>
                <a:gd name="T5" fmla="*/ 9 h 42"/>
                <a:gd name="T6" fmla="*/ 5 w 34"/>
                <a:gd name="T7" fmla="*/ 6 h 42"/>
                <a:gd name="T8" fmla="*/ 5 w 34"/>
                <a:gd name="T9" fmla="*/ 6 h 42"/>
                <a:gd name="T10" fmla="*/ 5 w 34"/>
                <a:gd name="T11" fmla="*/ 12 h 42"/>
                <a:gd name="T12" fmla="*/ 5 w 34"/>
                <a:gd name="T13" fmla="*/ 42 h 42"/>
                <a:gd name="T14" fmla="*/ 0 w 34"/>
                <a:gd name="T15" fmla="*/ 42 h 42"/>
                <a:gd name="T16" fmla="*/ 0 w 34"/>
                <a:gd name="T17" fmla="*/ 0 h 42"/>
                <a:gd name="T18" fmla="*/ 6 w 34"/>
                <a:gd name="T19" fmla="*/ 0 h 42"/>
                <a:gd name="T20" fmla="*/ 27 w 34"/>
                <a:gd name="T21" fmla="*/ 33 h 42"/>
                <a:gd name="T22" fmla="*/ 29 w 34"/>
                <a:gd name="T23" fmla="*/ 36 h 42"/>
                <a:gd name="T24" fmla="*/ 29 w 34"/>
                <a:gd name="T25" fmla="*/ 36 h 42"/>
                <a:gd name="T26" fmla="*/ 29 w 34"/>
                <a:gd name="T27" fmla="*/ 30 h 42"/>
                <a:gd name="T28" fmla="*/ 29 w 34"/>
                <a:gd name="T29" fmla="*/ 0 h 42"/>
                <a:gd name="T30" fmla="*/ 34 w 34"/>
                <a:gd name="T31" fmla="*/ 0 h 42"/>
                <a:gd name="T32" fmla="*/ 34 w 34"/>
                <a:gd name="T3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42">
                  <a:moveTo>
                    <a:pt x="34" y="42"/>
                  </a:moveTo>
                  <a:cubicBezTo>
                    <a:pt x="28" y="42"/>
                    <a:pt x="28" y="42"/>
                    <a:pt x="28" y="42"/>
                  </a:cubicBezTo>
                  <a:cubicBezTo>
                    <a:pt x="6" y="9"/>
                    <a:pt x="6" y="9"/>
                    <a:pt x="6" y="9"/>
                  </a:cubicBezTo>
                  <a:cubicBezTo>
                    <a:pt x="6" y="8"/>
                    <a:pt x="5" y="7"/>
                    <a:pt x="5" y="6"/>
                  </a:cubicBezTo>
                  <a:cubicBezTo>
                    <a:pt x="5" y="6"/>
                    <a:pt x="5" y="6"/>
                    <a:pt x="5" y="6"/>
                  </a:cubicBezTo>
                  <a:cubicBezTo>
                    <a:pt x="5" y="7"/>
                    <a:pt x="5" y="9"/>
                    <a:pt x="5" y="12"/>
                  </a:cubicBezTo>
                  <a:cubicBezTo>
                    <a:pt x="5" y="42"/>
                    <a:pt x="5" y="42"/>
                    <a:pt x="5" y="42"/>
                  </a:cubicBezTo>
                  <a:cubicBezTo>
                    <a:pt x="0" y="42"/>
                    <a:pt x="0" y="42"/>
                    <a:pt x="0" y="42"/>
                  </a:cubicBezTo>
                  <a:cubicBezTo>
                    <a:pt x="0" y="0"/>
                    <a:pt x="0" y="0"/>
                    <a:pt x="0" y="0"/>
                  </a:cubicBezTo>
                  <a:cubicBezTo>
                    <a:pt x="6" y="0"/>
                    <a:pt x="6" y="0"/>
                    <a:pt x="6" y="0"/>
                  </a:cubicBezTo>
                  <a:cubicBezTo>
                    <a:pt x="27" y="33"/>
                    <a:pt x="27" y="33"/>
                    <a:pt x="27" y="33"/>
                  </a:cubicBezTo>
                  <a:cubicBezTo>
                    <a:pt x="29" y="36"/>
                    <a:pt x="29" y="36"/>
                    <a:pt x="29" y="36"/>
                  </a:cubicBezTo>
                  <a:cubicBezTo>
                    <a:pt x="29" y="36"/>
                    <a:pt x="29" y="36"/>
                    <a:pt x="29" y="36"/>
                  </a:cubicBezTo>
                  <a:cubicBezTo>
                    <a:pt x="29" y="35"/>
                    <a:pt x="29" y="33"/>
                    <a:pt x="29" y="30"/>
                  </a:cubicBezTo>
                  <a:cubicBezTo>
                    <a:pt x="29" y="0"/>
                    <a:pt x="29" y="0"/>
                    <a:pt x="29" y="0"/>
                  </a:cubicBezTo>
                  <a:cubicBezTo>
                    <a:pt x="34" y="0"/>
                    <a:pt x="34" y="0"/>
                    <a:pt x="34" y="0"/>
                  </a:cubicBezTo>
                  <a:lnTo>
                    <a:pt x="34"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8" name="Freeform 44"/>
            <p:cNvSpPr>
              <a:spLocks noEditPoints="1"/>
            </p:cNvSpPr>
            <p:nvPr/>
          </p:nvSpPr>
          <p:spPr bwMode="auto">
            <a:xfrm>
              <a:off x="4108" y="2133"/>
              <a:ext cx="71" cy="78"/>
            </a:xfrm>
            <a:custGeom>
              <a:avLst/>
              <a:gdLst>
                <a:gd name="T0" fmla="*/ 30 w 30"/>
                <a:gd name="T1" fmla="*/ 16 h 32"/>
                <a:gd name="T2" fmla="*/ 26 w 30"/>
                <a:gd name="T3" fmla="*/ 27 h 32"/>
                <a:gd name="T4" fmla="*/ 15 w 30"/>
                <a:gd name="T5" fmla="*/ 32 h 32"/>
                <a:gd name="T6" fmla="*/ 4 w 30"/>
                <a:gd name="T7" fmla="*/ 28 h 32"/>
                <a:gd name="T8" fmla="*/ 0 w 30"/>
                <a:gd name="T9" fmla="*/ 16 h 32"/>
                <a:gd name="T10" fmla="*/ 4 w 30"/>
                <a:gd name="T11" fmla="*/ 5 h 32"/>
                <a:gd name="T12" fmla="*/ 16 w 30"/>
                <a:gd name="T13" fmla="*/ 0 h 32"/>
                <a:gd name="T14" fmla="*/ 26 w 30"/>
                <a:gd name="T15" fmla="*/ 5 h 32"/>
                <a:gd name="T16" fmla="*/ 30 w 30"/>
                <a:gd name="T17" fmla="*/ 16 h 32"/>
                <a:gd name="T18" fmla="*/ 25 w 30"/>
                <a:gd name="T19" fmla="*/ 16 h 32"/>
                <a:gd name="T20" fmla="*/ 22 w 30"/>
                <a:gd name="T21" fmla="*/ 7 h 32"/>
                <a:gd name="T22" fmla="*/ 15 w 30"/>
                <a:gd name="T23" fmla="*/ 4 h 32"/>
                <a:gd name="T24" fmla="*/ 8 w 30"/>
                <a:gd name="T25" fmla="*/ 8 h 32"/>
                <a:gd name="T26" fmla="*/ 5 w 30"/>
                <a:gd name="T27" fmla="*/ 16 h 32"/>
                <a:gd name="T28" fmla="*/ 8 w 30"/>
                <a:gd name="T29" fmla="*/ 25 h 32"/>
                <a:gd name="T30" fmla="*/ 15 w 30"/>
                <a:gd name="T31" fmla="*/ 28 h 32"/>
                <a:gd name="T32" fmla="*/ 22 w 30"/>
                <a:gd name="T33" fmla="*/ 25 h 32"/>
                <a:gd name="T34" fmla="*/ 25 w 30"/>
                <a:gd name="T35"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2">
                  <a:moveTo>
                    <a:pt x="30" y="16"/>
                  </a:moveTo>
                  <a:cubicBezTo>
                    <a:pt x="30" y="21"/>
                    <a:pt x="28" y="25"/>
                    <a:pt x="26" y="27"/>
                  </a:cubicBezTo>
                  <a:cubicBezTo>
                    <a:pt x="23" y="30"/>
                    <a:pt x="19" y="32"/>
                    <a:pt x="15" y="32"/>
                  </a:cubicBezTo>
                  <a:cubicBezTo>
                    <a:pt x="10" y="32"/>
                    <a:pt x="7" y="30"/>
                    <a:pt x="4" y="28"/>
                  </a:cubicBezTo>
                  <a:cubicBezTo>
                    <a:pt x="2" y="25"/>
                    <a:pt x="0" y="21"/>
                    <a:pt x="0" y="16"/>
                  </a:cubicBezTo>
                  <a:cubicBezTo>
                    <a:pt x="0" y="11"/>
                    <a:pt x="2" y="8"/>
                    <a:pt x="4" y="5"/>
                  </a:cubicBezTo>
                  <a:cubicBezTo>
                    <a:pt x="7" y="2"/>
                    <a:pt x="11" y="0"/>
                    <a:pt x="16" y="0"/>
                  </a:cubicBezTo>
                  <a:cubicBezTo>
                    <a:pt x="20" y="0"/>
                    <a:pt x="23" y="2"/>
                    <a:pt x="26" y="5"/>
                  </a:cubicBezTo>
                  <a:cubicBezTo>
                    <a:pt x="29" y="7"/>
                    <a:pt x="30" y="11"/>
                    <a:pt x="30" y="16"/>
                  </a:cubicBezTo>
                  <a:close/>
                  <a:moveTo>
                    <a:pt x="25" y="16"/>
                  </a:moveTo>
                  <a:cubicBezTo>
                    <a:pt x="25" y="12"/>
                    <a:pt x="24" y="9"/>
                    <a:pt x="22" y="7"/>
                  </a:cubicBezTo>
                  <a:cubicBezTo>
                    <a:pt x="21" y="5"/>
                    <a:pt x="18" y="4"/>
                    <a:pt x="15" y="4"/>
                  </a:cubicBezTo>
                  <a:cubicBezTo>
                    <a:pt x="12" y="4"/>
                    <a:pt x="10" y="5"/>
                    <a:pt x="8" y="8"/>
                  </a:cubicBezTo>
                  <a:cubicBezTo>
                    <a:pt x="6" y="10"/>
                    <a:pt x="5" y="12"/>
                    <a:pt x="5" y="16"/>
                  </a:cubicBezTo>
                  <a:cubicBezTo>
                    <a:pt x="5" y="20"/>
                    <a:pt x="6" y="23"/>
                    <a:pt x="8" y="25"/>
                  </a:cubicBezTo>
                  <a:cubicBezTo>
                    <a:pt x="10" y="27"/>
                    <a:pt x="12" y="28"/>
                    <a:pt x="15" y="28"/>
                  </a:cubicBezTo>
                  <a:cubicBezTo>
                    <a:pt x="18" y="28"/>
                    <a:pt x="21" y="27"/>
                    <a:pt x="22" y="25"/>
                  </a:cubicBezTo>
                  <a:cubicBezTo>
                    <a:pt x="24" y="23"/>
                    <a:pt x="25" y="20"/>
                    <a:pt x="2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9" name="Freeform 45"/>
            <p:cNvSpPr>
              <a:spLocks/>
            </p:cNvSpPr>
            <p:nvPr/>
          </p:nvSpPr>
          <p:spPr bwMode="auto">
            <a:xfrm>
              <a:off x="4184" y="2114"/>
              <a:ext cx="43" cy="97"/>
            </a:xfrm>
            <a:custGeom>
              <a:avLst/>
              <a:gdLst>
                <a:gd name="T0" fmla="*/ 18 w 18"/>
                <a:gd name="T1" fmla="*/ 39 h 40"/>
                <a:gd name="T2" fmla="*/ 13 w 18"/>
                <a:gd name="T3" fmla="*/ 40 h 40"/>
                <a:gd name="T4" fmla="*/ 5 w 18"/>
                <a:gd name="T5" fmla="*/ 31 h 40"/>
                <a:gd name="T6" fmla="*/ 5 w 18"/>
                <a:gd name="T7" fmla="*/ 13 h 40"/>
                <a:gd name="T8" fmla="*/ 0 w 18"/>
                <a:gd name="T9" fmla="*/ 13 h 40"/>
                <a:gd name="T10" fmla="*/ 0 w 18"/>
                <a:gd name="T11" fmla="*/ 9 h 40"/>
                <a:gd name="T12" fmla="*/ 5 w 18"/>
                <a:gd name="T13" fmla="*/ 9 h 40"/>
                <a:gd name="T14" fmla="*/ 5 w 18"/>
                <a:gd name="T15" fmla="*/ 2 h 40"/>
                <a:gd name="T16" fmla="*/ 10 w 18"/>
                <a:gd name="T17" fmla="*/ 0 h 40"/>
                <a:gd name="T18" fmla="*/ 10 w 18"/>
                <a:gd name="T19" fmla="*/ 9 h 40"/>
                <a:gd name="T20" fmla="*/ 18 w 18"/>
                <a:gd name="T21" fmla="*/ 9 h 40"/>
                <a:gd name="T22" fmla="*/ 18 w 18"/>
                <a:gd name="T23" fmla="*/ 13 h 40"/>
                <a:gd name="T24" fmla="*/ 10 w 18"/>
                <a:gd name="T25" fmla="*/ 13 h 40"/>
                <a:gd name="T26" fmla="*/ 10 w 18"/>
                <a:gd name="T27" fmla="*/ 30 h 40"/>
                <a:gd name="T28" fmla="*/ 11 w 18"/>
                <a:gd name="T29" fmla="*/ 34 h 40"/>
                <a:gd name="T30" fmla="*/ 14 w 18"/>
                <a:gd name="T31" fmla="*/ 36 h 40"/>
                <a:gd name="T32" fmla="*/ 18 w 18"/>
                <a:gd name="T33" fmla="*/ 35 h 40"/>
                <a:gd name="T34" fmla="*/ 18 w 18"/>
                <a:gd name="T3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40">
                  <a:moveTo>
                    <a:pt x="18" y="39"/>
                  </a:moveTo>
                  <a:cubicBezTo>
                    <a:pt x="16" y="39"/>
                    <a:pt x="15" y="40"/>
                    <a:pt x="13" y="40"/>
                  </a:cubicBezTo>
                  <a:cubicBezTo>
                    <a:pt x="8" y="40"/>
                    <a:pt x="5" y="37"/>
                    <a:pt x="5" y="31"/>
                  </a:cubicBezTo>
                  <a:cubicBezTo>
                    <a:pt x="5" y="13"/>
                    <a:pt x="5" y="13"/>
                    <a:pt x="5" y="13"/>
                  </a:cubicBezTo>
                  <a:cubicBezTo>
                    <a:pt x="0" y="13"/>
                    <a:pt x="0" y="13"/>
                    <a:pt x="0" y="13"/>
                  </a:cubicBezTo>
                  <a:cubicBezTo>
                    <a:pt x="0" y="9"/>
                    <a:pt x="0" y="9"/>
                    <a:pt x="0" y="9"/>
                  </a:cubicBezTo>
                  <a:cubicBezTo>
                    <a:pt x="5" y="9"/>
                    <a:pt x="5" y="9"/>
                    <a:pt x="5" y="9"/>
                  </a:cubicBezTo>
                  <a:cubicBezTo>
                    <a:pt x="5" y="2"/>
                    <a:pt x="5" y="2"/>
                    <a:pt x="5" y="2"/>
                  </a:cubicBezTo>
                  <a:cubicBezTo>
                    <a:pt x="10" y="0"/>
                    <a:pt x="10" y="0"/>
                    <a:pt x="10" y="0"/>
                  </a:cubicBezTo>
                  <a:cubicBezTo>
                    <a:pt x="10" y="9"/>
                    <a:pt x="10" y="9"/>
                    <a:pt x="10" y="9"/>
                  </a:cubicBezTo>
                  <a:cubicBezTo>
                    <a:pt x="18" y="9"/>
                    <a:pt x="18" y="9"/>
                    <a:pt x="18" y="9"/>
                  </a:cubicBezTo>
                  <a:cubicBezTo>
                    <a:pt x="18" y="13"/>
                    <a:pt x="18" y="13"/>
                    <a:pt x="18" y="13"/>
                  </a:cubicBezTo>
                  <a:cubicBezTo>
                    <a:pt x="10" y="13"/>
                    <a:pt x="10" y="13"/>
                    <a:pt x="10" y="13"/>
                  </a:cubicBezTo>
                  <a:cubicBezTo>
                    <a:pt x="10" y="30"/>
                    <a:pt x="10" y="30"/>
                    <a:pt x="10" y="30"/>
                  </a:cubicBezTo>
                  <a:cubicBezTo>
                    <a:pt x="10" y="32"/>
                    <a:pt x="10" y="34"/>
                    <a:pt x="11" y="34"/>
                  </a:cubicBezTo>
                  <a:cubicBezTo>
                    <a:pt x="12" y="35"/>
                    <a:pt x="13" y="36"/>
                    <a:pt x="14" y="36"/>
                  </a:cubicBezTo>
                  <a:cubicBezTo>
                    <a:pt x="16" y="36"/>
                    <a:pt x="17" y="35"/>
                    <a:pt x="18" y="35"/>
                  </a:cubicBezTo>
                  <a:lnTo>
                    <a:pt x="18"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0" name="Freeform 46"/>
            <p:cNvSpPr>
              <a:spLocks noEditPoints="1"/>
            </p:cNvSpPr>
            <p:nvPr/>
          </p:nvSpPr>
          <p:spPr bwMode="auto">
            <a:xfrm>
              <a:off x="4232" y="2133"/>
              <a:ext cx="62" cy="78"/>
            </a:xfrm>
            <a:custGeom>
              <a:avLst/>
              <a:gdLst>
                <a:gd name="T0" fmla="*/ 26 w 26"/>
                <a:gd name="T1" fmla="*/ 17 h 32"/>
                <a:gd name="T2" fmla="*/ 5 w 26"/>
                <a:gd name="T3" fmla="*/ 17 h 32"/>
                <a:gd name="T4" fmla="*/ 8 w 26"/>
                <a:gd name="T5" fmla="*/ 25 h 32"/>
                <a:gd name="T6" fmla="*/ 15 w 26"/>
                <a:gd name="T7" fmla="*/ 28 h 32"/>
                <a:gd name="T8" fmla="*/ 24 w 26"/>
                <a:gd name="T9" fmla="*/ 24 h 32"/>
                <a:gd name="T10" fmla="*/ 24 w 26"/>
                <a:gd name="T11" fmla="*/ 29 h 32"/>
                <a:gd name="T12" fmla="*/ 14 w 26"/>
                <a:gd name="T13" fmla="*/ 32 h 32"/>
                <a:gd name="T14" fmla="*/ 4 w 26"/>
                <a:gd name="T15" fmla="*/ 28 h 32"/>
                <a:gd name="T16" fmla="*/ 0 w 26"/>
                <a:gd name="T17" fmla="*/ 16 h 32"/>
                <a:gd name="T18" fmla="*/ 2 w 26"/>
                <a:gd name="T19" fmla="*/ 8 h 32"/>
                <a:gd name="T20" fmla="*/ 7 w 26"/>
                <a:gd name="T21" fmla="*/ 2 h 32"/>
                <a:gd name="T22" fmla="*/ 14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4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8" y="25"/>
                  </a:cubicBezTo>
                  <a:cubicBezTo>
                    <a:pt x="9" y="27"/>
                    <a:pt x="12" y="28"/>
                    <a:pt x="15" y="28"/>
                  </a:cubicBezTo>
                  <a:cubicBezTo>
                    <a:pt x="18" y="28"/>
                    <a:pt x="21" y="27"/>
                    <a:pt x="24" y="24"/>
                  </a:cubicBezTo>
                  <a:cubicBezTo>
                    <a:pt x="24" y="29"/>
                    <a:pt x="24" y="29"/>
                    <a:pt x="24" y="29"/>
                  </a:cubicBezTo>
                  <a:cubicBezTo>
                    <a:pt x="21" y="31"/>
                    <a:pt x="18" y="32"/>
                    <a:pt x="14" y="32"/>
                  </a:cubicBezTo>
                  <a:cubicBezTo>
                    <a:pt x="9" y="32"/>
                    <a:pt x="6" y="30"/>
                    <a:pt x="4" y="28"/>
                  </a:cubicBezTo>
                  <a:cubicBezTo>
                    <a:pt x="1" y="25"/>
                    <a:pt x="0" y="21"/>
                    <a:pt x="0" y="16"/>
                  </a:cubicBezTo>
                  <a:cubicBezTo>
                    <a:pt x="0" y="13"/>
                    <a:pt x="1" y="11"/>
                    <a:pt x="2" y="8"/>
                  </a:cubicBezTo>
                  <a:cubicBezTo>
                    <a:pt x="3" y="6"/>
                    <a:pt x="5" y="4"/>
                    <a:pt x="7" y="2"/>
                  </a:cubicBezTo>
                  <a:cubicBezTo>
                    <a:pt x="9" y="1"/>
                    <a:pt x="11" y="0"/>
                    <a:pt x="14" y="0"/>
                  </a:cubicBezTo>
                  <a:cubicBezTo>
                    <a:pt x="18" y="0"/>
                    <a:pt x="21" y="2"/>
                    <a:pt x="23" y="4"/>
                  </a:cubicBezTo>
                  <a:cubicBezTo>
                    <a:pt x="25" y="7"/>
                    <a:pt x="26" y="10"/>
                    <a:pt x="26" y="15"/>
                  </a:cubicBezTo>
                  <a:lnTo>
                    <a:pt x="26" y="17"/>
                  </a:lnTo>
                  <a:close/>
                  <a:moveTo>
                    <a:pt x="21" y="13"/>
                  </a:moveTo>
                  <a:cubicBezTo>
                    <a:pt x="21" y="10"/>
                    <a:pt x="21" y="8"/>
                    <a:pt x="19" y="7"/>
                  </a:cubicBezTo>
                  <a:cubicBezTo>
                    <a:pt x="18" y="5"/>
                    <a:pt x="16" y="4"/>
                    <a:pt x="14" y="4"/>
                  </a:cubicBezTo>
                  <a:cubicBezTo>
                    <a:pt x="12" y="4"/>
                    <a:pt x="10" y="5"/>
                    <a:pt x="8" y="7"/>
                  </a:cubicBezTo>
                  <a:cubicBezTo>
                    <a:pt x="6" y="8"/>
                    <a:pt x="5" y="11"/>
                    <a:pt x="5" y="13"/>
                  </a:cubicBezTo>
                  <a:lnTo>
                    <a:pt x="2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1" name="Rectangle 47"/>
            <p:cNvSpPr>
              <a:spLocks noChangeArrowheads="1"/>
            </p:cNvSpPr>
            <p:nvPr/>
          </p:nvSpPr>
          <p:spPr bwMode="auto">
            <a:xfrm>
              <a:off x="3639" y="2131"/>
              <a:ext cx="19" cy="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2" name="Rectangle 48"/>
            <p:cNvSpPr>
              <a:spLocks noChangeArrowheads="1"/>
            </p:cNvSpPr>
            <p:nvPr/>
          </p:nvSpPr>
          <p:spPr bwMode="auto">
            <a:xfrm>
              <a:off x="3639" y="2189"/>
              <a:ext cx="19" cy="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3" name="Freeform 49"/>
            <p:cNvSpPr>
              <a:spLocks/>
            </p:cNvSpPr>
            <p:nvPr/>
          </p:nvSpPr>
          <p:spPr bwMode="auto">
            <a:xfrm>
              <a:off x="3563" y="2054"/>
              <a:ext cx="95" cy="212"/>
            </a:xfrm>
            <a:custGeom>
              <a:avLst/>
              <a:gdLst>
                <a:gd name="T0" fmla="*/ 28 w 40"/>
                <a:gd name="T1" fmla="*/ 8 h 88"/>
                <a:gd name="T2" fmla="*/ 28 w 40"/>
                <a:gd name="T3" fmla="*/ 4 h 88"/>
                <a:gd name="T4" fmla="*/ 24 w 40"/>
                <a:gd name="T5" fmla="*/ 0 h 88"/>
                <a:gd name="T6" fmla="*/ 0 w 40"/>
                <a:gd name="T7" fmla="*/ 0 h 88"/>
                <a:gd name="T8" fmla="*/ 0 w 40"/>
                <a:gd name="T9" fmla="*/ 12 h 88"/>
                <a:gd name="T10" fmla="*/ 20 w 40"/>
                <a:gd name="T11" fmla="*/ 12 h 88"/>
                <a:gd name="T12" fmla="*/ 20 w 40"/>
                <a:gd name="T13" fmla="*/ 16 h 88"/>
                <a:gd name="T14" fmla="*/ 0 w 40"/>
                <a:gd name="T15" fmla="*/ 16 h 88"/>
                <a:gd name="T16" fmla="*/ 0 w 40"/>
                <a:gd name="T17" fmla="*/ 24 h 88"/>
                <a:gd name="T18" fmla="*/ 20 w 40"/>
                <a:gd name="T19" fmla="*/ 24 h 88"/>
                <a:gd name="T20" fmla="*/ 20 w 40"/>
                <a:gd name="T21" fmla="*/ 28 h 88"/>
                <a:gd name="T22" fmla="*/ 0 w 40"/>
                <a:gd name="T23" fmla="*/ 28 h 88"/>
                <a:gd name="T24" fmla="*/ 0 w 40"/>
                <a:gd name="T25" fmla="*/ 36 h 88"/>
                <a:gd name="T26" fmla="*/ 20 w 40"/>
                <a:gd name="T27" fmla="*/ 36 h 88"/>
                <a:gd name="T28" fmla="*/ 20 w 40"/>
                <a:gd name="T29" fmla="*/ 40 h 88"/>
                <a:gd name="T30" fmla="*/ 0 w 40"/>
                <a:gd name="T31" fmla="*/ 40 h 88"/>
                <a:gd name="T32" fmla="*/ 0 w 40"/>
                <a:gd name="T33" fmla="*/ 48 h 88"/>
                <a:gd name="T34" fmla="*/ 20 w 40"/>
                <a:gd name="T35" fmla="*/ 48 h 88"/>
                <a:gd name="T36" fmla="*/ 20 w 40"/>
                <a:gd name="T37" fmla="*/ 52 h 88"/>
                <a:gd name="T38" fmla="*/ 0 w 40"/>
                <a:gd name="T39" fmla="*/ 52 h 88"/>
                <a:gd name="T40" fmla="*/ 0 w 40"/>
                <a:gd name="T41" fmla="*/ 60 h 88"/>
                <a:gd name="T42" fmla="*/ 20 w 40"/>
                <a:gd name="T43" fmla="*/ 60 h 88"/>
                <a:gd name="T44" fmla="*/ 20 w 40"/>
                <a:gd name="T45" fmla="*/ 64 h 88"/>
                <a:gd name="T46" fmla="*/ 0 w 40"/>
                <a:gd name="T47" fmla="*/ 64 h 88"/>
                <a:gd name="T48" fmla="*/ 0 w 40"/>
                <a:gd name="T49" fmla="*/ 72 h 88"/>
                <a:gd name="T50" fmla="*/ 20 w 40"/>
                <a:gd name="T51" fmla="*/ 72 h 88"/>
                <a:gd name="T52" fmla="*/ 20 w 40"/>
                <a:gd name="T53" fmla="*/ 76 h 88"/>
                <a:gd name="T54" fmla="*/ 0 w 40"/>
                <a:gd name="T55" fmla="*/ 76 h 88"/>
                <a:gd name="T56" fmla="*/ 0 w 40"/>
                <a:gd name="T57" fmla="*/ 88 h 88"/>
                <a:gd name="T58" fmla="*/ 24 w 40"/>
                <a:gd name="T59" fmla="*/ 88 h 88"/>
                <a:gd name="T60" fmla="*/ 28 w 40"/>
                <a:gd name="T61" fmla="*/ 84 h 88"/>
                <a:gd name="T62" fmla="*/ 28 w 40"/>
                <a:gd name="T63" fmla="*/ 28 h 88"/>
                <a:gd name="T64" fmla="*/ 40 w 40"/>
                <a:gd name="T65" fmla="*/ 28 h 88"/>
                <a:gd name="T66" fmla="*/ 40 w 40"/>
                <a:gd name="T67" fmla="*/ 8 h 88"/>
                <a:gd name="T68" fmla="*/ 28 w 40"/>
                <a:gd name="T69" fmla="*/ 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88">
                  <a:moveTo>
                    <a:pt x="28" y="8"/>
                  </a:moveTo>
                  <a:cubicBezTo>
                    <a:pt x="28" y="4"/>
                    <a:pt x="28" y="4"/>
                    <a:pt x="28" y="4"/>
                  </a:cubicBezTo>
                  <a:cubicBezTo>
                    <a:pt x="28" y="3"/>
                    <a:pt x="25" y="0"/>
                    <a:pt x="24" y="0"/>
                  </a:cubicBezTo>
                  <a:cubicBezTo>
                    <a:pt x="0" y="0"/>
                    <a:pt x="0" y="0"/>
                    <a:pt x="0" y="0"/>
                  </a:cubicBezTo>
                  <a:cubicBezTo>
                    <a:pt x="0" y="12"/>
                    <a:pt x="0" y="12"/>
                    <a:pt x="0" y="12"/>
                  </a:cubicBezTo>
                  <a:cubicBezTo>
                    <a:pt x="20" y="12"/>
                    <a:pt x="20" y="12"/>
                    <a:pt x="20" y="12"/>
                  </a:cubicBezTo>
                  <a:cubicBezTo>
                    <a:pt x="20" y="16"/>
                    <a:pt x="20" y="16"/>
                    <a:pt x="20" y="16"/>
                  </a:cubicBezTo>
                  <a:cubicBezTo>
                    <a:pt x="0" y="16"/>
                    <a:pt x="0" y="16"/>
                    <a:pt x="0" y="16"/>
                  </a:cubicBezTo>
                  <a:cubicBezTo>
                    <a:pt x="0" y="24"/>
                    <a:pt x="0" y="24"/>
                    <a:pt x="0" y="24"/>
                  </a:cubicBezTo>
                  <a:cubicBezTo>
                    <a:pt x="20" y="24"/>
                    <a:pt x="20" y="24"/>
                    <a:pt x="20" y="24"/>
                  </a:cubicBezTo>
                  <a:cubicBezTo>
                    <a:pt x="20" y="28"/>
                    <a:pt x="20" y="28"/>
                    <a:pt x="20" y="28"/>
                  </a:cubicBezTo>
                  <a:cubicBezTo>
                    <a:pt x="0" y="28"/>
                    <a:pt x="0" y="28"/>
                    <a:pt x="0" y="28"/>
                  </a:cubicBezTo>
                  <a:cubicBezTo>
                    <a:pt x="0" y="36"/>
                    <a:pt x="0" y="36"/>
                    <a:pt x="0" y="36"/>
                  </a:cubicBezTo>
                  <a:cubicBezTo>
                    <a:pt x="20" y="36"/>
                    <a:pt x="20" y="36"/>
                    <a:pt x="20" y="36"/>
                  </a:cubicBezTo>
                  <a:cubicBezTo>
                    <a:pt x="20" y="40"/>
                    <a:pt x="20" y="40"/>
                    <a:pt x="20" y="40"/>
                  </a:cubicBezTo>
                  <a:cubicBezTo>
                    <a:pt x="0" y="40"/>
                    <a:pt x="0" y="40"/>
                    <a:pt x="0" y="40"/>
                  </a:cubicBezTo>
                  <a:cubicBezTo>
                    <a:pt x="0" y="48"/>
                    <a:pt x="0" y="48"/>
                    <a:pt x="0" y="48"/>
                  </a:cubicBezTo>
                  <a:cubicBezTo>
                    <a:pt x="20" y="48"/>
                    <a:pt x="20" y="48"/>
                    <a:pt x="20" y="48"/>
                  </a:cubicBezTo>
                  <a:cubicBezTo>
                    <a:pt x="20" y="52"/>
                    <a:pt x="20" y="52"/>
                    <a:pt x="20" y="52"/>
                  </a:cubicBezTo>
                  <a:cubicBezTo>
                    <a:pt x="0" y="52"/>
                    <a:pt x="0" y="52"/>
                    <a:pt x="0" y="52"/>
                  </a:cubicBezTo>
                  <a:cubicBezTo>
                    <a:pt x="0" y="60"/>
                    <a:pt x="0" y="60"/>
                    <a:pt x="0" y="60"/>
                  </a:cubicBezTo>
                  <a:cubicBezTo>
                    <a:pt x="20" y="60"/>
                    <a:pt x="20" y="60"/>
                    <a:pt x="20" y="60"/>
                  </a:cubicBezTo>
                  <a:cubicBezTo>
                    <a:pt x="20" y="64"/>
                    <a:pt x="20" y="64"/>
                    <a:pt x="20" y="64"/>
                  </a:cubicBezTo>
                  <a:cubicBezTo>
                    <a:pt x="0" y="64"/>
                    <a:pt x="0" y="64"/>
                    <a:pt x="0" y="64"/>
                  </a:cubicBezTo>
                  <a:cubicBezTo>
                    <a:pt x="0" y="72"/>
                    <a:pt x="0" y="72"/>
                    <a:pt x="0" y="72"/>
                  </a:cubicBezTo>
                  <a:cubicBezTo>
                    <a:pt x="20" y="72"/>
                    <a:pt x="20" y="72"/>
                    <a:pt x="20" y="72"/>
                  </a:cubicBezTo>
                  <a:cubicBezTo>
                    <a:pt x="20" y="76"/>
                    <a:pt x="20" y="76"/>
                    <a:pt x="20" y="76"/>
                  </a:cubicBezTo>
                  <a:cubicBezTo>
                    <a:pt x="0" y="76"/>
                    <a:pt x="0" y="76"/>
                    <a:pt x="0" y="76"/>
                  </a:cubicBezTo>
                  <a:cubicBezTo>
                    <a:pt x="0" y="88"/>
                    <a:pt x="0" y="88"/>
                    <a:pt x="0" y="88"/>
                  </a:cubicBezTo>
                  <a:cubicBezTo>
                    <a:pt x="24" y="88"/>
                    <a:pt x="24" y="88"/>
                    <a:pt x="24" y="88"/>
                  </a:cubicBezTo>
                  <a:cubicBezTo>
                    <a:pt x="25" y="88"/>
                    <a:pt x="28" y="85"/>
                    <a:pt x="28" y="84"/>
                  </a:cubicBezTo>
                  <a:cubicBezTo>
                    <a:pt x="28" y="28"/>
                    <a:pt x="28" y="28"/>
                    <a:pt x="28" y="28"/>
                  </a:cubicBezTo>
                  <a:cubicBezTo>
                    <a:pt x="40" y="28"/>
                    <a:pt x="40" y="28"/>
                    <a:pt x="40" y="28"/>
                  </a:cubicBezTo>
                  <a:cubicBezTo>
                    <a:pt x="40" y="8"/>
                    <a:pt x="40" y="8"/>
                    <a:pt x="40" y="8"/>
                  </a:cubicBezTo>
                  <a:lnTo>
                    <a:pt x="2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4" name="Freeform 50"/>
            <p:cNvSpPr>
              <a:spLocks noEditPoints="1"/>
            </p:cNvSpPr>
            <p:nvPr/>
          </p:nvSpPr>
          <p:spPr bwMode="auto">
            <a:xfrm>
              <a:off x="3382" y="2013"/>
              <a:ext cx="171" cy="294"/>
            </a:xfrm>
            <a:custGeom>
              <a:avLst/>
              <a:gdLst>
                <a:gd name="T0" fmla="*/ 0 w 72"/>
                <a:gd name="T1" fmla="*/ 17 h 122"/>
                <a:gd name="T2" fmla="*/ 0 w 72"/>
                <a:gd name="T3" fmla="*/ 105 h 122"/>
                <a:gd name="T4" fmla="*/ 72 w 72"/>
                <a:gd name="T5" fmla="*/ 122 h 122"/>
                <a:gd name="T6" fmla="*/ 72 w 72"/>
                <a:gd name="T7" fmla="*/ 0 h 122"/>
                <a:gd name="T8" fmla="*/ 0 w 72"/>
                <a:gd name="T9" fmla="*/ 17 h 122"/>
                <a:gd name="T10" fmla="*/ 56 w 72"/>
                <a:gd name="T11" fmla="*/ 86 h 122"/>
                <a:gd name="T12" fmla="*/ 45 w 72"/>
                <a:gd name="T13" fmla="*/ 86 h 122"/>
                <a:gd name="T14" fmla="*/ 27 w 72"/>
                <a:gd name="T15" fmla="*/ 55 h 122"/>
                <a:gd name="T16" fmla="*/ 26 w 72"/>
                <a:gd name="T17" fmla="*/ 54 h 122"/>
                <a:gd name="T18" fmla="*/ 26 w 72"/>
                <a:gd name="T19" fmla="*/ 53 h 122"/>
                <a:gd name="T20" fmla="*/ 25 w 72"/>
                <a:gd name="T21" fmla="*/ 52 h 122"/>
                <a:gd name="T22" fmla="*/ 25 w 72"/>
                <a:gd name="T23" fmla="*/ 51 h 122"/>
                <a:gd name="T24" fmla="*/ 25 w 72"/>
                <a:gd name="T25" fmla="*/ 51 h 122"/>
                <a:gd name="T26" fmla="*/ 25 w 72"/>
                <a:gd name="T27" fmla="*/ 52 h 122"/>
                <a:gd name="T28" fmla="*/ 25 w 72"/>
                <a:gd name="T29" fmla="*/ 54 h 122"/>
                <a:gd name="T30" fmla="*/ 25 w 72"/>
                <a:gd name="T31" fmla="*/ 56 h 122"/>
                <a:gd name="T32" fmla="*/ 25 w 72"/>
                <a:gd name="T33" fmla="*/ 59 h 122"/>
                <a:gd name="T34" fmla="*/ 25 w 72"/>
                <a:gd name="T35" fmla="*/ 85 h 122"/>
                <a:gd name="T36" fmla="*/ 16 w 72"/>
                <a:gd name="T37" fmla="*/ 84 h 122"/>
                <a:gd name="T38" fmla="*/ 16 w 72"/>
                <a:gd name="T39" fmla="*/ 38 h 122"/>
                <a:gd name="T40" fmla="*/ 26 w 72"/>
                <a:gd name="T41" fmla="*/ 37 h 122"/>
                <a:gd name="T42" fmla="*/ 44 w 72"/>
                <a:gd name="T43" fmla="*/ 66 h 122"/>
                <a:gd name="T44" fmla="*/ 44 w 72"/>
                <a:gd name="T45" fmla="*/ 67 h 122"/>
                <a:gd name="T46" fmla="*/ 45 w 72"/>
                <a:gd name="T47" fmla="*/ 68 h 122"/>
                <a:gd name="T48" fmla="*/ 45 w 72"/>
                <a:gd name="T49" fmla="*/ 69 h 122"/>
                <a:gd name="T50" fmla="*/ 46 w 72"/>
                <a:gd name="T51" fmla="*/ 70 h 122"/>
                <a:gd name="T52" fmla="*/ 46 w 72"/>
                <a:gd name="T53" fmla="*/ 70 h 122"/>
                <a:gd name="T54" fmla="*/ 46 w 72"/>
                <a:gd name="T55" fmla="*/ 69 h 122"/>
                <a:gd name="T56" fmla="*/ 46 w 72"/>
                <a:gd name="T57" fmla="*/ 68 h 122"/>
                <a:gd name="T58" fmla="*/ 46 w 72"/>
                <a:gd name="T59" fmla="*/ 66 h 122"/>
                <a:gd name="T60" fmla="*/ 46 w 72"/>
                <a:gd name="T61" fmla="*/ 64 h 122"/>
                <a:gd name="T62" fmla="*/ 46 w 72"/>
                <a:gd name="T63" fmla="*/ 36 h 122"/>
                <a:gd name="T64" fmla="*/ 56 w 72"/>
                <a:gd name="T65" fmla="*/ 36 h 122"/>
                <a:gd name="T66" fmla="*/ 56 w 72"/>
                <a:gd name="T67" fmla="*/ 8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 h="122">
                  <a:moveTo>
                    <a:pt x="0" y="17"/>
                  </a:moveTo>
                  <a:cubicBezTo>
                    <a:pt x="0" y="105"/>
                    <a:pt x="0" y="105"/>
                    <a:pt x="0" y="105"/>
                  </a:cubicBezTo>
                  <a:cubicBezTo>
                    <a:pt x="72" y="122"/>
                    <a:pt x="72" y="122"/>
                    <a:pt x="72" y="122"/>
                  </a:cubicBezTo>
                  <a:cubicBezTo>
                    <a:pt x="72" y="0"/>
                    <a:pt x="72" y="0"/>
                    <a:pt x="72" y="0"/>
                  </a:cubicBezTo>
                  <a:lnTo>
                    <a:pt x="0" y="17"/>
                  </a:lnTo>
                  <a:close/>
                  <a:moveTo>
                    <a:pt x="56" y="86"/>
                  </a:moveTo>
                  <a:cubicBezTo>
                    <a:pt x="45" y="86"/>
                    <a:pt x="45" y="86"/>
                    <a:pt x="45" y="86"/>
                  </a:cubicBezTo>
                  <a:cubicBezTo>
                    <a:pt x="27" y="55"/>
                    <a:pt x="27" y="55"/>
                    <a:pt x="27" y="55"/>
                  </a:cubicBezTo>
                  <a:cubicBezTo>
                    <a:pt x="27" y="54"/>
                    <a:pt x="27" y="54"/>
                    <a:pt x="26" y="54"/>
                  </a:cubicBezTo>
                  <a:cubicBezTo>
                    <a:pt x="26" y="53"/>
                    <a:pt x="26" y="53"/>
                    <a:pt x="26" y="53"/>
                  </a:cubicBezTo>
                  <a:cubicBezTo>
                    <a:pt x="26" y="52"/>
                    <a:pt x="26" y="52"/>
                    <a:pt x="25" y="52"/>
                  </a:cubicBezTo>
                  <a:cubicBezTo>
                    <a:pt x="25" y="51"/>
                    <a:pt x="25" y="51"/>
                    <a:pt x="25" y="51"/>
                  </a:cubicBezTo>
                  <a:cubicBezTo>
                    <a:pt x="25" y="51"/>
                    <a:pt x="25" y="51"/>
                    <a:pt x="25" y="51"/>
                  </a:cubicBezTo>
                  <a:cubicBezTo>
                    <a:pt x="25" y="51"/>
                    <a:pt x="25" y="52"/>
                    <a:pt x="25" y="52"/>
                  </a:cubicBezTo>
                  <a:cubicBezTo>
                    <a:pt x="25" y="53"/>
                    <a:pt x="25" y="54"/>
                    <a:pt x="25" y="54"/>
                  </a:cubicBezTo>
                  <a:cubicBezTo>
                    <a:pt x="25" y="55"/>
                    <a:pt x="25" y="56"/>
                    <a:pt x="25" y="56"/>
                  </a:cubicBezTo>
                  <a:cubicBezTo>
                    <a:pt x="25" y="57"/>
                    <a:pt x="25" y="58"/>
                    <a:pt x="25" y="59"/>
                  </a:cubicBezTo>
                  <a:cubicBezTo>
                    <a:pt x="25" y="85"/>
                    <a:pt x="25" y="85"/>
                    <a:pt x="25" y="85"/>
                  </a:cubicBezTo>
                  <a:cubicBezTo>
                    <a:pt x="16" y="84"/>
                    <a:pt x="16" y="84"/>
                    <a:pt x="16" y="84"/>
                  </a:cubicBezTo>
                  <a:cubicBezTo>
                    <a:pt x="16" y="38"/>
                    <a:pt x="16" y="38"/>
                    <a:pt x="16" y="38"/>
                  </a:cubicBezTo>
                  <a:cubicBezTo>
                    <a:pt x="26" y="37"/>
                    <a:pt x="26" y="37"/>
                    <a:pt x="26" y="37"/>
                  </a:cubicBezTo>
                  <a:cubicBezTo>
                    <a:pt x="44" y="66"/>
                    <a:pt x="44" y="66"/>
                    <a:pt x="44" y="66"/>
                  </a:cubicBezTo>
                  <a:cubicBezTo>
                    <a:pt x="44" y="67"/>
                    <a:pt x="44" y="67"/>
                    <a:pt x="44" y="67"/>
                  </a:cubicBezTo>
                  <a:cubicBezTo>
                    <a:pt x="44" y="67"/>
                    <a:pt x="44" y="68"/>
                    <a:pt x="45" y="68"/>
                  </a:cubicBezTo>
                  <a:cubicBezTo>
                    <a:pt x="45" y="68"/>
                    <a:pt x="45" y="69"/>
                    <a:pt x="45" y="69"/>
                  </a:cubicBezTo>
                  <a:cubicBezTo>
                    <a:pt x="45" y="70"/>
                    <a:pt x="46" y="70"/>
                    <a:pt x="46" y="70"/>
                  </a:cubicBezTo>
                  <a:cubicBezTo>
                    <a:pt x="46" y="70"/>
                    <a:pt x="46" y="70"/>
                    <a:pt x="46" y="70"/>
                  </a:cubicBezTo>
                  <a:cubicBezTo>
                    <a:pt x="46" y="70"/>
                    <a:pt x="46" y="70"/>
                    <a:pt x="46" y="69"/>
                  </a:cubicBezTo>
                  <a:cubicBezTo>
                    <a:pt x="46" y="69"/>
                    <a:pt x="46" y="68"/>
                    <a:pt x="46" y="68"/>
                  </a:cubicBezTo>
                  <a:cubicBezTo>
                    <a:pt x="46" y="67"/>
                    <a:pt x="46" y="67"/>
                    <a:pt x="46" y="66"/>
                  </a:cubicBezTo>
                  <a:cubicBezTo>
                    <a:pt x="46" y="65"/>
                    <a:pt x="46" y="64"/>
                    <a:pt x="46" y="64"/>
                  </a:cubicBezTo>
                  <a:cubicBezTo>
                    <a:pt x="46" y="36"/>
                    <a:pt x="46" y="36"/>
                    <a:pt x="46" y="36"/>
                  </a:cubicBezTo>
                  <a:cubicBezTo>
                    <a:pt x="56" y="36"/>
                    <a:pt x="56" y="36"/>
                    <a:pt x="56" y="36"/>
                  </a:cubicBezTo>
                  <a:lnTo>
                    <a:pt x="56"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555" name="Group 554"/>
          <p:cNvGrpSpPr/>
          <p:nvPr/>
        </p:nvGrpSpPr>
        <p:grpSpPr>
          <a:xfrm>
            <a:off x="2297807" y="5292351"/>
            <a:ext cx="1734824" cy="322377"/>
            <a:chOff x="3780357" y="9151926"/>
            <a:chExt cx="1910317" cy="392096"/>
          </a:xfrm>
        </p:grpSpPr>
        <p:sp>
          <p:nvSpPr>
            <p:cNvPr id="556" name="TextBox 555"/>
            <p:cNvSpPr txBox="1"/>
            <p:nvPr/>
          </p:nvSpPr>
          <p:spPr>
            <a:xfrm>
              <a:off x="4286127" y="9235524"/>
              <a:ext cx="1404547" cy="230920"/>
            </a:xfrm>
            <a:prstGeom prst="rect">
              <a:avLst/>
            </a:prstGeom>
            <a:noFill/>
          </p:spPr>
          <p:txBody>
            <a:bodyPr wrap="square" lIns="0" tIns="0" rIns="0" bIns="0" rtlCol="0">
              <a:spAutoFit/>
            </a:bodyPr>
            <a:lstStyle/>
            <a:p>
              <a:pPr defTabSz="914004">
                <a:lnSpc>
                  <a:spcPct val="90000"/>
                </a:lnSpc>
                <a:spcAft>
                  <a:spcPts val="588"/>
                </a:spcAft>
              </a:pPr>
              <a:r>
                <a:rPr lang="en-US" sz="1371" spc="-29" dirty="0">
                  <a:gradFill>
                    <a:gsLst>
                      <a:gs pos="2917">
                        <a:srgbClr val="FFFFFF"/>
                      </a:gs>
                      <a:gs pos="30000">
                        <a:srgbClr val="FFFFFF"/>
                      </a:gs>
                    </a:gsLst>
                    <a:lin ang="5400000" scaled="0"/>
                  </a:gradFill>
                </a:rPr>
                <a:t>Video Portal</a:t>
              </a:r>
            </a:p>
          </p:txBody>
        </p:sp>
        <p:pic>
          <p:nvPicPr>
            <p:cNvPr id="557" name="Picture 556"/>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780357" y="9151926"/>
              <a:ext cx="396245" cy="392096"/>
            </a:xfrm>
            <a:prstGeom prst="rect">
              <a:avLst/>
            </a:prstGeom>
            <a:noFill/>
          </p:spPr>
        </p:pic>
      </p:grpSp>
      <p:sp>
        <p:nvSpPr>
          <p:cNvPr id="558" name="Freeform 30"/>
          <p:cNvSpPr>
            <a:spLocks noChangeAspect="1" noEditPoints="1"/>
          </p:cNvSpPr>
          <p:nvPr/>
        </p:nvSpPr>
        <p:spPr bwMode="auto">
          <a:xfrm>
            <a:off x="677419" y="4471023"/>
            <a:ext cx="773105" cy="344274"/>
          </a:xfrm>
          <a:custGeom>
            <a:avLst/>
            <a:gdLst>
              <a:gd name="T0" fmla="*/ 60 w 216"/>
              <a:gd name="T1" fmla="*/ 20 h 96"/>
              <a:gd name="T2" fmla="*/ 60 w 216"/>
              <a:gd name="T3" fmla="*/ 28 h 96"/>
              <a:gd name="T4" fmla="*/ 68 w 216"/>
              <a:gd name="T5" fmla="*/ 40 h 96"/>
              <a:gd name="T6" fmla="*/ 68 w 216"/>
              <a:gd name="T7" fmla="*/ 44 h 96"/>
              <a:gd name="T8" fmla="*/ 60 w 216"/>
              <a:gd name="T9" fmla="*/ 56 h 96"/>
              <a:gd name="T10" fmla="*/ 60 w 216"/>
              <a:gd name="T11" fmla="*/ 64 h 96"/>
              <a:gd name="T12" fmla="*/ 68 w 216"/>
              <a:gd name="T13" fmla="*/ 76 h 96"/>
              <a:gd name="T14" fmla="*/ 92 w 216"/>
              <a:gd name="T15" fmla="*/ 84 h 96"/>
              <a:gd name="T16" fmla="*/ 92 w 216"/>
              <a:gd name="T17" fmla="*/ 12 h 96"/>
              <a:gd name="T18" fmla="*/ 72 w 216"/>
              <a:gd name="T19" fmla="*/ 68 h 96"/>
              <a:gd name="T20" fmla="*/ 88 w 216"/>
              <a:gd name="T21" fmla="*/ 64 h 96"/>
              <a:gd name="T22" fmla="*/ 88 w 216"/>
              <a:gd name="T23" fmla="*/ 56 h 96"/>
              <a:gd name="T24" fmla="*/ 72 w 216"/>
              <a:gd name="T25" fmla="*/ 52 h 96"/>
              <a:gd name="T26" fmla="*/ 88 w 216"/>
              <a:gd name="T27" fmla="*/ 52 h 96"/>
              <a:gd name="T28" fmla="*/ 72 w 216"/>
              <a:gd name="T29" fmla="*/ 32 h 96"/>
              <a:gd name="T30" fmla="*/ 88 w 216"/>
              <a:gd name="T31" fmla="*/ 28 h 96"/>
              <a:gd name="T32" fmla="*/ 88 w 216"/>
              <a:gd name="T33" fmla="*/ 20 h 96"/>
              <a:gd name="T34" fmla="*/ 0 w 216"/>
              <a:gd name="T35" fmla="*/ 82 h 96"/>
              <a:gd name="T36" fmla="*/ 0 w 216"/>
              <a:gd name="T37" fmla="*/ 13 h 96"/>
              <a:gd name="T38" fmla="*/ 27 w 216"/>
              <a:gd name="T39" fmla="*/ 54 h 96"/>
              <a:gd name="T40" fmla="*/ 27 w 216"/>
              <a:gd name="T41" fmla="*/ 52 h 96"/>
              <a:gd name="T42" fmla="*/ 26 w 216"/>
              <a:gd name="T43" fmla="*/ 53 h 96"/>
              <a:gd name="T44" fmla="*/ 20 w 216"/>
              <a:gd name="T45" fmla="*/ 66 h 96"/>
              <a:gd name="T46" fmla="*/ 13 w 216"/>
              <a:gd name="T47" fmla="*/ 29 h 96"/>
              <a:gd name="T48" fmla="*/ 26 w 216"/>
              <a:gd name="T49" fmla="*/ 41 h 96"/>
              <a:gd name="T50" fmla="*/ 27 w 216"/>
              <a:gd name="T51" fmla="*/ 43 h 96"/>
              <a:gd name="T52" fmla="*/ 27 w 216"/>
              <a:gd name="T53" fmla="*/ 42 h 96"/>
              <a:gd name="T54" fmla="*/ 33 w 216"/>
              <a:gd name="T55" fmla="*/ 28 h 96"/>
              <a:gd name="T56" fmla="*/ 42 w 216"/>
              <a:gd name="T57" fmla="*/ 68 h 96"/>
              <a:gd name="T58" fmla="*/ 124 w 216"/>
              <a:gd name="T59" fmla="*/ 65 h 96"/>
              <a:gd name="T60" fmla="*/ 141 w 216"/>
              <a:gd name="T61" fmla="*/ 35 h 96"/>
              <a:gd name="T62" fmla="*/ 140 w 216"/>
              <a:gd name="T63" fmla="*/ 46 h 96"/>
              <a:gd name="T64" fmla="*/ 128 w 216"/>
              <a:gd name="T65" fmla="*/ 61 h 96"/>
              <a:gd name="T66" fmla="*/ 166 w 216"/>
              <a:gd name="T67" fmla="*/ 41 h 96"/>
              <a:gd name="T68" fmla="*/ 161 w 216"/>
              <a:gd name="T69" fmla="*/ 65 h 96"/>
              <a:gd name="T70" fmla="*/ 155 w 216"/>
              <a:gd name="T71" fmla="*/ 55 h 96"/>
              <a:gd name="T72" fmla="*/ 153 w 216"/>
              <a:gd name="T73" fmla="*/ 53 h 96"/>
              <a:gd name="T74" fmla="*/ 155 w 216"/>
              <a:gd name="T75" fmla="*/ 51 h 96"/>
              <a:gd name="T76" fmla="*/ 166 w 216"/>
              <a:gd name="T77" fmla="*/ 41 h 96"/>
              <a:gd name="T78" fmla="*/ 172 w 216"/>
              <a:gd name="T79" fmla="*/ 64 h 96"/>
              <a:gd name="T80" fmla="*/ 170 w 216"/>
              <a:gd name="T81" fmla="*/ 44 h 96"/>
              <a:gd name="T82" fmla="*/ 185 w 216"/>
              <a:gd name="T83" fmla="*/ 45 h 96"/>
              <a:gd name="T84" fmla="*/ 170 w 216"/>
              <a:gd name="T85" fmla="*/ 53 h 96"/>
              <a:gd name="T86" fmla="*/ 184 w 216"/>
              <a:gd name="T87" fmla="*/ 60 h 96"/>
              <a:gd name="T88" fmla="*/ 191 w 216"/>
              <a:gd name="T89" fmla="*/ 54 h 96"/>
              <a:gd name="T90" fmla="*/ 206 w 216"/>
              <a:gd name="T91" fmla="*/ 59 h 96"/>
              <a:gd name="T92" fmla="*/ 190 w 216"/>
              <a:gd name="T93" fmla="*/ 62 h 96"/>
              <a:gd name="T94" fmla="*/ 192 w 216"/>
              <a:gd name="T95" fmla="*/ 42 h 96"/>
              <a:gd name="T96" fmla="*/ 208 w 216"/>
              <a:gd name="T97" fmla="*/ 52 h 96"/>
              <a:gd name="T98" fmla="*/ 202 w 216"/>
              <a:gd name="T99" fmla="*/ 45 h 96"/>
              <a:gd name="T100" fmla="*/ 191 w 216"/>
              <a:gd name="T101" fmla="*/ 50 h 96"/>
              <a:gd name="T102" fmla="*/ 212 w 216"/>
              <a:gd name="T103" fmla="*/ 65 h 96"/>
              <a:gd name="T104" fmla="*/ 216 w 216"/>
              <a:gd name="T105"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6" h="96">
                <a:moveTo>
                  <a:pt x="92" y="12"/>
                </a:moveTo>
                <a:cubicBezTo>
                  <a:pt x="60" y="12"/>
                  <a:pt x="60" y="12"/>
                  <a:pt x="60" y="12"/>
                </a:cubicBezTo>
                <a:cubicBezTo>
                  <a:pt x="60" y="20"/>
                  <a:pt x="60" y="20"/>
                  <a:pt x="60" y="20"/>
                </a:cubicBezTo>
                <a:cubicBezTo>
                  <a:pt x="68" y="20"/>
                  <a:pt x="68" y="20"/>
                  <a:pt x="68" y="20"/>
                </a:cubicBezTo>
                <a:cubicBezTo>
                  <a:pt x="68" y="28"/>
                  <a:pt x="68" y="28"/>
                  <a:pt x="68" y="28"/>
                </a:cubicBezTo>
                <a:cubicBezTo>
                  <a:pt x="60" y="28"/>
                  <a:pt x="60" y="28"/>
                  <a:pt x="60" y="28"/>
                </a:cubicBezTo>
                <a:cubicBezTo>
                  <a:pt x="60" y="32"/>
                  <a:pt x="60" y="32"/>
                  <a:pt x="60" y="32"/>
                </a:cubicBezTo>
                <a:cubicBezTo>
                  <a:pt x="68" y="32"/>
                  <a:pt x="68" y="32"/>
                  <a:pt x="68" y="32"/>
                </a:cubicBezTo>
                <a:cubicBezTo>
                  <a:pt x="68" y="40"/>
                  <a:pt x="68" y="40"/>
                  <a:pt x="68" y="40"/>
                </a:cubicBezTo>
                <a:cubicBezTo>
                  <a:pt x="60" y="40"/>
                  <a:pt x="60" y="40"/>
                  <a:pt x="60" y="40"/>
                </a:cubicBezTo>
                <a:cubicBezTo>
                  <a:pt x="60" y="44"/>
                  <a:pt x="60" y="44"/>
                  <a:pt x="60" y="44"/>
                </a:cubicBezTo>
                <a:cubicBezTo>
                  <a:pt x="68" y="44"/>
                  <a:pt x="68" y="44"/>
                  <a:pt x="68" y="44"/>
                </a:cubicBezTo>
                <a:cubicBezTo>
                  <a:pt x="68" y="52"/>
                  <a:pt x="68" y="52"/>
                  <a:pt x="68" y="52"/>
                </a:cubicBezTo>
                <a:cubicBezTo>
                  <a:pt x="60" y="52"/>
                  <a:pt x="60" y="52"/>
                  <a:pt x="60" y="52"/>
                </a:cubicBezTo>
                <a:cubicBezTo>
                  <a:pt x="60" y="56"/>
                  <a:pt x="60" y="56"/>
                  <a:pt x="60" y="56"/>
                </a:cubicBezTo>
                <a:cubicBezTo>
                  <a:pt x="68" y="56"/>
                  <a:pt x="68" y="56"/>
                  <a:pt x="68" y="56"/>
                </a:cubicBezTo>
                <a:cubicBezTo>
                  <a:pt x="68" y="64"/>
                  <a:pt x="68" y="64"/>
                  <a:pt x="68" y="64"/>
                </a:cubicBezTo>
                <a:cubicBezTo>
                  <a:pt x="60" y="64"/>
                  <a:pt x="60" y="64"/>
                  <a:pt x="60" y="64"/>
                </a:cubicBezTo>
                <a:cubicBezTo>
                  <a:pt x="60" y="68"/>
                  <a:pt x="60" y="68"/>
                  <a:pt x="60" y="68"/>
                </a:cubicBezTo>
                <a:cubicBezTo>
                  <a:pt x="68" y="68"/>
                  <a:pt x="68" y="68"/>
                  <a:pt x="68" y="68"/>
                </a:cubicBezTo>
                <a:cubicBezTo>
                  <a:pt x="68" y="76"/>
                  <a:pt x="68" y="76"/>
                  <a:pt x="68" y="76"/>
                </a:cubicBezTo>
                <a:cubicBezTo>
                  <a:pt x="60" y="76"/>
                  <a:pt x="60" y="76"/>
                  <a:pt x="60" y="76"/>
                </a:cubicBezTo>
                <a:cubicBezTo>
                  <a:pt x="60" y="84"/>
                  <a:pt x="60" y="84"/>
                  <a:pt x="60" y="84"/>
                </a:cubicBezTo>
                <a:cubicBezTo>
                  <a:pt x="92" y="84"/>
                  <a:pt x="92" y="84"/>
                  <a:pt x="92" y="84"/>
                </a:cubicBezTo>
                <a:cubicBezTo>
                  <a:pt x="93" y="84"/>
                  <a:pt x="96" y="81"/>
                  <a:pt x="96" y="80"/>
                </a:cubicBezTo>
                <a:cubicBezTo>
                  <a:pt x="96" y="16"/>
                  <a:pt x="96" y="16"/>
                  <a:pt x="96" y="16"/>
                </a:cubicBezTo>
                <a:cubicBezTo>
                  <a:pt x="96" y="14"/>
                  <a:pt x="93" y="12"/>
                  <a:pt x="92" y="12"/>
                </a:cubicBezTo>
                <a:close/>
                <a:moveTo>
                  <a:pt x="88" y="76"/>
                </a:moveTo>
                <a:cubicBezTo>
                  <a:pt x="72" y="76"/>
                  <a:pt x="72" y="76"/>
                  <a:pt x="72" y="76"/>
                </a:cubicBezTo>
                <a:cubicBezTo>
                  <a:pt x="72" y="68"/>
                  <a:pt x="72" y="68"/>
                  <a:pt x="72" y="68"/>
                </a:cubicBezTo>
                <a:cubicBezTo>
                  <a:pt x="88" y="68"/>
                  <a:pt x="88" y="68"/>
                  <a:pt x="88" y="68"/>
                </a:cubicBezTo>
                <a:lnTo>
                  <a:pt x="88" y="76"/>
                </a:lnTo>
                <a:close/>
                <a:moveTo>
                  <a:pt x="88" y="64"/>
                </a:moveTo>
                <a:cubicBezTo>
                  <a:pt x="72" y="64"/>
                  <a:pt x="72" y="64"/>
                  <a:pt x="72" y="64"/>
                </a:cubicBezTo>
                <a:cubicBezTo>
                  <a:pt x="72" y="56"/>
                  <a:pt x="72" y="56"/>
                  <a:pt x="72" y="56"/>
                </a:cubicBezTo>
                <a:cubicBezTo>
                  <a:pt x="88" y="56"/>
                  <a:pt x="88" y="56"/>
                  <a:pt x="88" y="56"/>
                </a:cubicBezTo>
                <a:lnTo>
                  <a:pt x="88" y="64"/>
                </a:lnTo>
                <a:close/>
                <a:moveTo>
                  <a:pt x="88" y="52"/>
                </a:moveTo>
                <a:cubicBezTo>
                  <a:pt x="72" y="52"/>
                  <a:pt x="72" y="52"/>
                  <a:pt x="72" y="52"/>
                </a:cubicBezTo>
                <a:cubicBezTo>
                  <a:pt x="72" y="44"/>
                  <a:pt x="72" y="44"/>
                  <a:pt x="72" y="44"/>
                </a:cubicBezTo>
                <a:cubicBezTo>
                  <a:pt x="88" y="44"/>
                  <a:pt x="88" y="44"/>
                  <a:pt x="88" y="44"/>
                </a:cubicBezTo>
                <a:lnTo>
                  <a:pt x="88" y="52"/>
                </a:lnTo>
                <a:close/>
                <a:moveTo>
                  <a:pt x="88" y="40"/>
                </a:moveTo>
                <a:cubicBezTo>
                  <a:pt x="72" y="40"/>
                  <a:pt x="72" y="40"/>
                  <a:pt x="72" y="40"/>
                </a:cubicBezTo>
                <a:cubicBezTo>
                  <a:pt x="72" y="32"/>
                  <a:pt x="72" y="32"/>
                  <a:pt x="72" y="32"/>
                </a:cubicBezTo>
                <a:cubicBezTo>
                  <a:pt x="88" y="32"/>
                  <a:pt x="88" y="32"/>
                  <a:pt x="88" y="32"/>
                </a:cubicBezTo>
                <a:lnTo>
                  <a:pt x="88" y="40"/>
                </a:lnTo>
                <a:close/>
                <a:moveTo>
                  <a:pt x="88" y="28"/>
                </a:moveTo>
                <a:cubicBezTo>
                  <a:pt x="72" y="28"/>
                  <a:pt x="72" y="28"/>
                  <a:pt x="72" y="28"/>
                </a:cubicBezTo>
                <a:cubicBezTo>
                  <a:pt x="72" y="20"/>
                  <a:pt x="72" y="20"/>
                  <a:pt x="72" y="20"/>
                </a:cubicBezTo>
                <a:cubicBezTo>
                  <a:pt x="88" y="20"/>
                  <a:pt x="88" y="20"/>
                  <a:pt x="88" y="20"/>
                </a:cubicBezTo>
                <a:lnTo>
                  <a:pt x="88" y="28"/>
                </a:lnTo>
                <a:close/>
                <a:moveTo>
                  <a:pt x="0" y="13"/>
                </a:moveTo>
                <a:cubicBezTo>
                  <a:pt x="0" y="82"/>
                  <a:pt x="0" y="82"/>
                  <a:pt x="0" y="82"/>
                </a:cubicBezTo>
                <a:cubicBezTo>
                  <a:pt x="56" y="96"/>
                  <a:pt x="56" y="96"/>
                  <a:pt x="56" y="96"/>
                </a:cubicBezTo>
                <a:cubicBezTo>
                  <a:pt x="56" y="0"/>
                  <a:pt x="56" y="0"/>
                  <a:pt x="56" y="0"/>
                </a:cubicBezTo>
                <a:lnTo>
                  <a:pt x="0" y="13"/>
                </a:lnTo>
                <a:close/>
                <a:moveTo>
                  <a:pt x="33" y="67"/>
                </a:moveTo>
                <a:cubicBezTo>
                  <a:pt x="27" y="54"/>
                  <a:pt x="27" y="54"/>
                  <a:pt x="27" y="54"/>
                </a:cubicBezTo>
                <a:cubicBezTo>
                  <a:pt x="27" y="54"/>
                  <a:pt x="27" y="54"/>
                  <a:pt x="27" y="54"/>
                </a:cubicBezTo>
                <a:cubicBezTo>
                  <a:pt x="27" y="54"/>
                  <a:pt x="27" y="53"/>
                  <a:pt x="27" y="53"/>
                </a:cubicBezTo>
                <a:cubicBezTo>
                  <a:pt x="27" y="53"/>
                  <a:pt x="27" y="53"/>
                  <a:pt x="27" y="52"/>
                </a:cubicBezTo>
                <a:cubicBezTo>
                  <a:pt x="27" y="52"/>
                  <a:pt x="27" y="52"/>
                  <a:pt x="27" y="52"/>
                </a:cubicBezTo>
                <a:cubicBezTo>
                  <a:pt x="27" y="52"/>
                  <a:pt x="27" y="52"/>
                  <a:pt x="27" y="52"/>
                </a:cubicBezTo>
                <a:cubicBezTo>
                  <a:pt x="27" y="52"/>
                  <a:pt x="27" y="52"/>
                  <a:pt x="26" y="52"/>
                </a:cubicBezTo>
                <a:cubicBezTo>
                  <a:pt x="26" y="52"/>
                  <a:pt x="26" y="52"/>
                  <a:pt x="26" y="53"/>
                </a:cubicBezTo>
                <a:cubicBezTo>
                  <a:pt x="26" y="53"/>
                  <a:pt x="26" y="53"/>
                  <a:pt x="26" y="53"/>
                </a:cubicBezTo>
                <a:cubicBezTo>
                  <a:pt x="26" y="54"/>
                  <a:pt x="26" y="54"/>
                  <a:pt x="26" y="54"/>
                </a:cubicBezTo>
                <a:cubicBezTo>
                  <a:pt x="20" y="66"/>
                  <a:pt x="20" y="66"/>
                  <a:pt x="20" y="66"/>
                </a:cubicBezTo>
                <a:cubicBezTo>
                  <a:pt x="12" y="66"/>
                  <a:pt x="12" y="66"/>
                  <a:pt x="12" y="66"/>
                </a:cubicBezTo>
                <a:cubicBezTo>
                  <a:pt x="22" y="48"/>
                  <a:pt x="22" y="48"/>
                  <a:pt x="22" y="48"/>
                </a:cubicBezTo>
                <a:cubicBezTo>
                  <a:pt x="13" y="29"/>
                  <a:pt x="13" y="29"/>
                  <a:pt x="13" y="29"/>
                </a:cubicBezTo>
                <a:cubicBezTo>
                  <a:pt x="21" y="29"/>
                  <a:pt x="21" y="29"/>
                  <a:pt x="21" y="29"/>
                </a:cubicBezTo>
                <a:cubicBezTo>
                  <a:pt x="26" y="40"/>
                  <a:pt x="26" y="40"/>
                  <a:pt x="26" y="40"/>
                </a:cubicBezTo>
                <a:cubicBezTo>
                  <a:pt x="26" y="40"/>
                  <a:pt x="26" y="40"/>
                  <a:pt x="26" y="41"/>
                </a:cubicBezTo>
                <a:cubicBezTo>
                  <a:pt x="26" y="41"/>
                  <a:pt x="26" y="41"/>
                  <a:pt x="26" y="41"/>
                </a:cubicBezTo>
                <a:cubicBezTo>
                  <a:pt x="27" y="42"/>
                  <a:pt x="27" y="42"/>
                  <a:pt x="27" y="42"/>
                </a:cubicBezTo>
                <a:cubicBezTo>
                  <a:pt x="27" y="42"/>
                  <a:pt x="27" y="43"/>
                  <a:pt x="27" y="43"/>
                </a:cubicBezTo>
                <a:cubicBezTo>
                  <a:pt x="27" y="43"/>
                  <a:pt x="27" y="43"/>
                  <a:pt x="27" y="43"/>
                </a:cubicBezTo>
                <a:cubicBezTo>
                  <a:pt x="27" y="43"/>
                  <a:pt x="27" y="43"/>
                  <a:pt x="27" y="42"/>
                </a:cubicBezTo>
                <a:cubicBezTo>
                  <a:pt x="27" y="42"/>
                  <a:pt x="27" y="42"/>
                  <a:pt x="27" y="42"/>
                </a:cubicBezTo>
                <a:cubicBezTo>
                  <a:pt x="27" y="41"/>
                  <a:pt x="28" y="41"/>
                  <a:pt x="28" y="41"/>
                </a:cubicBezTo>
                <a:cubicBezTo>
                  <a:pt x="28" y="40"/>
                  <a:pt x="28" y="40"/>
                  <a:pt x="28" y="40"/>
                </a:cubicBezTo>
                <a:cubicBezTo>
                  <a:pt x="33" y="28"/>
                  <a:pt x="33" y="28"/>
                  <a:pt x="33" y="28"/>
                </a:cubicBezTo>
                <a:cubicBezTo>
                  <a:pt x="42" y="28"/>
                  <a:pt x="42" y="28"/>
                  <a:pt x="42" y="28"/>
                </a:cubicBezTo>
                <a:cubicBezTo>
                  <a:pt x="32" y="47"/>
                  <a:pt x="32" y="47"/>
                  <a:pt x="32" y="47"/>
                </a:cubicBezTo>
                <a:cubicBezTo>
                  <a:pt x="42" y="68"/>
                  <a:pt x="42" y="68"/>
                  <a:pt x="42" y="68"/>
                </a:cubicBezTo>
                <a:lnTo>
                  <a:pt x="33" y="67"/>
                </a:lnTo>
                <a:close/>
                <a:moveTo>
                  <a:pt x="142" y="65"/>
                </a:moveTo>
                <a:cubicBezTo>
                  <a:pt x="124" y="65"/>
                  <a:pt x="124" y="65"/>
                  <a:pt x="124" y="65"/>
                </a:cubicBezTo>
                <a:cubicBezTo>
                  <a:pt x="124" y="31"/>
                  <a:pt x="124" y="31"/>
                  <a:pt x="124" y="31"/>
                </a:cubicBezTo>
                <a:cubicBezTo>
                  <a:pt x="141" y="31"/>
                  <a:pt x="141" y="31"/>
                  <a:pt x="141" y="31"/>
                </a:cubicBezTo>
                <a:cubicBezTo>
                  <a:pt x="141" y="35"/>
                  <a:pt x="141" y="35"/>
                  <a:pt x="141" y="35"/>
                </a:cubicBezTo>
                <a:cubicBezTo>
                  <a:pt x="128" y="35"/>
                  <a:pt x="128" y="35"/>
                  <a:pt x="128" y="35"/>
                </a:cubicBezTo>
                <a:cubicBezTo>
                  <a:pt x="128" y="46"/>
                  <a:pt x="128" y="46"/>
                  <a:pt x="128" y="46"/>
                </a:cubicBezTo>
                <a:cubicBezTo>
                  <a:pt x="140" y="46"/>
                  <a:pt x="140" y="46"/>
                  <a:pt x="140" y="46"/>
                </a:cubicBezTo>
                <a:cubicBezTo>
                  <a:pt x="140" y="49"/>
                  <a:pt x="140" y="49"/>
                  <a:pt x="140" y="49"/>
                </a:cubicBezTo>
                <a:cubicBezTo>
                  <a:pt x="128" y="49"/>
                  <a:pt x="128" y="49"/>
                  <a:pt x="128" y="49"/>
                </a:cubicBezTo>
                <a:cubicBezTo>
                  <a:pt x="128" y="61"/>
                  <a:pt x="128" y="61"/>
                  <a:pt x="128" y="61"/>
                </a:cubicBezTo>
                <a:cubicBezTo>
                  <a:pt x="142" y="61"/>
                  <a:pt x="142" y="61"/>
                  <a:pt x="142" y="61"/>
                </a:cubicBezTo>
                <a:lnTo>
                  <a:pt x="142" y="65"/>
                </a:lnTo>
                <a:close/>
                <a:moveTo>
                  <a:pt x="166" y="41"/>
                </a:moveTo>
                <a:cubicBezTo>
                  <a:pt x="157" y="53"/>
                  <a:pt x="157" y="53"/>
                  <a:pt x="157" y="53"/>
                </a:cubicBezTo>
                <a:cubicBezTo>
                  <a:pt x="165" y="65"/>
                  <a:pt x="165" y="65"/>
                  <a:pt x="165" y="65"/>
                </a:cubicBezTo>
                <a:cubicBezTo>
                  <a:pt x="161" y="65"/>
                  <a:pt x="161" y="65"/>
                  <a:pt x="161" y="65"/>
                </a:cubicBezTo>
                <a:cubicBezTo>
                  <a:pt x="156" y="57"/>
                  <a:pt x="156" y="57"/>
                  <a:pt x="156" y="57"/>
                </a:cubicBezTo>
                <a:cubicBezTo>
                  <a:pt x="155" y="55"/>
                  <a:pt x="155" y="55"/>
                  <a:pt x="155" y="55"/>
                </a:cubicBezTo>
                <a:cubicBezTo>
                  <a:pt x="155" y="55"/>
                  <a:pt x="155" y="55"/>
                  <a:pt x="155" y="55"/>
                </a:cubicBezTo>
                <a:cubicBezTo>
                  <a:pt x="149" y="65"/>
                  <a:pt x="149" y="65"/>
                  <a:pt x="149" y="65"/>
                </a:cubicBezTo>
                <a:cubicBezTo>
                  <a:pt x="145" y="65"/>
                  <a:pt x="145" y="65"/>
                  <a:pt x="145" y="65"/>
                </a:cubicBezTo>
                <a:cubicBezTo>
                  <a:pt x="153" y="53"/>
                  <a:pt x="153" y="53"/>
                  <a:pt x="153" y="53"/>
                </a:cubicBezTo>
                <a:cubicBezTo>
                  <a:pt x="145" y="41"/>
                  <a:pt x="145" y="41"/>
                  <a:pt x="145" y="41"/>
                </a:cubicBezTo>
                <a:cubicBezTo>
                  <a:pt x="150" y="41"/>
                  <a:pt x="150" y="41"/>
                  <a:pt x="150" y="41"/>
                </a:cubicBezTo>
                <a:cubicBezTo>
                  <a:pt x="153" y="47"/>
                  <a:pt x="155" y="50"/>
                  <a:pt x="155" y="51"/>
                </a:cubicBezTo>
                <a:cubicBezTo>
                  <a:pt x="155" y="51"/>
                  <a:pt x="155" y="51"/>
                  <a:pt x="155" y="51"/>
                </a:cubicBezTo>
                <a:cubicBezTo>
                  <a:pt x="161" y="41"/>
                  <a:pt x="161" y="41"/>
                  <a:pt x="161" y="41"/>
                </a:cubicBezTo>
                <a:lnTo>
                  <a:pt x="166" y="41"/>
                </a:lnTo>
                <a:close/>
                <a:moveTo>
                  <a:pt x="184" y="64"/>
                </a:moveTo>
                <a:cubicBezTo>
                  <a:pt x="183" y="65"/>
                  <a:pt x="180" y="65"/>
                  <a:pt x="178" y="65"/>
                </a:cubicBezTo>
                <a:cubicBezTo>
                  <a:pt x="176" y="65"/>
                  <a:pt x="174" y="65"/>
                  <a:pt x="172" y="64"/>
                </a:cubicBezTo>
                <a:cubicBezTo>
                  <a:pt x="170" y="63"/>
                  <a:pt x="169" y="61"/>
                  <a:pt x="168" y="59"/>
                </a:cubicBezTo>
                <a:cubicBezTo>
                  <a:pt x="167" y="58"/>
                  <a:pt x="166" y="56"/>
                  <a:pt x="166" y="53"/>
                </a:cubicBezTo>
                <a:cubicBezTo>
                  <a:pt x="166" y="49"/>
                  <a:pt x="168" y="46"/>
                  <a:pt x="170" y="44"/>
                </a:cubicBezTo>
                <a:cubicBezTo>
                  <a:pt x="172" y="41"/>
                  <a:pt x="175" y="40"/>
                  <a:pt x="179" y="40"/>
                </a:cubicBezTo>
                <a:cubicBezTo>
                  <a:pt x="181" y="40"/>
                  <a:pt x="183" y="40"/>
                  <a:pt x="185" y="41"/>
                </a:cubicBezTo>
                <a:cubicBezTo>
                  <a:pt x="185" y="45"/>
                  <a:pt x="185" y="45"/>
                  <a:pt x="185" y="45"/>
                </a:cubicBezTo>
                <a:cubicBezTo>
                  <a:pt x="183" y="44"/>
                  <a:pt x="181" y="43"/>
                  <a:pt x="179" y="43"/>
                </a:cubicBezTo>
                <a:cubicBezTo>
                  <a:pt x="176" y="43"/>
                  <a:pt x="174" y="44"/>
                  <a:pt x="173" y="46"/>
                </a:cubicBezTo>
                <a:cubicBezTo>
                  <a:pt x="171" y="48"/>
                  <a:pt x="170" y="50"/>
                  <a:pt x="170" y="53"/>
                </a:cubicBezTo>
                <a:cubicBezTo>
                  <a:pt x="170" y="56"/>
                  <a:pt x="171" y="58"/>
                  <a:pt x="173" y="59"/>
                </a:cubicBezTo>
                <a:cubicBezTo>
                  <a:pt x="174" y="61"/>
                  <a:pt x="176" y="62"/>
                  <a:pt x="179" y="62"/>
                </a:cubicBezTo>
                <a:cubicBezTo>
                  <a:pt x="181" y="62"/>
                  <a:pt x="183" y="61"/>
                  <a:pt x="184" y="60"/>
                </a:cubicBezTo>
                <a:lnTo>
                  <a:pt x="184" y="64"/>
                </a:lnTo>
                <a:close/>
                <a:moveTo>
                  <a:pt x="208" y="54"/>
                </a:moveTo>
                <a:cubicBezTo>
                  <a:pt x="191" y="54"/>
                  <a:pt x="191" y="54"/>
                  <a:pt x="191" y="54"/>
                </a:cubicBezTo>
                <a:cubicBezTo>
                  <a:pt x="191" y="56"/>
                  <a:pt x="192" y="58"/>
                  <a:pt x="193" y="60"/>
                </a:cubicBezTo>
                <a:cubicBezTo>
                  <a:pt x="194" y="61"/>
                  <a:pt x="196" y="62"/>
                  <a:pt x="199" y="62"/>
                </a:cubicBezTo>
                <a:cubicBezTo>
                  <a:pt x="201" y="62"/>
                  <a:pt x="204" y="61"/>
                  <a:pt x="206" y="59"/>
                </a:cubicBezTo>
                <a:cubicBezTo>
                  <a:pt x="206" y="63"/>
                  <a:pt x="206" y="63"/>
                  <a:pt x="206" y="63"/>
                </a:cubicBezTo>
                <a:cubicBezTo>
                  <a:pt x="204" y="64"/>
                  <a:pt x="201" y="65"/>
                  <a:pt x="198" y="65"/>
                </a:cubicBezTo>
                <a:cubicBezTo>
                  <a:pt x="194" y="65"/>
                  <a:pt x="192" y="64"/>
                  <a:pt x="190" y="62"/>
                </a:cubicBezTo>
                <a:cubicBezTo>
                  <a:pt x="188" y="60"/>
                  <a:pt x="187" y="57"/>
                  <a:pt x="187" y="53"/>
                </a:cubicBezTo>
                <a:cubicBezTo>
                  <a:pt x="187" y="50"/>
                  <a:pt x="187" y="48"/>
                  <a:pt x="188" y="46"/>
                </a:cubicBezTo>
                <a:cubicBezTo>
                  <a:pt x="189" y="44"/>
                  <a:pt x="191" y="43"/>
                  <a:pt x="192" y="42"/>
                </a:cubicBezTo>
                <a:cubicBezTo>
                  <a:pt x="194" y="41"/>
                  <a:pt x="196" y="40"/>
                  <a:pt x="198" y="40"/>
                </a:cubicBezTo>
                <a:cubicBezTo>
                  <a:pt x="201" y="40"/>
                  <a:pt x="203" y="41"/>
                  <a:pt x="205" y="43"/>
                </a:cubicBezTo>
                <a:cubicBezTo>
                  <a:pt x="207" y="45"/>
                  <a:pt x="208" y="48"/>
                  <a:pt x="208" y="52"/>
                </a:cubicBezTo>
                <a:lnTo>
                  <a:pt x="208" y="54"/>
                </a:lnTo>
                <a:close/>
                <a:moveTo>
                  <a:pt x="204" y="50"/>
                </a:moveTo>
                <a:cubicBezTo>
                  <a:pt x="204" y="48"/>
                  <a:pt x="203" y="46"/>
                  <a:pt x="202" y="45"/>
                </a:cubicBezTo>
                <a:cubicBezTo>
                  <a:pt x="201" y="44"/>
                  <a:pt x="200" y="43"/>
                  <a:pt x="198" y="43"/>
                </a:cubicBezTo>
                <a:cubicBezTo>
                  <a:pt x="196" y="43"/>
                  <a:pt x="195" y="44"/>
                  <a:pt x="193" y="45"/>
                </a:cubicBezTo>
                <a:cubicBezTo>
                  <a:pt x="192" y="47"/>
                  <a:pt x="191" y="48"/>
                  <a:pt x="191" y="50"/>
                </a:cubicBezTo>
                <a:lnTo>
                  <a:pt x="204" y="50"/>
                </a:lnTo>
                <a:close/>
                <a:moveTo>
                  <a:pt x="216" y="65"/>
                </a:moveTo>
                <a:cubicBezTo>
                  <a:pt x="212" y="65"/>
                  <a:pt x="212" y="65"/>
                  <a:pt x="212" y="65"/>
                </a:cubicBezTo>
                <a:cubicBezTo>
                  <a:pt x="212" y="29"/>
                  <a:pt x="212" y="29"/>
                  <a:pt x="212" y="29"/>
                </a:cubicBezTo>
                <a:cubicBezTo>
                  <a:pt x="216" y="29"/>
                  <a:pt x="216" y="29"/>
                  <a:pt x="216" y="29"/>
                </a:cubicBezTo>
                <a:lnTo>
                  <a:pt x="216" y="6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nvGrpSpPr>
          <p:cNvPr id="559" name="Group 558"/>
          <p:cNvGrpSpPr/>
          <p:nvPr/>
        </p:nvGrpSpPr>
        <p:grpSpPr>
          <a:xfrm>
            <a:off x="677420" y="4933832"/>
            <a:ext cx="945200" cy="217649"/>
            <a:chOff x="688778" y="4752237"/>
            <a:chExt cx="1327082" cy="305584"/>
          </a:xfrm>
        </p:grpSpPr>
        <p:grpSp>
          <p:nvGrpSpPr>
            <p:cNvPr id="560" name="Group 559"/>
            <p:cNvGrpSpPr/>
            <p:nvPr/>
          </p:nvGrpSpPr>
          <p:grpSpPr>
            <a:xfrm>
              <a:off x="688778" y="4752237"/>
              <a:ext cx="307450" cy="305584"/>
              <a:chOff x="3802770" y="-2002971"/>
              <a:chExt cx="1532420" cy="1523121"/>
            </a:xfrm>
            <a:solidFill>
              <a:schemeClr val="tx1"/>
            </a:solidFill>
          </p:grpSpPr>
          <p:grpSp>
            <p:nvGrpSpPr>
              <p:cNvPr id="562" name="Group 561"/>
              <p:cNvGrpSpPr/>
              <p:nvPr/>
            </p:nvGrpSpPr>
            <p:grpSpPr>
              <a:xfrm>
                <a:off x="3802770" y="-2002971"/>
                <a:ext cx="1532420" cy="474276"/>
                <a:chOff x="3802770" y="-2002971"/>
                <a:chExt cx="1532420" cy="474276"/>
              </a:xfrm>
              <a:grpFill/>
            </p:grpSpPr>
            <p:sp>
              <p:nvSpPr>
                <p:cNvPr id="571" name="Rectangle 570"/>
                <p:cNvSpPr/>
                <p:nvPr/>
              </p:nvSpPr>
              <p:spPr bwMode="auto">
                <a:xfrm>
                  <a:off x="3802770"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72" name="Rectangle 571"/>
                <p:cNvSpPr/>
                <p:nvPr/>
              </p:nvSpPr>
              <p:spPr bwMode="auto">
                <a:xfrm>
                  <a:off x="4331842"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73" name="Rectangle 572"/>
                <p:cNvSpPr/>
                <p:nvPr/>
              </p:nvSpPr>
              <p:spPr bwMode="auto">
                <a:xfrm>
                  <a:off x="4860914"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563" name="Group 562"/>
              <p:cNvGrpSpPr/>
              <p:nvPr/>
            </p:nvGrpSpPr>
            <p:grpSpPr>
              <a:xfrm>
                <a:off x="3802770" y="-1478549"/>
                <a:ext cx="1532420" cy="474276"/>
                <a:chOff x="3802770" y="-2002971"/>
                <a:chExt cx="1532420" cy="474276"/>
              </a:xfrm>
              <a:grpFill/>
            </p:grpSpPr>
            <p:sp>
              <p:nvSpPr>
                <p:cNvPr id="568" name="Rectangle 567"/>
                <p:cNvSpPr/>
                <p:nvPr/>
              </p:nvSpPr>
              <p:spPr bwMode="auto">
                <a:xfrm>
                  <a:off x="3802770"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69" name="Rectangle 568"/>
                <p:cNvSpPr/>
                <p:nvPr/>
              </p:nvSpPr>
              <p:spPr bwMode="auto">
                <a:xfrm>
                  <a:off x="4331842"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70" name="Rectangle 569"/>
                <p:cNvSpPr/>
                <p:nvPr/>
              </p:nvSpPr>
              <p:spPr bwMode="auto">
                <a:xfrm>
                  <a:off x="4860914"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564" name="Group 563"/>
              <p:cNvGrpSpPr/>
              <p:nvPr/>
            </p:nvGrpSpPr>
            <p:grpSpPr>
              <a:xfrm>
                <a:off x="3802770" y="-954126"/>
                <a:ext cx="1532420" cy="474276"/>
                <a:chOff x="3802770" y="-2002971"/>
                <a:chExt cx="1532420" cy="474276"/>
              </a:xfrm>
              <a:grpFill/>
            </p:grpSpPr>
            <p:sp>
              <p:nvSpPr>
                <p:cNvPr id="565" name="Rectangle 564"/>
                <p:cNvSpPr/>
                <p:nvPr/>
              </p:nvSpPr>
              <p:spPr bwMode="auto">
                <a:xfrm>
                  <a:off x="3802770"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66" name="Rectangle 565"/>
                <p:cNvSpPr/>
                <p:nvPr/>
              </p:nvSpPr>
              <p:spPr bwMode="auto">
                <a:xfrm>
                  <a:off x="4331842"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sp>
              <p:nvSpPr>
                <p:cNvPr id="567" name="Rectangle 566"/>
                <p:cNvSpPr/>
                <p:nvPr/>
              </p:nvSpPr>
              <p:spPr bwMode="auto">
                <a:xfrm>
                  <a:off x="4860914" y="-2002971"/>
                  <a:ext cx="474276" cy="474276"/>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1764" dirty="0" err="1">
                    <a:gradFill>
                      <a:gsLst>
                        <a:gs pos="0">
                          <a:srgbClr val="FFFFFF"/>
                        </a:gs>
                        <a:gs pos="100000">
                          <a:srgbClr val="FFFFFF"/>
                        </a:gs>
                      </a:gsLst>
                      <a:lin ang="5400000" scaled="0"/>
                    </a:gradFill>
                    <a:ea typeface="Segoe UI" pitchFamily="34" charset="0"/>
                    <a:cs typeface="Segoe UI" pitchFamily="34" charset="0"/>
                  </a:endParaRPr>
                </a:p>
              </p:txBody>
            </p:sp>
          </p:grpSp>
        </p:grpSp>
        <p:sp>
          <p:nvSpPr>
            <p:cNvPr id="561" name="TextBox 560"/>
            <p:cNvSpPr txBox="1"/>
            <p:nvPr/>
          </p:nvSpPr>
          <p:spPr>
            <a:xfrm>
              <a:off x="1162762" y="4794230"/>
              <a:ext cx="853098" cy="228486"/>
            </a:xfrm>
            <a:prstGeom prst="rect">
              <a:avLst/>
            </a:prstGeom>
            <a:noFill/>
          </p:spPr>
          <p:txBody>
            <a:bodyPr wrap="square" lIns="0" tIns="0" rIns="0" bIns="0" rtlCol="0">
              <a:spAutoFit/>
            </a:bodyPr>
            <a:lstStyle/>
            <a:p>
              <a:pPr defTabSz="914004">
                <a:lnSpc>
                  <a:spcPct val="90000"/>
                </a:lnSpc>
                <a:spcAft>
                  <a:spcPts val="588"/>
                </a:spcAft>
              </a:pPr>
              <a:r>
                <a:rPr lang="en-US" sz="1175" spc="-29" dirty="0">
                  <a:gradFill>
                    <a:gsLst>
                      <a:gs pos="2917">
                        <a:srgbClr val="FFFFFF"/>
                      </a:gs>
                      <a:gs pos="30000">
                        <a:srgbClr val="FFFFFF"/>
                      </a:gs>
                    </a:gsLst>
                    <a:lin ang="5400000" scaled="0"/>
                  </a:gradFill>
                </a:rPr>
                <a:t>My Apps</a:t>
              </a:r>
            </a:p>
          </p:txBody>
        </p:sp>
      </p:grpSp>
      <p:sp>
        <p:nvSpPr>
          <p:cNvPr id="574" name="Freeform 39"/>
          <p:cNvSpPr>
            <a:spLocks noChangeAspect="1" noEditPoints="1"/>
          </p:cNvSpPr>
          <p:nvPr/>
        </p:nvSpPr>
        <p:spPr bwMode="auto">
          <a:xfrm>
            <a:off x="671405" y="6034499"/>
            <a:ext cx="1050441" cy="359888"/>
          </a:xfrm>
          <a:custGeom>
            <a:avLst/>
            <a:gdLst>
              <a:gd name="T0" fmla="*/ 96 w 286"/>
              <a:gd name="T1" fmla="*/ 27 h 96"/>
              <a:gd name="T2" fmla="*/ 72 w 286"/>
              <a:gd name="T3" fmla="*/ 57 h 96"/>
              <a:gd name="T4" fmla="*/ 92 w 286"/>
              <a:gd name="T5" fmla="*/ 76 h 96"/>
              <a:gd name="T6" fmla="*/ 35 w 286"/>
              <a:gd name="T7" fmla="*/ 43 h 96"/>
              <a:gd name="T8" fmla="*/ 31 w 286"/>
              <a:gd name="T9" fmla="*/ 37 h 96"/>
              <a:gd name="T10" fmla="*/ 24 w 286"/>
              <a:gd name="T11" fmla="*/ 37 h 96"/>
              <a:gd name="T12" fmla="*/ 20 w 286"/>
              <a:gd name="T13" fmla="*/ 43 h 96"/>
              <a:gd name="T14" fmla="*/ 20 w 286"/>
              <a:gd name="T15" fmla="*/ 53 h 96"/>
              <a:gd name="T16" fmla="*/ 25 w 286"/>
              <a:gd name="T17" fmla="*/ 59 h 96"/>
              <a:gd name="T18" fmla="*/ 31 w 286"/>
              <a:gd name="T19" fmla="*/ 59 h 96"/>
              <a:gd name="T20" fmla="*/ 35 w 286"/>
              <a:gd name="T21" fmla="*/ 53 h 96"/>
              <a:gd name="T22" fmla="*/ 35 w 286"/>
              <a:gd name="T23" fmla="*/ 43 h 96"/>
              <a:gd name="T24" fmla="*/ 0 w 286"/>
              <a:gd name="T25" fmla="*/ 13 h 96"/>
              <a:gd name="T26" fmla="*/ 43 w 286"/>
              <a:gd name="T27" fmla="*/ 39 h 96"/>
              <a:gd name="T28" fmla="*/ 34 w 286"/>
              <a:gd name="T29" fmla="*/ 29 h 96"/>
              <a:gd name="T30" fmla="*/ 21 w 286"/>
              <a:gd name="T31" fmla="*/ 30 h 96"/>
              <a:gd name="T32" fmla="*/ 13 w 286"/>
              <a:gd name="T33" fmla="*/ 41 h 96"/>
              <a:gd name="T34" fmla="*/ 13 w 286"/>
              <a:gd name="T35" fmla="*/ 56 h 96"/>
              <a:gd name="T36" fmla="*/ 21 w 286"/>
              <a:gd name="T37" fmla="*/ 66 h 96"/>
              <a:gd name="T38" fmla="*/ 34 w 286"/>
              <a:gd name="T39" fmla="*/ 67 h 96"/>
              <a:gd name="T40" fmla="*/ 43 w 286"/>
              <a:gd name="T41" fmla="*/ 56 h 96"/>
              <a:gd name="T42" fmla="*/ 155 w 286"/>
              <a:gd name="T43" fmla="*/ 57 h 96"/>
              <a:gd name="T44" fmla="*/ 127 w 286"/>
              <a:gd name="T45" fmla="*/ 57 h 96"/>
              <a:gd name="T46" fmla="*/ 141 w 286"/>
              <a:gd name="T47" fmla="*/ 31 h 96"/>
              <a:gd name="T48" fmla="*/ 153 w 286"/>
              <a:gd name="T49" fmla="*/ 48 h 96"/>
              <a:gd name="T50" fmla="*/ 131 w 286"/>
              <a:gd name="T51" fmla="*/ 41 h 96"/>
              <a:gd name="T52" fmla="*/ 141 w 286"/>
              <a:gd name="T53" fmla="*/ 62 h 96"/>
              <a:gd name="T54" fmla="*/ 177 w 286"/>
              <a:gd name="T55" fmla="*/ 65 h 96"/>
              <a:gd name="T56" fmla="*/ 161 w 286"/>
              <a:gd name="T57" fmla="*/ 55 h 96"/>
              <a:gd name="T58" fmla="*/ 171 w 286"/>
              <a:gd name="T59" fmla="*/ 62 h 96"/>
              <a:gd name="T60" fmla="*/ 181 w 286"/>
              <a:gd name="T61" fmla="*/ 41 h 96"/>
              <a:gd name="T62" fmla="*/ 189 w 286"/>
              <a:gd name="T63" fmla="*/ 58 h 96"/>
              <a:gd name="T64" fmla="*/ 189 w 286"/>
              <a:gd name="T65" fmla="*/ 41 h 96"/>
              <a:gd name="T66" fmla="*/ 199 w 286"/>
              <a:gd name="T67" fmla="*/ 41 h 96"/>
              <a:gd name="T68" fmla="*/ 193 w 286"/>
              <a:gd name="T69" fmla="*/ 61 h 96"/>
              <a:gd name="T70" fmla="*/ 206 w 286"/>
              <a:gd name="T71" fmla="*/ 65 h 96"/>
              <a:gd name="T72" fmla="*/ 206 w 286"/>
              <a:gd name="T73" fmla="*/ 65 h 96"/>
              <a:gd name="T74" fmla="*/ 214 w 286"/>
              <a:gd name="T75" fmla="*/ 62 h 96"/>
              <a:gd name="T76" fmla="*/ 232 w 286"/>
              <a:gd name="T77" fmla="*/ 44 h 96"/>
              <a:gd name="T78" fmla="*/ 223 w 286"/>
              <a:gd name="T79" fmla="*/ 44 h 96"/>
              <a:gd name="T80" fmla="*/ 223 w 286"/>
              <a:gd name="T81" fmla="*/ 62 h 96"/>
              <a:gd name="T82" fmla="*/ 258 w 286"/>
              <a:gd name="T83" fmla="*/ 62 h 96"/>
              <a:gd name="T84" fmla="*/ 241 w 286"/>
              <a:gd name="T85" fmla="*/ 44 h 96"/>
              <a:gd name="T86" fmla="*/ 257 w 286"/>
              <a:gd name="T87" fmla="*/ 53 h 96"/>
              <a:gd name="T88" fmla="*/ 241 w 286"/>
              <a:gd name="T89" fmla="*/ 53 h 96"/>
              <a:gd name="T90" fmla="*/ 257 w 286"/>
              <a:gd name="T91" fmla="*/ 53 h 96"/>
              <a:gd name="T92" fmla="*/ 270 w 286"/>
              <a:gd name="T93" fmla="*/ 53 h 96"/>
              <a:gd name="T94" fmla="*/ 270 w 286"/>
              <a:gd name="T95" fmla="*/ 29 h 96"/>
              <a:gd name="T96" fmla="*/ 285 w 286"/>
              <a:gd name="T97" fmla="*/ 4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6" h="96">
                <a:moveTo>
                  <a:pt x="60" y="40"/>
                </a:moveTo>
                <a:cubicBezTo>
                  <a:pt x="60" y="24"/>
                  <a:pt x="60" y="24"/>
                  <a:pt x="60" y="24"/>
                </a:cubicBezTo>
                <a:cubicBezTo>
                  <a:pt x="92" y="24"/>
                  <a:pt x="92" y="24"/>
                  <a:pt x="92" y="24"/>
                </a:cubicBezTo>
                <a:cubicBezTo>
                  <a:pt x="94" y="24"/>
                  <a:pt x="96" y="26"/>
                  <a:pt x="96" y="27"/>
                </a:cubicBezTo>
                <a:cubicBezTo>
                  <a:pt x="72" y="50"/>
                  <a:pt x="72" y="50"/>
                  <a:pt x="72" y="50"/>
                </a:cubicBezTo>
                <a:lnTo>
                  <a:pt x="60" y="40"/>
                </a:lnTo>
                <a:close/>
                <a:moveTo>
                  <a:pt x="74" y="56"/>
                </a:moveTo>
                <a:cubicBezTo>
                  <a:pt x="74" y="57"/>
                  <a:pt x="73" y="57"/>
                  <a:pt x="72" y="57"/>
                </a:cubicBezTo>
                <a:cubicBezTo>
                  <a:pt x="72" y="57"/>
                  <a:pt x="71" y="57"/>
                  <a:pt x="70" y="56"/>
                </a:cubicBezTo>
                <a:cubicBezTo>
                  <a:pt x="60" y="48"/>
                  <a:pt x="60" y="48"/>
                  <a:pt x="60" y="48"/>
                </a:cubicBezTo>
                <a:cubicBezTo>
                  <a:pt x="60" y="76"/>
                  <a:pt x="60" y="76"/>
                  <a:pt x="60" y="76"/>
                </a:cubicBezTo>
                <a:cubicBezTo>
                  <a:pt x="92" y="76"/>
                  <a:pt x="92" y="76"/>
                  <a:pt x="92" y="76"/>
                </a:cubicBezTo>
                <a:cubicBezTo>
                  <a:pt x="95" y="76"/>
                  <a:pt x="96" y="74"/>
                  <a:pt x="96" y="72"/>
                </a:cubicBezTo>
                <a:cubicBezTo>
                  <a:pt x="96" y="36"/>
                  <a:pt x="96" y="36"/>
                  <a:pt x="96" y="36"/>
                </a:cubicBezTo>
                <a:lnTo>
                  <a:pt x="74" y="56"/>
                </a:lnTo>
                <a:close/>
                <a:moveTo>
                  <a:pt x="35" y="43"/>
                </a:moveTo>
                <a:cubicBezTo>
                  <a:pt x="35" y="42"/>
                  <a:pt x="35" y="41"/>
                  <a:pt x="34" y="41"/>
                </a:cubicBezTo>
                <a:cubicBezTo>
                  <a:pt x="34" y="40"/>
                  <a:pt x="34" y="39"/>
                  <a:pt x="34" y="39"/>
                </a:cubicBezTo>
                <a:cubicBezTo>
                  <a:pt x="33" y="38"/>
                  <a:pt x="33" y="38"/>
                  <a:pt x="32" y="38"/>
                </a:cubicBezTo>
                <a:cubicBezTo>
                  <a:pt x="32" y="37"/>
                  <a:pt x="31" y="37"/>
                  <a:pt x="31" y="37"/>
                </a:cubicBezTo>
                <a:cubicBezTo>
                  <a:pt x="31" y="36"/>
                  <a:pt x="30" y="36"/>
                  <a:pt x="29" y="36"/>
                </a:cubicBezTo>
                <a:cubicBezTo>
                  <a:pt x="29" y="36"/>
                  <a:pt x="28" y="36"/>
                  <a:pt x="28" y="36"/>
                </a:cubicBezTo>
                <a:cubicBezTo>
                  <a:pt x="27" y="36"/>
                  <a:pt x="27" y="36"/>
                  <a:pt x="26" y="36"/>
                </a:cubicBezTo>
                <a:cubicBezTo>
                  <a:pt x="25" y="36"/>
                  <a:pt x="25" y="37"/>
                  <a:pt x="24" y="37"/>
                </a:cubicBezTo>
                <a:cubicBezTo>
                  <a:pt x="24" y="37"/>
                  <a:pt x="23" y="38"/>
                  <a:pt x="23" y="38"/>
                </a:cubicBezTo>
                <a:cubicBezTo>
                  <a:pt x="23" y="38"/>
                  <a:pt x="22" y="39"/>
                  <a:pt x="22" y="40"/>
                </a:cubicBezTo>
                <a:cubicBezTo>
                  <a:pt x="22" y="40"/>
                  <a:pt x="21" y="41"/>
                  <a:pt x="21" y="41"/>
                </a:cubicBezTo>
                <a:cubicBezTo>
                  <a:pt x="21" y="42"/>
                  <a:pt x="21" y="43"/>
                  <a:pt x="20" y="43"/>
                </a:cubicBezTo>
                <a:cubicBezTo>
                  <a:pt x="20" y="44"/>
                  <a:pt x="20" y="45"/>
                  <a:pt x="20" y="46"/>
                </a:cubicBezTo>
                <a:cubicBezTo>
                  <a:pt x="20" y="46"/>
                  <a:pt x="20" y="47"/>
                  <a:pt x="20" y="48"/>
                </a:cubicBezTo>
                <a:cubicBezTo>
                  <a:pt x="20" y="49"/>
                  <a:pt x="20" y="50"/>
                  <a:pt x="20" y="51"/>
                </a:cubicBezTo>
                <a:cubicBezTo>
                  <a:pt x="20" y="51"/>
                  <a:pt x="20" y="52"/>
                  <a:pt x="20" y="53"/>
                </a:cubicBezTo>
                <a:cubicBezTo>
                  <a:pt x="21" y="54"/>
                  <a:pt x="21" y="54"/>
                  <a:pt x="21" y="55"/>
                </a:cubicBezTo>
                <a:cubicBezTo>
                  <a:pt x="21" y="56"/>
                  <a:pt x="22" y="56"/>
                  <a:pt x="22" y="57"/>
                </a:cubicBezTo>
                <a:cubicBezTo>
                  <a:pt x="22" y="57"/>
                  <a:pt x="23" y="58"/>
                  <a:pt x="23" y="58"/>
                </a:cubicBezTo>
                <a:cubicBezTo>
                  <a:pt x="24" y="59"/>
                  <a:pt x="24" y="59"/>
                  <a:pt x="25" y="59"/>
                </a:cubicBezTo>
                <a:cubicBezTo>
                  <a:pt x="25" y="59"/>
                  <a:pt x="25" y="60"/>
                  <a:pt x="26" y="60"/>
                </a:cubicBezTo>
                <a:cubicBezTo>
                  <a:pt x="26" y="60"/>
                  <a:pt x="27" y="60"/>
                  <a:pt x="28" y="60"/>
                </a:cubicBezTo>
                <a:cubicBezTo>
                  <a:pt x="28" y="60"/>
                  <a:pt x="29" y="60"/>
                  <a:pt x="29" y="60"/>
                </a:cubicBezTo>
                <a:cubicBezTo>
                  <a:pt x="30" y="60"/>
                  <a:pt x="30" y="60"/>
                  <a:pt x="31" y="59"/>
                </a:cubicBezTo>
                <a:cubicBezTo>
                  <a:pt x="31" y="59"/>
                  <a:pt x="32" y="59"/>
                  <a:pt x="32" y="58"/>
                </a:cubicBezTo>
                <a:cubicBezTo>
                  <a:pt x="33" y="58"/>
                  <a:pt x="33" y="58"/>
                  <a:pt x="33" y="57"/>
                </a:cubicBezTo>
                <a:cubicBezTo>
                  <a:pt x="34" y="57"/>
                  <a:pt x="34" y="56"/>
                  <a:pt x="34" y="55"/>
                </a:cubicBezTo>
                <a:cubicBezTo>
                  <a:pt x="35" y="55"/>
                  <a:pt x="35" y="54"/>
                  <a:pt x="35" y="53"/>
                </a:cubicBezTo>
                <a:cubicBezTo>
                  <a:pt x="35" y="53"/>
                  <a:pt x="35" y="52"/>
                  <a:pt x="36" y="51"/>
                </a:cubicBezTo>
                <a:cubicBezTo>
                  <a:pt x="36" y="50"/>
                  <a:pt x="36" y="49"/>
                  <a:pt x="36" y="48"/>
                </a:cubicBezTo>
                <a:cubicBezTo>
                  <a:pt x="36" y="47"/>
                  <a:pt x="36" y="46"/>
                  <a:pt x="36" y="45"/>
                </a:cubicBezTo>
                <a:cubicBezTo>
                  <a:pt x="36" y="44"/>
                  <a:pt x="35" y="44"/>
                  <a:pt x="35" y="43"/>
                </a:cubicBezTo>
                <a:close/>
                <a:moveTo>
                  <a:pt x="56" y="0"/>
                </a:moveTo>
                <a:cubicBezTo>
                  <a:pt x="56" y="96"/>
                  <a:pt x="56" y="96"/>
                  <a:pt x="56" y="96"/>
                </a:cubicBezTo>
                <a:cubicBezTo>
                  <a:pt x="0" y="83"/>
                  <a:pt x="0" y="83"/>
                  <a:pt x="0" y="83"/>
                </a:cubicBezTo>
                <a:cubicBezTo>
                  <a:pt x="0" y="13"/>
                  <a:pt x="0" y="13"/>
                  <a:pt x="0" y="13"/>
                </a:cubicBezTo>
                <a:lnTo>
                  <a:pt x="56" y="0"/>
                </a:lnTo>
                <a:close/>
                <a:moveTo>
                  <a:pt x="44" y="48"/>
                </a:moveTo>
                <a:cubicBezTo>
                  <a:pt x="44" y="46"/>
                  <a:pt x="44" y="45"/>
                  <a:pt x="44" y="43"/>
                </a:cubicBezTo>
                <a:cubicBezTo>
                  <a:pt x="44" y="42"/>
                  <a:pt x="44" y="41"/>
                  <a:pt x="43" y="39"/>
                </a:cubicBezTo>
                <a:cubicBezTo>
                  <a:pt x="43" y="38"/>
                  <a:pt x="42" y="37"/>
                  <a:pt x="42" y="36"/>
                </a:cubicBezTo>
                <a:cubicBezTo>
                  <a:pt x="41" y="35"/>
                  <a:pt x="40" y="34"/>
                  <a:pt x="40" y="33"/>
                </a:cubicBezTo>
                <a:cubicBezTo>
                  <a:pt x="39" y="32"/>
                  <a:pt x="38" y="31"/>
                  <a:pt x="37" y="31"/>
                </a:cubicBezTo>
                <a:cubicBezTo>
                  <a:pt x="36" y="30"/>
                  <a:pt x="35" y="29"/>
                  <a:pt x="34" y="29"/>
                </a:cubicBezTo>
                <a:cubicBezTo>
                  <a:pt x="33" y="29"/>
                  <a:pt x="32" y="28"/>
                  <a:pt x="31" y="28"/>
                </a:cubicBezTo>
                <a:cubicBezTo>
                  <a:pt x="30" y="28"/>
                  <a:pt x="29" y="28"/>
                  <a:pt x="28" y="28"/>
                </a:cubicBezTo>
                <a:cubicBezTo>
                  <a:pt x="27" y="28"/>
                  <a:pt x="26" y="28"/>
                  <a:pt x="24" y="29"/>
                </a:cubicBezTo>
                <a:cubicBezTo>
                  <a:pt x="23" y="29"/>
                  <a:pt x="22" y="29"/>
                  <a:pt x="21" y="30"/>
                </a:cubicBezTo>
                <a:cubicBezTo>
                  <a:pt x="20" y="30"/>
                  <a:pt x="20" y="31"/>
                  <a:pt x="19" y="32"/>
                </a:cubicBezTo>
                <a:cubicBezTo>
                  <a:pt x="18" y="32"/>
                  <a:pt x="17" y="33"/>
                  <a:pt x="16" y="34"/>
                </a:cubicBezTo>
                <a:cubicBezTo>
                  <a:pt x="16" y="35"/>
                  <a:pt x="15" y="36"/>
                  <a:pt x="15" y="37"/>
                </a:cubicBezTo>
                <a:cubicBezTo>
                  <a:pt x="14" y="38"/>
                  <a:pt x="14" y="39"/>
                  <a:pt x="13" y="41"/>
                </a:cubicBezTo>
                <a:cubicBezTo>
                  <a:pt x="13" y="42"/>
                  <a:pt x="13" y="43"/>
                  <a:pt x="13" y="44"/>
                </a:cubicBezTo>
                <a:cubicBezTo>
                  <a:pt x="12" y="46"/>
                  <a:pt x="12" y="47"/>
                  <a:pt x="12" y="48"/>
                </a:cubicBezTo>
                <a:cubicBezTo>
                  <a:pt x="12" y="50"/>
                  <a:pt x="12" y="51"/>
                  <a:pt x="13" y="52"/>
                </a:cubicBezTo>
                <a:cubicBezTo>
                  <a:pt x="13" y="54"/>
                  <a:pt x="13" y="55"/>
                  <a:pt x="13" y="56"/>
                </a:cubicBezTo>
                <a:cubicBezTo>
                  <a:pt x="14" y="57"/>
                  <a:pt x="14" y="58"/>
                  <a:pt x="15" y="59"/>
                </a:cubicBezTo>
                <a:cubicBezTo>
                  <a:pt x="15" y="60"/>
                  <a:pt x="16" y="61"/>
                  <a:pt x="17" y="62"/>
                </a:cubicBezTo>
                <a:cubicBezTo>
                  <a:pt x="17" y="63"/>
                  <a:pt x="18" y="64"/>
                  <a:pt x="19" y="64"/>
                </a:cubicBezTo>
                <a:cubicBezTo>
                  <a:pt x="20" y="65"/>
                  <a:pt x="20" y="66"/>
                  <a:pt x="21" y="66"/>
                </a:cubicBezTo>
                <a:cubicBezTo>
                  <a:pt x="22" y="67"/>
                  <a:pt x="23" y="67"/>
                  <a:pt x="24" y="67"/>
                </a:cubicBezTo>
                <a:cubicBezTo>
                  <a:pt x="25" y="68"/>
                  <a:pt x="26" y="68"/>
                  <a:pt x="27" y="68"/>
                </a:cubicBezTo>
                <a:cubicBezTo>
                  <a:pt x="29" y="68"/>
                  <a:pt x="30" y="68"/>
                  <a:pt x="31" y="68"/>
                </a:cubicBezTo>
                <a:cubicBezTo>
                  <a:pt x="32" y="68"/>
                  <a:pt x="33" y="67"/>
                  <a:pt x="34" y="67"/>
                </a:cubicBezTo>
                <a:cubicBezTo>
                  <a:pt x="35" y="66"/>
                  <a:pt x="36" y="66"/>
                  <a:pt x="37" y="65"/>
                </a:cubicBezTo>
                <a:cubicBezTo>
                  <a:pt x="38" y="65"/>
                  <a:pt x="39" y="64"/>
                  <a:pt x="39" y="63"/>
                </a:cubicBezTo>
                <a:cubicBezTo>
                  <a:pt x="40" y="62"/>
                  <a:pt x="41" y="61"/>
                  <a:pt x="42" y="60"/>
                </a:cubicBezTo>
                <a:cubicBezTo>
                  <a:pt x="42" y="59"/>
                  <a:pt x="43" y="58"/>
                  <a:pt x="43" y="56"/>
                </a:cubicBezTo>
                <a:cubicBezTo>
                  <a:pt x="44" y="55"/>
                  <a:pt x="44" y="54"/>
                  <a:pt x="44" y="52"/>
                </a:cubicBezTo>
                <a:cubicBezTo>
                  <a:pt x="44" y="51"/>
                  <a:pt x="44" y="49"/>
                  <a:pt x="44" y="48"/>
                </a:cubicBezTo>
                <a:close/>
                <a:moveTo>
                  <a:pt x="157" y="48"/>
                </a:moveTo>
                <a:cubicBezTo>
                  <a:pt x="157" y="51"/>
                  <a:pt x="156" y="54"/>
                  <a:pt x="155" y="57"/>
                </a:cubicBezTo>
                <a:cubicBezTo>
                  <a:pt x="154" y="60"/>
                  <a:pt x="152" y="62"/>
                  <a:pt x="149" y="63"/>
                </a:cubicBezTo>
                <a:cubicBezTo>
                  <a:pt x="147" y="65"/>
                  <a:pt x="144" y="65"/>
                  <a:pt x="141" y="65"/>
                </a:cubicBezTo>
                <a:cubicBezTo>
                  <a:pt x="138" y="65"/>
                  <a:pt x="135" y="65"/>
                  <a:pt x="133" y="63"/>
                </a:cubicBezTo>
                <a:cubicBezTo>
                  <a:pt x="130" y="62"/>
                  <a:pt x="128" y="60"/>
                  <a:pt x="127" y="57"/>
                </a:cubicBezTo>
                <a:cubicBezTo>
                  <a:pt x="126" y="55"/>
                  <a:pt x="125" y="52"/>
                  <a:pt x="125" y="48"/>
                </a:cubicBezTo>
                <a:cubicBezTo>
                  <a:pt x="125" y="45"/>
                  <a:pt x="126" y="42"/>
                  <a:pt x="127" y="39"/>
                </a:cubicBezTo>
                <a:cubicBezTo>
                  <a:pt x="128" y="36"/>
                  <a:pt x="130" y="34"/>
                  <a:pt x="133" y="33"/>
                </a:cubicBezTo>
                <a:cubicBezTo>
                  <a:pt x="135" y="31"/>
                  <a:pt x="138" y="31"/>
                  <a:pt x="141" y="31"/>
                </a:cubicBezTo>
                <a:cubicBezTo>
                  <a:pt x="144" y="31"/>
                  <a:pt x="147" y="31"/>
                  <a:pt x="149" y="33"/>
                </a:cubicBezTo>
                <a:cubicBezTo>
                  <a:pt x="152" y="34"/>
                  <a:pt x="154" y="36"/>
                  <a:pt x="155" y="39"/>
                </a:cubicBezTo>
                <a:cubicBezTo>
                  <a:pt x="156" y="41"/>
                  <a:pt x="157" y="44"/>
                  <a:pt x="157" y="48"/>
                </a:cubicBezTo>
                <a:close/>
                <a:moveTo>
                  <a:pt x="153" y="48"/>
                </a:moveTo>
                <a:cubicBezTo>
                  <a:pt x="153" y="44"/>
                  <a:pt x="152" y="40"/>
                  <a:pt x="150" y="38"/>
                </a:cubicBezTo>
                <a:cubicBezTo>
                  <a:pt x="148" y="35"/>
                  <a:pt x="145" y="34"/>
                  <a:pt x="141" y="34"/>
                </a:cubicBezTo>
                <a:cubicBezTo>
                  <a:pt x="139" y="34"/>
                  <a:pt x="137" y="35"/>
                  <a:pt x="135" y="36"/>
                </a:cubicBezTo>
                <a:cubicBezTo>
                  <a:pt x="133" y="37"/>
                  <a:pt x="132" y="39"/>
                  <a:pt x="131" y="41"/>
                </a:cubicBezTo>
                <a:cubicBezTo>
                  <a:pt x="130" y="43"/>
                  <a:pt x="129" y="45"/>
                  <a:pt x="129" y="48"/>
                </a:cubicBezTo>
                <a:cubicBezTo>
                  <a:pt x="129" y="51"/>
                  <a:pt x="130" y="53"/>
                  <a:pt x="131" y="55"/>
                </a:cubicBezTo>
                <a:cubicBezTo>
                  <a:pt x="132" y="57"/>
                  <a:pt x="133" y="59"/>
                  <a:pt x="135" y="60"/>
                </a:cubicBezTo>
                <a:cubicBezTo>
                  <a:pt x="137" y="61"/>
                  <a:pt x="139" y="62"/>
                  <a:pt x="141" y="62"/>
                </a:cubicBezTo>
                <a:cubicBezTo>
                  <a:pt x="145" y="62"/>
                  <a:pt x="147" y="61"/>
                  <a:pt x="150" y="58"/>
                </a:cubicBezTo>
                <a:cubicBezTo>
                  <a:pt x="152" y="56"/>
                  <a:pt x="153" y="52"/>
                  <a:pt x="153" y="48"/>
                </a:cubicBezTo>
                <a:close/>
                <a:moveTo>
                  <a:pt x="181" y="65"/>
                </a:moveTo>
                <a:cubicBezTo>
                  <a:pt x="177" y="65"/>
                  <a:pt x="177" y="65"/>
                  <a:pt x="177" y="65"/>
                </a:cubicBezTo>
                <a:cubicBezTo>
                  <a:pt x="177" y="61"/>
                  <a:pt x="177" y="61"/>
                  <a:pt x="177" y="61"/>
                </a:cubicBezTo>
                <a:cubicBezTo>
                  <a:pt x="177" y="61"/>
                  <a:pt x="177" y="61"/>
                  <a:pt x="177" y="61"/>
                </a:cubicBezTo>
                <a:cubicBezTo>
                  <a:pt x="175" y="64"/>
                  <a:pt x="173" y="65"/>
                  <a:pt x="170" y="65"/>
                </a:cubicBezTo>
                <a:cubicBezTo>
                  <a:pt x="164" y="65"/>
                  <a:pt x="161" y="62"/>
                  <a:pt x="161" y="55"/>
                </a:cubicBezTo>
                <a:cubicBezTo>
                  <a:pt x="161" y="41"/>
                  <a:pt x="161" y="41"/>
                  <a:pt x="161" y="41"/>
                </a:cubicBezTo>
                <a:cubicBezTo>
                  <a:pt x="165" y="41"/>
                  <a:pt x="165" y="41"/>
                  <a:pt x="165" y="41"/>
                </a:cubicBezTo>
                <a:cubicBezTo>
                  <a:pt x="165" y="55"/>
                  <a:pt x="165" y="55"/>
                  <a:pt x="165" y="55"/>
                </a:cubicBezTo>
                <a:cubicBezTo>
                  <a:pt x="165" y="60"/>
                  <a:pt x="167" y="62"/>
                  <a:pt x="171" y="62"/>
                </a:cubicBezTo>
                <a:cubicBezTo>
                  <a:pt x="173" y="62"/>
                  <a:pt x="174" y="61"/>
                  <a:pt x="175" y="60"/>
                </a:cubicBezTo>
                <a:cubicBezTo>
                  <a:pt x="177" y="59"/>
                  <a:pt x="177" y="57"/>
                  <a:pt x="177" y="55"/>
                </a:cubicBezTo>
                <a:cubicBezTo>
                  <a:pt x="177" y="41"/>
                  <a:pt x="177" y="41"/>
                  <a:pt x="177" y="41"/>
                </a:cubicBezTo>
                <a:cubicBezTo>
                  <a:pt x="181" y="41"/>
                  <a:pt x="181" y="41"/>
                  <a:pt x="181" y="41"/>
                </a:cubicBezTo>
                <a:lnTo>
                  <a:pt x="181" y="65"/>
                </a:lnTo>
                <a:close/>
                <a:moveTo>
                  <a:pt x="199" y="65"/>
                </a:moveTo>
                <a:cubicBezTo>
                  <a:pt x="198" y="65"/>
                  <a:pt x="196" y="65"/>
                  <a:pt x="195" y="65"/>
                </a:cubicBezTo>
                <a:cubicBezTo>
                  <a:pt x="191" y="65"/>
                  <a:pt x="189" y="63"/>
                  <a:pt x="189" y="58"/>
                </a:cubicBezTo>
                <a:cubicBezTo>
                  <a:pt x="189" y="44"/>
                  <a:pt x="189" y="44"/>
                  <a:pt x="189" y="44"/>
                </a:cubicBezTo>
                <a:cubicBezTo>
                  <a:pt x="185" y="44"/>
                  <a:pt x="185" y="44"/>
                  <a:pt x="185" y="44"/>
                </a:cubicBezTo>
                <a:cubicBezTo>
                  <a:pt x="185" y="41"/>
                  <a:pt x="185" y="41"/>
                  <a:pt x="185" y="41"/>
                </a:cubicBezTo>
                <a:cubicBezTo>
                  <a:pt x="189" y="41"/>
                  <a:pt x="189" y="41"/>
                  <a:pt x="189" y="41"/>
                </a:cubicBezTo>
                <a:cubicBezTo>
                  <a:pt x="189" y="35"/>
                  <a:pt x="189" y="35"/>
                  <a:pt x="189" y="35"/>
                </a:cubicBezTo>
                <a:cubicBezTo>
                  <a:pt x="193" y="34"/>
                  <a:pt x="193" y="34"/>
                  <a:pt x="193" y="34"/>
                </a:cubicBezTo>
                <a:cubicBezTo>
                  <a:pt x="193" y="41"/>
                  <a:pt x="193" y="41"/>
                  <a:pt x="193" y="41"/>
                </a:cubicBezTo>
                <a:cubicBezTo>
                  <a:pt x="199" y="41"/>
                  <a:pt x="199" y="41"/>
                  <a:pt x="199" y="41"/>
                </a:cubicBezTo>
                <a:cubicBezTo>
                  <a:pt x="199" y="44"/>
                  <a:pt x="199" y="44"/>
                  <a:pt x="199" y="44"/>
                </a:cubicBezTo>
                <a:cubicBezTo>
                  <a:pt x="193" y="44"/>
                  <a:pt x="193" y="44"/>
                  <a:pt x="193" y="44"/>
                </a:cubicBezTo>
                <a:cubicBezTo>
                  <a:pt x="193" y="58"/>
                  <a:pt x="193" y="58"/>
                  <a:pt x="193" y="58"/>
                </a:cubicBezTo>
                <a:cubicBezTo>
                  <a:pt x="193" y="59"/>
                  <a:pt x="193" y="60"/>
                  <a:pt x="193" y="61"/>
                </a:cubicBezTo>
                <a:cubicBezTo>
                  <a:pt x="194" y="62"/>
                  <a:pt x="195" y="62"/>
                  <a:pt x="196" y="62"/>
                </a:cubicBezTo>
                <a:cubicBezTo>
                  <a:pt x="197" y="62"/>
                  <a:pt x="198" y="62"/>
                  <a:pt x="199" y="61"/>
                </a:cubicBezTo>
                <a:lnTo>
                  <a:pt x="199" y="65"/>
                </a:lnTo>
                <a:close/>
                <a:moveTo>
                  <a:pt x="206" y="65"/>
                </a:moveTo>
                <a:cubicBezTo>
                  <a:pt x="202" y="65"/>
                  <a:pt x="202" y="65"/>
                  <a:pt x="202" y="65"/>
                </a:cubicBezTo>
                <a:cubicBezTo>
                  <a:pt x="202" y="29"/>
                  <a:pt x="202" y="29"/>
                  <a:pt x="202" y="29"/>
                </a:cubicBezTo>
                <a:cubicBezTo>
                  <a:pt x="206" y="29"/>
                  <a:pt x="206" y="29"/>
                  <a:pt x="206" y="29"/>
                </a:cubicBezTo>
                <a:lnTo>
                  <a:pt x="206" y="65"/>
                </a:lnTo>
                <a:close/>
                <a:moveTo>
                  <a:pt x="235" y="53"/>
                </a:moveTo>
                <a:cubicBezTo>
                  <a:pt x="235" y="57"/>
                  <a:pt x="234" y="60"/>
                  <a:pt x="231" y="62"/>
                </a:cubicBezTo>
                <a:cubicBezTo>
                  <a:pt x="229" y="64"/>
                  <a:pt x="226" y="65"/>
                  <a:pt x="223" y="65"/>
                </a:cubicBezTo>
                <a:cubicBezTo>
                  <a:pt x="219" y="65"/>
                  <a:pt x="216" y="64"/>
                  <a:pt x="214" y="62"/>
                </a:cubicBezTo>
                <a:cubicBezTo>
                  <a:pt x="212" y="60"/>
                  <a:pt x="211" y="57"/>
                  <a:pt x="211" y="53"/>
                </a:cubicBezTo>
                <a:cubicBezTo>
                  <a:pt x="211" y="49"/>
                  <a:pt x="212" y="46"/>
                  <a:pt x="214" y="44"/>
                </a:cubicBezTo>
                <a:cubicBezTo>
                  <a:pt x="216" y="41"/>
                  <a:pt x="219" y="40"/>
                  <a:pt x="223" y="40"/>
                </a:cubicBezTo>
                <a:cubicBezTo>
                  <a:pt x="227" y="40"/>
                  <a:pt x="230" y="41"/>
                  <a:pt x="232" y="44"/>
                </a:cubicBezTo>
                <a:cubicBezTo>
                  <a:pt x="234" y="46"/>
                  <a:pt x="235" y="49"/>
                  <a:pt x="235" y="53"/>
                </a:cubicBezTo>
                <a:close/>
                <a:moveTo>
                  <a:pt x="231" y="53"/>
                </a:moveTo>
                <a:cubicBezTo>
                  <a:pt x="231" y="50"/>
                  <a:pt x="230" y="48"/>
                  <a:pt x="229" y="46"/>
                </a:cubicBezTo>
                <a:cubicBezTo>
                  <a:pt x="227" y="44"/>
                  <a:pt x="225" y="44"/>
                  <a:pt x="223" y="44"/>
                </a:cubicBezTo>
                <a:cubicBezTo>
                  <a:pt x="220" y="44"/>
                  <a:pt x="218" y="44"/>
                  <a:pt x="217" y="46"/>
                </a:cubicBezTo>
                <a:cubicBezTo>
                  <a:pt x="216" y="48"/>
                  <a:pt x="215" y="50"/>
                  <a:pt x="215" y="53"/>
                </a:cubicBezTo>
                <a:cubicBezTo>
                  <a:pt x="215" y="56"/>
                  <a:pt x="216" y="58"/>
                  <a:pt x="217" y="60"/>
                </a:cubicBezTo>
                <a:cubicBezTo>
                  <a:pt x="219" y="61"/>
                  <a:pt x="220" y="62"/>
                  <a:pt x="223" y="62"/>
                </a:cubicBezTo>
                <a:cubicBezTo>
                  <a:pt x="225" y="62"/>
                  <a:pt x="227" y="61"/>
                  <a:pt x="229" y="60"/>
                </a:cubicBezTo>
                <a:cubicBezTo>
                  <a:pt x="230" y="58"/>
                  <a:pt x="231" y="56"/>
                  <a:pt x="231" y="53"/>
                </a:cubicBezTo>
                <a:close/>
                <a:moveTo>
                  <a:pt x="261" y="53"/>
                </a:moveTo>
                <a:cubicBezTo>
                  <a:pt x="261" y="57"/>
                  <a:pt x="260" y="60"/>
                  <a:pt x="258" y="62"/>
                </a:cubicBezTo>
                <a:cubicBezTo>
                  <a:pt x="256" y="64"/>
                  <a:pt x="253" y="65"/>
                  <a:pt x="249" y="65"/>
                </a:cubicBezTo>
                <a:cubicBezTo>
                  <a:pt x="246" y="65"/>
                  <a:pt x="243" y="64"/>
                  <a:pt x="241" y="62"/>
                </a:cubicBezTo>
                <a:cubicBezTo>
                  <a:pt x="238" y="60"/>
                  <a:pt x="237" y="57"/>
                  <a:pt x="237" y="53"/>
                </a:cubicBezTo>
                <a:cubicBezTo>
                  <a:pt x="237" y="49"/>
                  <a:pt x="238" y="46"/>
                  <a:pt x="241" y="44"/>
                </a:cubicBezTo>
                <a:cubicBezTo>
                  <a:pt x="243" y="41"/>
                  <a:pt x="246" y="40"/>
                  <a:pt x="250" y="40"/>
                </a:cubicBezTo>
                <a:cubicBezTo>
                  <a:pt x="253" y="40"/>
                  <a:pt x="256" y="41"/>
                  <a:pt x="258" y="44"/>
                </a:cubicBezTo>
                <a:cubicBezTo>
                  <a:pt x="260" y="46"/>
                  <a:pt x="261" y="49"/>
                  <a:pt x="261" y="53"/>
                </a:cubicBezTo>
                <a:close/>
                <a:moveTo>
                  <a:pt x="257" y="53"/>
                </a:moveTo>
                <a:cubicBezTo>
                  <a:pt x="257" y="50"/>
                  <a:pt x="256" y="48"/>
                  <a:pt x="255" y="46"/>
                </a:cubicBezTo>
                <a:cubicBezTo>
                  <a:pt x="254" y="44"/>
                  <a:pt x="252" y="44"/>
                  <a:pt x="249" y="44"/>
                </a:cubicBezTo>
                <a:cubicBezTo>
                  <a:pt x="247" y="44"/>
                  <a:pt x="245" y="44"/>
                  <a:pt x="244" y="46"/>
                </a:cubicBezTo>
                <a:cubicBezTo>
                  <a:pt x="242" y="48"/>
                  <a:pt x="241" y="50"/>
                  <a:pt x="241" y="53"/>
                </a:cubicBezTo>
                <a:cubicBezTo>
                  <a:pt x="241" y="56"/>
                  <a:pt x="242" y="58"/>
                  <a:pt x="244" y="60"/>
                </a:cubicBezTo>
                <a:cubicBezTo>
                  <a:pt x="245" y="61"/>
                  <a:pt x="247" y="62"/>
                  <a:pt x="249" y="62"/>
                </a:cubicBezTo>
                <a:cubicBezTo>
                  <a:pt x="252" y="62"/>
                  <a:pt x="254" y="61"/>
                  <a:pt x="255" y="60"/>
                </a:cubicBezTo>
                <a:cubicBezTo>
                  <a:pt x="256" y="58"/>
                  <a:pt x="257" y="56"/>
                  <a:pt x="257" y="53"/>
                </a:cubicBezTo>
                <a:close/>
                <a:moveTo>
                  <a:pt x="286" y="65"/>
                </a:moveTo>
                <a:cubicBezTo>
                  <a:pt x="280" y="65"/>
                  <a:pt x="280" y="65"/>
                  <a:pt x="280" y="65"/>
                </a:cubicBezTo>
                <a:cubicBezTo>
                  <a:pt x="270" y="53"/>
                  <a:pt x="270" y="53"/>
                  <a:pt x="270" y="53"/>
                </a:cubicBezTo>
                <a:cubicBezTo>
                  <a:pt x="270" y="53"/>
                  <a:pt x="270" y="53"/>
                  <a:pt x="270" y="53"/>
                </a:cubicBezTo>
                <a:cubicBezTo>
                  <a:pt x="270" y="65"/>
                  <a:pt x="270" y="65"/>
                  <a:pt x="270" y="65"/>
                </a:cubicBezTo>
                <a:cubicBezTo>
                  <a:pt x="266" y="65"/>
                  <a:pt x="266" y="65"/>
                  <a:pt x="266" y="65"/>
                </a:cubicBezTo>
                <a:cubicBezTo>
                  <a:pt x="266" y="29"/>
                  <a:pt x="266" y="29"/>
                  <a:pt x="266" y="29"/>
                </a:cubicBezTo>
                <a:cubicBezTo>
                  <a:pt x="270" y="29"/>
                  <a:pt x="270" y="29"/>
                  <a:pt x="270" y="29"/>
                </a:cubicBezTo>
                <a:cubicBezTo>
                  <a:pt x="270" y="52"/>
                  <a:pt x="270" y="52"/>
                  <a:pt x="270" y="52"/>
                </a:cubicBezTo>
                <a:cubicBezTo>
                  <a:pt x="270" y="52"/>
                  <a:pt x="270" y="52"/>
                  <a:pt x="270" y="52"/>
                </a:cubicBezTo>
                <a:cubicBezTo>
                  <a:pt x="280" y="41"/>
                  <a:pt x="280" y="41"/>
                  <a:pt x="280" y="41"/>
                </a:cubicBezTo>
                <a:cubicBezTo>
                  <a:pt x="285" y="41"/>
                  <a:pt x="285" y="41"/>
                  <a:pt x="285" y="41"/>
                </a:cubicBezTo>
                <a:cubicBezTo>
                  <a:pt x="274" y="52"/>
                  <a:pt x="274" y="52"/>
                  <a:pt x="274" y="52"/>
                </a:cubicBezTo>
                <a:lnTo>
                  <a:pt x="286" y="6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75" name="Freeform 35"/>
          <p:cNvSpPr>
            <a:spLocks noChangeAspect="1" noEditPoints="1"/>
          </p:cNvSpPr>
          <p:nvPr/>
        </p:nvSpPr>
        <p:spPr bwMode="auto">
          <a:xfrm>
            <a:off x="2297807" y="3991143"/>
            <a:ext cx="1295272" cy="362358"/>
          </a:xfrm>
          <a:custGeom>
            <a:avLst/>
            <a:gdLst>
              <a:gd name="T0" fmla="*/ 128 w 344"/>
              <a:gd name="T1" fmla="*/ 52 h 96"/>
              <a:gd name="T2" fmla="*/ 133 w 344"/>
              <a:gd name="T3" fmla="*/ 31 h 96"/>
              <a:gd name="T4" fmla="*/ 133 w 344"/>
              <a:gd name="T5" fmla="*/ 34 h 96"/>
              <a:gd name="T6" fmla="*/ 139 w 344"/>
              <a:gd name="T7" fmla="*/ 46 h 96"/>
              <a:gd name="T8" fmla="*/ 157 w 344"/>
              <a:gd name="T9" fmla="*/ 65 h 96"/>
              <a:gd name="T10" fmla="*/ 158 w 344"/>
              <a:gd name="T11" fmla="*/ 40 h 96"/>
              <a:gd name="T12" fmla="*/ 163 w 344"/>
              <a:gd name="T13" fmla="*/ 45 h 96"/>
              <a:gd name="T14" fmla="*/ 152 w 344"/>
              <a:gd name="T15" fmla="*/ 59 h 96"/>
              <a:gd name="T16" fmla="*/ 204 w 344"/>
              <a:gd name="T17" fmla="*/ 40 h 96"/>
              <a:gd name="T18" fmla="*/ 188 w 344"/>
              <a:gd name="T19" fmla="*/ 45 h 96"/>
              <a:gd name="T20" fmla="*/ 178 w 344"/>
              <a:gd name="T21" fmla="*/ 64 h 96"/>
              <a:gd name="T22" fmla="*/ 180 w 344"/>
              <a:gd name="T23" fmla="*/ 61 h 96"/>
              <a:gd name="T24" fmla="*/ 190 w 344"/>
              <a:gd name="T25" fmla="*/ 40 h 96"/>
              <a:gd name="T26" fmla="*/ 196 w 344"/>
              <a:gd name="T27" fmla="*/ 58 h 96"/>
              <a:gd name="T28" fmla="*/ 210 w 344"/>
              <a:gd name="T29" fmla="*/ 53 h 96"/>
              <a:gd name="T30" fmla="*/ 225 w 344"/>
              <a:gd name="T31" fmla="*/ 63 h 96"/>
              <a:gd name="T32" fmla="*/ 207 w 344"/>
              <a:gd name="T33" fmla="*/ 46 h 96"/>
              <a:gd name="T34" fmla="*/ 227 w 344"/>
              <a:gd name="T35" fmla="*/ 51 h 96"/>
              <a:gd name="T36" fmla="*/ 217 w 344"/>
              <a:gd name="T37" fmla="*/ 43 h 96"/>
              <a:gd name="T38" fmla="*/ 243 w 344"/>
              <a:gd name="T39" fmla="*/ 44 h 96"/>
              <a:gd name="T40" fmla="*/ 235 w 344"/>
              <a:gd name="T41" fmla="*/ 64 h 96"/>
              <a:gd name="T42" fmla="*/ 235 w 344"/>
              <a:gd name="T43" fmla="*/ 45 h 96"/>
              <a:gd name="T44" fmla="*/ 243 w 344"/>
              <a:gd name="T45" fmla="*/ 40 h 96"/>
              <a:gd name="T46" fmla="*/ 255 w 344"/>
              <a:gd name="T47" fmla="*/ 52 h 96"/>
              <a:gd name="T48" fmla="*/ 247 w 344"/>
              <a:gd name="T49" fmla="*/ 31 h 96"/>
              <a:gd name="T50" fmla="*/ 263 w 344"/>
              <a:gd name="T51" fmla="*/ 41 h 96"/>
              <a:gd name="T52" fmla="*/ 255 w 344"/>
              <a:gd name="T53" fmla="*/ 48 h 96"/>
              <a:gd name="T54" fmla="*/ 289 w 344"/>
              <a:gd name="T55" fmla="*/ 61 h 96"/>
              <a:gd name="T56" fmla="*/ 271 w 344"/>
              <a:gd name="T57" fmla="*/ 43 h 96"/>
              <a:gd name="T58" fmla="*/ 288 w 344"/>
              <a:gd name="T59" fmla="*/ 52 h 96"/>
              <a:gd name="T60" fmla="*/ 272 w 344"/>
              <a:gd name="T61" fmla="*/ 53 h 96"/>
              <a:gd name="T62" fmla="*/ 288 w 344"/>
              <a:gd name="T63" fmla="*/ 52 h 96"/>
              <a:gd name="T64" fmla="*/ 297 w 344"/>
              <a:gd name="T65" fmla="*/ 34 h 96"/>
              <a:gd name="T66" fmla="*/ 300 w 344"/>
              <a:gd name="T67" fmla="*/ 30 h 96"/>
              <a:gd name="T68" fmla="*/ 297 w 344"/>
              <a:gd name="T69" fmla="*/ 40 h 96"/>
              <a:gd name="T70" fmla="*/ 323 w 344"/>
              <a:gd name="T71" fmla="*/ 64 h 96"/>
              <a:gd name="T72" fmla="*/ 311 w 344"/>
              <a:gd name="T73" fmla="*/ 51 h 96"/>
              <a:gd name="T74" fmla="*/ 311 w 344"/>
              <a:gd name="T75" fmla="*/ 40 h 96"/>
              <a:gd name="T76" fmla="*/ 325 w 344"/>
              <a:gd name="T77" fmla="*/ 42 h 96"/>
              <a:gd name="T78" fmla="*/ 340 w 344"/>
              <a:gd name="T79" fmla="*/ 65 h 96"/>
              <a:gd name="T80" fmla="*/ 330 w 344"/>
              <a:gd name="T81" fmla="*/ 40 h 96"/>
              <a:gd name="T82" fmla="*/ 338 w 344"/>
              <a:gd name="T83" fmla="*/ 40 h 96"/>
              <a:gd name="T84" fmla="*/ 338 w 344"/>
              <a:gd name="T85" fmla="*/ 57 h 96"/>
              <a:gd name="T86" fmla="*/ 344 w 344"/>
              <a:gd name="T87" fmla="*/ 64 h 96"/>
              <a:gd name="T88" fmla="*/ 31 w 344"/>
              <a:gd name="T89" fmla="*/ 45 h 96"/>
              <a:gd name="T90" fmla="*/ 23 w 344"/>
              <a:gd name="T91" fmla="*/ 47 h 96"/>
              <a:gd name="T92" fmla="*/ 31 w 344"/>
              <a:gd name="T93" fmla="*/ 36 h 96"/>
              <a:gd name="T94" fmla="*/ 0 w 344"/>
              <a:gd name="T95" fmla="*/ 83 h 96"/>
              <a:gd name="T96" fmla="*/ 40 w 344"/>
              <a:gd name="T97" fmla="*/ 34 h 96"/>
              <a:gd name="T98" fmla="*/ 16 w 344"/>
              <a:gd name="T99" fmla="*/ 28 h 96"/>
              <a:gd name="T100" fmla="*/ 27 w 344"/>
              <a:gd name="T101" fmla="*/ 54 h 96"/>
              <a:gd name="T102" fmla="*/ 37 w 344"/>
              <a:gd name="T103" fmla="*/ 50 h 96"/>
              <a:gd name="T104" fmla="*/ 41 w 344"/>
              <a:gd name="T105" fmla="*/ 40 h 96"/>
              <a:gd name="T106" fmla="*/ 60 w 344"/>
              <a:gd name="T107" fmla="*/ 84 h 96"/>
              <a:gd name="T108" fmla="*/ 60 w 344"/>
              <a:gd name="T109" fmla="*/ 72 h 96"/>
              <a:gd name="T110" fmla="*/ 60 w 344"/>
              <a:gd name="T111" fmla="*/ 60 h 96"/>
              <a:gd name="T112" fmla="*/ 79 w 344"/>
              <a:gd name="T113" fmla="*/ 40 h 96"/>
              <a:gd name="T114" fmla="*/ 60 w 344"/>
              <a:gd name="T115" fmla="*/ 50 h 96"/>
              <a:gd name="T116" fmla="*/ 72 w 344"/>
              <a:gd name="T117" fmla="*/ 2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 h="96">
                <a:moveTo>
                  <a:pt x="145" y="41"/>
                </a:moveTo>
                <a:cubicBezTo>
                  <a:pt x="145" y="44"/>
                  <a:pt x="144" y="47"/>
                  <a:pt x="141" y="49"/>
                </a:cubicBezTo>
                <a:cubicBezTo>
                  <a:pt x="139" y="51"/>
                  <a:pt x="136" y="52"/>
                  <a:pt x="133" y="52"/>
                </a:cubicBezTo>
                <a:cubicBezTo>
                  <a:pt x="128" y="52"/>
                  <a:pt x="128" y="52"/>
                  <a:pt x="128" y="52"/>
                </a:cubicBezTo>
                <a:cubicBezTo>
                  <a:pt x="128" y="64"/>
                  <a:pt x="128" y="64"/>
                  <a:pt x="128" y="64"/>
                </a:cubicBezTo>
                <a:cubicBezTo>
                  <a:pt x="124" y="64"/>
                  <a:pt x="124" y="64"/>
                  <a:pt x="124" y="64"/>
                </a:cubicBezTo>
                <a:cubicBezTo>
                  <a:pt x="124" y="31"/>
                  <a:pt x="124" y="31"/>
                  <a:pt x="124" y="31"/>
                </a:cubicBezTo>
                <a:cubicBezTo>
                  <a:pt x="133" y="31"/>
                  <a:pt x="133" y="31"/>
                  <a:pt x="133" y="31"/>
                </a:cubicBezTo>
                <a:cubicBezTo>
                  <a:pt x="137" y="31"/>
                  <a:pt x="140" y="32"/>
                  <a:pt x="142" y="33"/>
                </a:cubicBezTo>
                <a:cubicBezTo>
                  <a:pt x="144" y="35"/>
                  <a:pt x="145" y="38"/>
                  <a:pt x="145" y="41"/>
                </a:cubicBezTo>
                <a:close/>
                <a:moveTo>
                  <a:pt x="141" y="41"/>
                </a:moveTo>
                <a:cubicBezTo>
                  <a:pt x="141" y="37"/>
                  <a:pt x="138" y="34"/>
                  <a:pt x="133" y="34"/>
                </a:cubicBezTo>
                <a:cubicBezTo>
                  <a:pt x="128" y="34"/>
                  <a:pt x="128" y="34"/>
                  <a:pt x="128" y="34"/>
                </a:cubicBezTo>
                <a:cubicBezTo>
                  <a:pt x="128" y="48"/>
                  <a:pt x="128" y="48"/>
                  <a:pt x="128" y="48"/>
                </a:cubicBezTo>
                <a:cubicBezTo>
                  <a:pt x="132" y="48"/>
                  <a:pt x="132" y="48"/>
                  <a:pt x="132" y="48"/>
                </a:cubicBezTo>
                <a:cubicBezTo>
                  <a:pt x="135" y="48"/>
                  <a:pt x="137" y="48"/>
                  <a:pt x="139" y="46"/>
                </a:cubicBezTo>
                <a:cubicBezTo>
                  <a:pt x="140" y="45"/>
                  <a:pt x="141" y="43"/>
                  <a:pt x="141" y="41"/>
                </a:cubicBezTo>
                <a:close/>
                <a:moveTo>
                  <a:pt x="169" y="52"/>
                </a:moveTo>
                <a:cubicBezTo>
                  <a:pt x="169" y="56"/>
                  <a:pt x="168" y="59"/>
                  <a:pt x="166" y="61"/>
                </a:cubicBezTo>
                <a:cubicBezTo>
                  <a:pt x="164" y="64"/>
                  <a:pt x="161" y="65"/>
                  <a:pt x="157" y="65"/>
                </a:cubicBezTo>
                <a:cubicBezTo>
                  <a:pt x="154" y="65"/>
                  <a:pt x="151" y="64"/>
                  <a:pt x="149" y="62"/>
                </a:cubicBezTo>
                <a:cubicBezTo>
                  <a:pt x="147" y="59"/>
                  <a:pt x="146" y="56"/>
                  <a:pt x="146" y="53"/>
                </a:cubicBezTo>
                <a:cubicBezTo>
                  <a:pt x="146" y="49"/>
                  <a:pt x="147" y="46"/>
                  <a:pt x="149" y="43"/>
                </a:cubicBezTo>
                <a:cubicBezTo>
                  <a:pt x="151" y="41"/>
                  <a:pt x="154" y="40"/>
                  <a:pt x="158" y="40"/>
                </a:cubicBezTo>
                <a:cubicBezTo>
                  <a:pt x="162" y="40"/>
                  <a:pt x="164" y="41"/>
                  <a:pt x="166" y="43"/>
                </a:cubicBezTo>
                <a:cubicBezTo>
                  <a:pt x="168" y="45"/>
                  <a:pt x="169" y="48"/>
                  <a:pt x="169" y="52"/>
                </a:cubicBezTo>
                <a:close/>
                <a:moveTo>
                  <a:pt x="165" y="52"/>
                </a:moveTo>
                <a:cubicBezTo>
                  <a:pt x="165" y="49"/>
                  <a:pt x="165" y="47"/>
                  <a:pt x="163" y="45"/>
                </a:cubicBezTo>
                <a:cubicBezTo>
                  <a:pt x="162" y="44"/>
                  <a:pt x="160" y="43"/>
                  <a:pt x="158" y="43"/>
                </a:cubicBezTo>
                <a:cubicBezTo>
                  <a:pt x="155" y="43"/>
                  <a:pt x="153" y="44"/>
                  <a:pt x="152" y="46"/>
                </a:cubicBezTo>
                <a:cubicBezTo>
                  <a:pt x="150" y="47"/>
                  <a:pt x="150" y="50"/>
                  <a:pt x="150" y="53"/>
                </a:cubicBezTo>
                <a:cubicBezTo>
                  <a:pt x="150" y="55"/>
                  <a:pt x="150" y="58"/>
                  <a:pt x="152" y="59"/>
                </a:cubicBezTo>
                <a:cubicBezTo>
                  <a:pt x="153" y="61"/>
                  <a:pt x="155" y="62"/>
                  <a:pt x="158" y="62"/>
                </a:cubicBezTo>
                <a:cubicBezTo>
                  <a:pt x="160" y="62"/>
                  <a:pt x="162" y="61"/>
                  <a:pt x="163" y="59"/>
                </a:cubicBezTo>
                <a:cubicBezTo>
                  <a:pt x="165" y="58"/>
                  <a:pt x="165" y="55"/>
                  <a:pt x="165" y="52"/>
                </a:cubicBezTo>
                <a:close/>
                <a:moveTo>
                  <a:pt x="204" y="40"/>
                </a:moveTo>
                <a:cubicBezTo>
                  <a:pt x="197" y="64"/>
                  <a:pt x="197" y="64"/>
                  <a:pt x="197" y="64"/>
                </a:cubicBezTo>
                <a:cubicBezTo>
                  <a:pt x="193" y="64"/>
                  <a:pt x="193" y="64"/>
                  <a:pt x="193" y="64"/>
                </a:cubicBezTo>
                <a:cubicBezTo>
                  <a:pt x="188" y="47"/>
                  <a:pt x="188" y="47"/>
                  <a:pt x="188" y="47"/>
                </a:cubicBezTo>
                <a:cubicBezTo>
                  <a:pt x="188" y="47"/>
                  <a:pt x="188" y="46"/>
                  <a:pt x="188" y="45"/>
                </a:cubicBezTo>
                <a:cubicBezTo>
                  <a:pt x="188" y="45"/>
                  <a:pt x="188" y="45"/>
                  <a:pt x="188" y="45"/>
                </a:cubicBezTo>
                <a:cubicBezTo>
                  <a:pt x="188" y="46"/>
                  <a:pt x="187" y="46"/>
                  <a:pt x="187" y="47"/>
                </a:cubicBezTo>
                <a:cubicBezTo>
                  <a:pt x="182" y="64"/>
                  <a:pt x="182" y="64"/>
                  <a:pt x="182" y="64"/>
                </a:cubicBezTo>
                <a:cubicBezTo>
                  <a:pt x="178" y="64"/>
                  <a:pt x="178" y="64"/>
                  <a:pt x="178" y="64"/>
                </a:cubicBezTo>
                <a:cubicBezTo>
                  <a:pt x="171" y="40"/>
                  <a:pt x="171" y="40"/>
                  <a:pt x="171" y="40"/>
                </a:cubicBezTo>
                <a:cubicBezTo>
                  <a:pt x="175" y="40"/>
                  <a:pt x="175" y="40"/>
                  <a:pt x="175" y="40"/>
                </a:cubicBezTo>
                <a:cubicBezTo>
                  <a:pt x="180" y="58"/>
                  <a:pt x="180" y="58"/>
                  <a:pt x="180" y="58"/>
                </a:cubicBezTo>
                <a:cubicBezTo>
                  <a:pt x="180" y="59"/>
                  <a:pt x="180" y="60"/>
                  <a:pt x="180" y="61"/>
                </a:cubicBezTo>
                <a:cubicBezTo>
                  <a:pt x="180" y="61"/>
                  <a:pt x="180" y="61"/>
                  <a:pt x="180" y="61"/>
                </a:cubicBezTo>
                <a:cubicBezTo>
                  <a:pt x="180" y="60"/>
                  <a:pt x="180" y="59"/>
                  <a:pt x="181" y="58"/>
                </a:cubicBezTo>
                <a:cubicBezTo>
                  <a:pt x="186" y="40"/>
                  <a:pt x="186" y="40"/>
                  <a:pt x="186" y="40"/>
                </a:cubicBezTo>
                <a:cubicBezTo>
                  <a:pt x="190" y="40"/>
                  <a:pt x="190" y="40"/>
                  <a:pt x="190" y="40"/>
                </a:cubicBezTo>
                <a:cubicBezTo>
                  <a:pt x="195" y="58"/>
                  <a:pt x="195" y="58"/>
                  <a:pt x="195" y="58"/>
                </a:cubicBezTo>
                <a:cubicBezTo>
                  <a:pt x="195" y="59"/>
                  <a:pt x="195" y="60"/>
                  <a:pt x="195" y="61"/>
                </a:cubicBezTo>
                <a:cubicBezTo>
                  <a:pt x="195" y="61"/>
                  <a:pt x="195" y="61"/>
                  <a:pt x="195" y="61"/>
                </a:cubicBezTo>
                <a:cubicBezTo>
                  <a:pt x="195" y="60"/>
                  <a:pt x="195" y="59"/>
                  <a:pt x="196" y="58"/>
                </a:cubicBezTo>
                <a:cubicBezTo>
                  <a:pt x="200" y="40"/>
                  <a:pt x="200" y="40"/>
                  <a:pt x="200" y="40"/>
                </a:cubicBezTo>
                <a:lnTo>
                  <a:pt x="204" y="40"/>
                </a:lnTo>
                <a:close/>
                <a:moveTo>
                  <a:pt x="227" y="53"/>
                </a:moveTo>
                <a:cubicBezTo>
                  <a:pt x="210" y="53"/>
                  <a:pt x="210" y="53"/>
                  <a:pt x="210" y="53"/>
                </a:cubicBezTo>
                <a:cubicBezTo>
                  <a:pt x="210" y="56"/>
                  <a:pt x="210" y="58"/>
                  <a:pt x="212" y="60"/>
                </a:cubicBezTo>
                <a:cubicBezTo>
                  <a:pt x="213" y="61"/>
                  <a:pt x="215" y="62"/>
                  <a:pt x="217" y="62"/>
                </a:cubicBezTo>
                <a:cubicBezTo>
                  <a:pt x="220" y="62"/>
                  <a:pt x="223" y="61"/>
                  <a:pt x="225" y="59"/>
                </a:cubicBezTo>
                <a:cubicBezTo>
                  <a:pt x="225" y="63"/>
                  <a:pt x="225" y="63"/>
                  <a:pt x="225" y="63"/>
                </a:cubicBezTo>
                <a:cubicBezTo>
                  <a:pt x="223" y="64"/>
                  <a:pt x="220" y="65"/>
                  <a:pt x="216" y="65"/>
                </a:cubicBezTo>
                <a:cubicBezTo>
                  <a:pt x="213" y="65"/>
                  <a:pt x="210" y="64"/>
                  <a:pt x="208" y="62"/>
                </a:cubicBezTo>
                <a:cubicBezTo>
                  <a:pt x="207" y="59"/>
                  <a:pt x="206" y="56"/>
                  <a:pt x="206" y="52"/>
                </a:cubicBezTo>
                <a:cubicBezTo>
                  <a:pt x="206" y="50"/>
                  <a:pt x="206" y="48"/>
                  <a:pt x="207" y="46"/>
                </a:cubicBezTo>
                <a:cubicBezTo>
                  <a:pt x="208" y="44"/>
                  <a:pt x="209" y="42"/>
                  <a:pt x="211" y="41"/>
                </a:cubicBezTo>
                <a:cubicBezTo>
                  <a:pt x="213" y="40"/>
                  <a:pt x="215" y="40"/>
                  <a:pt x="217" y="40"/>
                </a:cubicBezTo>
                <a:cubicBezTo>
                  <a:pt x="220" y="40"/>
                  <a:pt x="222" y="41"/>
                  <a:pt x="224" y="43"/>
                </a:cubicBezTo>
                <a:cubicBezTo>
                  <a:pt x="226" y="45"/>
                  <a:pt x="227" y="48"/>
                  <a:pt x="227" y="51"/>
                </a:cubicBezTo>
                <a:lnTo>
                  <a:pt x="227" y="53"/>
                </a:lnTo>
                <a:close/>
                <a:moveTo>
                  <a:pt x="223" y="50"/>
                </a:moveTo>
                <a:cubicBezTo>
                  <a:pt x="223" y="48"/>
                  <a:pt x="222" y="46"/>
                  <a:pt x="221" y="45"/>
                </a:cubicBezTo>
                <a:cubicBezTo>
                  <a:pt x="220" y="44"/>
                  <a:pt x="218" y="43"/>
                  <a:pt x="217" y="43"/>
                </a:cubicBezTo>
                <a:cubicBezTo>
                  <a:pt x="215" y="43"/>
                  <a:pt x="213" y="44"/>
                  <a:pt x="212" y="45"/>
                </a:cubicBezTo>
                <a:cubicBezTo>
                  <a:pt x="211" y="46"/>
                  <a:pt x="210" y="48"/>
                  <a:pt x="210" y="50"/>
                </a:cubicBezTo>
                <a:lnTo>
                  <a:pt x="223" y="50"/>
                </a:lnTo>
                <a:close/>
                <a:moveTo>
                  <a:pt x="243" y="44"/>
                </a:moveTo>
                <a:cubicBezTo>
                  <a:pt x="243" y="44"/>
                  <a:pt x="242" y="44"/>
                  <a:pt x="240" y="44"/>
                </a:cubicBezTo>
                <a:cubicBezTo>
                  <a:pt x="239" y="44"/>
                  <a:pt x="237" y="44"/>
                  <a:pt x="236" y="46"/>
                </a:cubicBezTo>
                <a:cubicBezTo>
                  <a:pt x="235" y="48"/>
                  <a:pt x="235" y="50"/>
                  <a:pt x="235" y="52"/>
                </a:cubicBezTo>
                <a:cubicBezTo>
                  <a:pt x="235" y="64"/>
                  <a:pt x="235" y="64"/>
                  <a:pt x="235" y="64"/>
                </a:cubicBezTo>
                <a:cubicBezTo>
                  <a:pt x="231" y="64"/>
                  <a:pt x="231" y="64"/>
                  <a:pt x="231" y="64"/>
                </a:cubicBezTo>
                <a:cubicBezTo>
                  <a:pt x="231" y="40"/>
                  <a:pt x="231" y="40"/>
                  <a:pt x="231" y="40"/>
                </a:cubicBezTo>
                <a:cubicBezTo>
                  <a:pt x="235" y="40"/>
                  <a:pt x="235" y="40"/>
                  <a:pt x="235" y="40"/>
                </a:cubicBezTo>
                <a:cubicBezTo>
                  <a:pt x="235" y="45"/>
                  <a:pt x="235" y="45"/>
                  <a:pt x="235" y="45"/>
                </a:cubicBezTo>
                <a:cubicBezTo>
                  <a:pt x="235" y="45"/>
                  <a:pt x="235" y="45"/>
                  <a:pt x="235" y="45"/>
                </a:cubicBezTo>
                <a:cubicBezTo>
                  <a:pt x="235" y="44"/>
                  <a:pt x="236" y="42"/>
                  <a:pt x="237" y="41"/>
                </a:cubicBezTo>
                <a:cubicBezTo>
                  <a:pt x="238" y="40"/>
                  <a:pt x="240" y="40"/>
                  <a:pt x="241" y="40"/>
                </a:cubicBezTo>
                <a:cubicBezTo>
                  <a:pt x="242" y="40"/>
                  <a:pt x="243" y="40"/>
                  <a:pt x="243" y="40"/>
                </a:cubicBezTo>
                <a:lnTo>
                  <a:pt x="243" y="44"/>
                </a:lnTo>
                <a:close/>
                <a:moveTo>
                  <a:pt x="267" y="41"/>
                </a:moveTo>
                <a:cubicBezTo>
                  <a:pt x="267" y="44"/>
                  <a:pt x="266" y="47"/>
                  <a:pt x="264" y="49"/>
                </a:cubicBezTo>
                <a:cubicBezTo>
                  <a:pt x="262" y="51"/>
                  <a:pt x="259" y="52"/>
                  <a:pt x="255" y="52"/>
                </a:cubicBezTo>
                <a:cubicBezTo>
                  <a:pt x="251" y="52"/>
                  <a:pt x="251" y="52"/>
                  <a:pt x="251" y="52"/>
                </a:cubicBezTo>
                <a:cubicBezTo>
                  <a:pt x="251" y="64"/>
                  <a:pt x="251" y="64"/>
                  <a:pt x="251" y="64"/>
                </a:cubicBezTo>
                <a:cubicBezTo>
                  <a:pt x="247" y="64"/>
                  <a:pt x="247" y="64"/>
                  <a:pt x="247" y="64"/>
                </a:cubicBezTo>
                <a:cubicBezTo>
                  <a:pt x="247" y="31"/>
                  <a:pt x="247" y="31"/>
                  <a:pt x="247" y="31"/>
                </a:cubicBezTo>
                <a:cubicBezTo>
                  <a:pt x="256" y="31"/>
                  <a:pt x="256" y="31"/>
                  <a:pt x="256" y="31"/>
                </a:cubicBezTo>
                <a:cubicBezTo>
                  <a:pt x="260" y="31"/>
                  <a:pt x="262" y="32"/>
                  <a:pt x="264" y="33"/>
                </a:cubicBezTo>
                <a:cubicBezTo>
                  <a:pt x="266" y="35"/>
                  <a:pt x="267" y="38"/>
                  <a:pt x="267" y="41"/>
                </a:cubicBezTo>
                <a:close/>
                <a:moveTo>
                  <a:pt x="263" y="41"/>
                </a:moveTo>
                <a:cubicBezTo>
                  <a:pt x="263" y="37"/>
                  <a:pt x="261" y="34"/>
                  <a:pt x="255" y="34"/>
                </a:cubicBezTo>
                <a:cubicBezTo>
                  <a:pt x="251" y="34"/>
                  <a:pt x="251" y="34"/>
                  <a:pt x="251" y="34"/>
                </a:cubicBezTo>
                <a:cubicBezTo>
                  <a:pt x="251" y="48"/>
                  <a:pt x="251" y="48"/>
                  <a:pt x="251" y="48"/>
                </a:cubicBezTo>
                <a:cubicBezTo>
                  <a:pt x="255" y="48"/>
                  <a:pt x="255" y="48"/>
                  <a:pt x="255" y="48"/>
                </a:cubicBezTo>
                <a:cubicBezTo>
                  <a:pt x="258" y="48"/>
                  <a:pt x="260" y="48"/>
                  <a:pt x="261" y="46"/>
                </a:cubicBezTo>
                <a:cubicBezTo>
                  <a:pt x="262" y="45"/>
                  <a:pt x="263" y="43"/>
                  <a:pt x="263" y="41"/>
                </a:cubicBezTo>
                <a:close/>
                <a:moveTo>
                  <a:pt x="292" y="52"/>
                </a:moveTo>
                <a:cubicBezTo>
                  <a:pt x="292" y="56"/>
                  <a:pt x="291" y="59"/>
                  <a:pt x="289" y="61"/>
                </a:cubicBezTo>
                <a:cubicBezTo>
                  <a:pt x="286" y="64"/>
                  <a:pt x="284" y="65"/>
                  <a:pt x="280" y="65"/>
                </a:cubicBezTo>
                <a:cubicBezTo>
                  <a:pt x="276" y="65"/>
                  <a:pt x="274" y="64"/>
                  <a:pt x="271" y="62"/>
                </a:cubicBezTo>
                <a:cubicBezTo>
                  <a:pt x="269" y="59"/>
                  <a:pt x="268" y="56"/>
                  <a:pt x="268" y="53"/>
                </a:cubicBezTo>
                <a:cubicBezTo>
                  <a:pt x="268" y="49"/>
                  <a:pt x="269" y="46"/>
                  <a:pt x="271" y="43"/>
                </a:cubicBezTo>
                <a:cubicBezTo>
                  <a:pt x="274" y="41"/>
                  <a:pt x="277" y="40"/>
                  <a:pt x="280" y="40"/>
                </a:cubicBezTo>
                <a:cubicBezTo>
                  <a:pt x="284" y="40"/>
                  <a:pt x="287" y="41"/>
                  <a:pt x="289" y="43"/>
                </a:cubicBezTo>
                <a:cubicBezTo>
                  <a:pt x="291" y="45"/>
                  <a:pt x="292" y="48"/>
                  <a:pt x="292" y="52"/>
                </a:cubicBezTo>
                <a:close/>
                <a:moveTo>
                  <a:pt x="288" y="52"/>
                </a:moveTo>
                <a:cubicBezTo>
                  <a:pt x="288" y="49"/>
                  <a:pt x="287" y="47"/>
                  <a:pt x="286" y="45"/>
                </a:cubicBezTo>
                <a:cubicBezTo>
                  <a:pt x="285" y="44"/>
                  <a:pt x="283" y="43"/>
                  <a:pt x="280" y="43"/>
                </a:cubicBezTo>
                <a:cubicBezTo>
                  <a:pt x="278" y="43"/>
                  <a:pt x="276" y="44"/>
                  <a:pt x="274" y="46"/>
                </a:cubicBezTo>
                <a:cubicBezTo>
                  <a:pt x="273" y="47"/>
                  <a:pt x="272" y="50"/>
                  <a:pt x="272" y="53"/>
                </a:cubicBezTo>
                <a:cubicBezTo>
                  <a:pt x="272" y="55"/>
                  <a:pt x="273" y="58"/>
                  <a:pt x="274" y="59"/>
                </a:cubicBezTo>
                <a:cubicBezTo>
                  <a:pt x="276" y="61"/>
                  <a:pt x="278" y="62"/>
                  <a:pt x="280" y="62"/>
                </a:cubicBezTo>
                <a:cubicBezTo>
                  <a:pt x="283" y="62"/>
                  <a:pt x="285" y="61"/>
                  <a:pt x="286" y="59"/>
                </a:cubicBezTo>
                <a:cubicBezTo>
                  <a:pt x="287" y="58"/>
                  <a:pt x="288" y="55"/>
                  <a:pt x="288" y="52"/>
                </a:cubicBezTo>
                <a:close/>
                <a:moveTo>
                  <a:pt x="301" y="32"/>
                </a:moveTo>
                <a:cubicBezTo>
                  <a:pt x="301" y="33"/>
                  <a:pt x="301" y="33"/>
                  <a:pt x="300" y="34"/>
                </a:cubicBezTo>
                <a:cubicBezTo>
                  <a:pt x="300" y="34"/>
                  <a:pt x="299" y="34"/>
                  <a:pt x="298" y="34"/>
                </a:cubicBezTo>
                <a:cubicBezTo>
                  <a:pt x="298" y="34"/>
                  <a:pt x="297" y="34"/>
                  <a:pt x="297" y="34"/>
                </a:cubicBezTo>
                <a:cubicBezTo>
                  <a:pt x="296" y="33"/>
                  <a:pt x="296" y="33"/>
                  <a:pt x="296" y="32"/>
                </a:cubicBezTo>
                <a:cubicBezTo>
                  <a:pt x="296" y="31"/>
                  <a:pt x="296" y="31"/>
                  <a:pt x="297" y="30"/>
                </a:cubicBezTo>
                <a:cubicBezTo>
                  <a:pt x="297" y="30"/>
                  <a:pt x="298" y="29"/>
                  <a:pt x="298" y="29"/>
                </a:cubicBezTo>
                <a:cubicBezTo>
                  <a:pt x="299" y="29"/>
                  <a:pt x="300" y="30"/>
                  <a:pt x="300" y="30"/>
                </a:cubicBezTo>
                <a:cubicBezTo>
                  <a:pt x="301" y="31"/>
                  <a:pt x="301" y="31"/>
                  <a:pt x="301" y="32"/>
                </a:cubicBezTo>
                <a:close/>
                <a:moveTo>
                  <a:pt x="300" y="64"/>
                </a:moveTo>
                <a:cubicBezTo>
                  <a:pt x="297" y="64"/>
                  <a:pt x="297" y="64"/>
                  <a:pt x="297" y="64"/>
                </a:cubicBezTo>
                <a:cubicBezTo>
                  <a:pt x="297" y="40"/>
                  <a:pt x="297" y="40"/>
                  <a:pt x="297" y="40"/>
                </a:cubicBezTo>
                <a:cubicBezTo>
                  <a:pt x="300" y="40"/>
                  <a:pt x="300" y="40"/>
                  <a:pt x="300" y="40"/>
                </a:cubicBezTo>
                <a:lnTo>
                  <a:pt x="300" y="64"/>
                </a:lnTo>
                <a:close/>
                <a:moveTo>
                  <a:pt x="327" y="64"/>
                </a:moveTo>
                <a:cubicBezTo>
                  <a:pt x="323" y="64"/>
                  <a:pt x="323" y="64"/>
                  <a:pt x="323" y="64"/>
                </a:cubicBezTo>
                <a:cubicBezTo>
                  <a:pt x="323" y="51"/>
                  <a:pt x="323" y="51"/>
                  <a:pt x="323" y="51"/>
                </a:cubicBezTo>
                <a:cubicBezTo>
                  <a:pt x="323" y="46"/>
                  <a:pt x="321" y="43"/>
                  <a:pt x="317" y="43"/>
                </a:cubicBezTo>
                <a:cubicBezTo>
                  <a:pt x="315" y="43"/>
                  <a:pt x="314" y="44"/>
                  <a:pt x="313" y="45"/>
                </a:cubicBezTo>
                <a:cubicBezTo>
                  <a:pt x="311" y="47"/>
                  <a:pt x="311" y="48"/>
                  <a:pt x="311" y="51"/>
                </a:cubicBezTo>
                <a:cubicBezTo>
                  <a:pt x="311" y="64"/>
                  <a:pt x="311" y="64"/>
                  <a:pt x="311" y="64"/>
                </a:cubicBezTo>
                <a:cubicBezTo>
                  <a:pt x="307" y="64"/>
                  <a:pt x="307" y="64"/>
                  <a:pt x="307" y="64"/>
                </a:cubicBezTo>
                <a:cubicBezTo>
                  <a:pt x="307" y="40"/>
                  <a:pt x="307" y="40"/>
                  <a:pt x="307" y="40"/>
                </a:cubicBezTo>
                <a:cubicBezTo>
                  <a:pt x="311" y="40"/>
                  <a:pt x="311" y="40"/>
                  <a:pt x="311" y="40"/>
                </a:cubicBezTo>
                <a:cubicBezTo>
                  <a:pt x="311" y="44"/>
                  <a:pt x="311" y="44"/>
                  <a:pt x="311" y="44"/>
                </a:cubicBezTo>
                <a:cubicBezTo>
                  <a:pt x="311" y="44"/>
                  <a:pt x="311" y="44"/>
                  <a:pt x="311" y="44"/>
                </a:cubicBezTo>
                <a:cubicBezTo>
                  <a:pt x="313" y="41"/>
                  <a:pt x="315" y="40"/>
                  <a:pt x="319" y="40"/>
                </a:cubicBezTo>
                <a:cubicBezTo>
                  <a:pt x="321" y="40"/>
                  <a:pt x="323" y="41"/>
                  <a:pt x="325" y="42"/>
                </a:cubicBezTo>
                <a:cubicBezTo>
                  <a:pt x="326" y="44"/>
                  <a:pt x="327" y="47"/>
                  <a:pt x="327" y="50"/>
                </a:cubicBezTo>
                <a:lnTo>
                  <a:pt x="327" y="64"/>
                </a:lnTo>
                <a:close/>
                <a:moveTo>
                  <a:pt x="344" y="64"/>
                </a:moveTo>
                <a:cubicBezTo>
                  <a:pt x="343" y="65"/>
                  <a:pt x="342" y="65"/>
                  <a:pt x="340" y="65"/>
                </a:cubicBezTo>
                <a:cubicBezTo>
                  <a:pt x="336" y="65"/>
                  <a:pt x="334" y="63"/>
                  <a:pt x="334" y="58"/>
                </a:cubicBezTo>
                <a:cubicBezTo>
                  <a:pt x="334" y="44"/>
                  <a:pt x="334" y="44"/>
                  <a:pt x="334" y="44"/>
                </a:cubicBezTo>
                <a:cubicBezTo>
                  <a:pt x="330" y="44"/>
                  <a:pt x="330" y="44"/>
                  <a:pt x="330" y="44"/>
                </a:cubicBezTo>
                <a:cubicBezTo>
                  <a:pt x="330" y="40"/>
                  <a:pt x="330" y="40"/>
                  <a:pt x="330" y="40"/>
                </a:cubicBezTo>
                <a:cubicBezTo>
                  <a:pt x="334" y="40"/>
                  <a:pt x="334" y="40"/>
                  <a:pt x="334" y="40"/>
                </a:cubicBezTo>
                <a:cubicBezTo>
                  <a:pt x="334" y="35"/>
                  <a:pt x="334" y="35"/>
                  <a:pt x="334" y="35"/>
                </a:cubicBezTo>
                <a:cubicBezTo>
                  <a:pt x="338" y="33"/>
                  <a:pt x="338" y="33"/>
                  <a:pt x="338" y="33"/>
                </a:cubicBezTo>
                <a:cubicBezTo>
                  <a:pt x="338" y="40"/>
                  <a:pt x="338" y="40"/>
                  <a:pt x="338" y="40"/>
                </a:cubicBezTo>
                <a:cubicBezTo>
                  <a:pt x="344" y="40"/>
                  <a:pt x="344" y="40"/>
                  <a:pt x="344" y="40"/>
                </a:cubicBezTo>
                <a:cubicBezTo>
                  <a:pt x="344" y="44"/>
                  <a:pt x="344" y="44"/>
                  <a:pt x="344" y="44"/>
                </a:cubicBezTo>
                <a:cubicBezTo>
                  <a:pt x="338" y="44"/>
                  <a:pt x="338" y="44"/>
                  <a:pt x="338" y="44"/>
                </a:cubicBezTo>
                <a:cubicBezTo>
                  <a:pt x="338" y="57"/>
                  <a:pt x="338" y="57"/>
                  <a:pt x="338" y="57"/>
                </a:cubicBezTo>
                <a:cubicBezTo>
                  <a:pt x="338" y="59"/>
                  <a:pt x="338" y="60"/>
                  <a:pt x="339" y="61"/>
                </a:cubicBezTo>
                <a:cubicBezTo>
                  <a:pt x="339" y="61"/>
                  <a:pt x="340" y="62"/>
                  <a:pt x="341" y="62"/>
                </a:cubicBezTo>
                <a:cubicBezTo>
                  <a:pt x="342" y="62"/>
                  <a:pt x="343" y="61"/>
                  <a:pt x="344" y="61"/>
                </a:cubicBezTo>
                <a:lnTo>
                  <a:pt x="344" y="64"/>
                </a:lnTo>
                <a:close/>
                <a:moveTo>
                  <a:pt x="32" y="38"/>
                </a:moveTo>
                <a:cubicBezTo>
                  <a:pt x="32" y="39"/>
                  <a:pt x="33" y="40"/>
                  <a:pt x="33" y="41"/>
                </a:cubicBezTo>
                <a:cubicBezTo>
                  <a:pt x="33" y="42"/>
                  <a:pt x="32" y="43"/>
                  <a:pt x="32" y="43"/>
                </a:cubicBezTo>
                <a:cubicBezTo>
                  <a:pt x="32" y="44"/>
                  <a:pt x="32" y="45"/>
                  <a:pt x="31" y="45"/>
                </a:cubicBezTo>
                <a:cubicBezTo>
                  <a:pt x="30" y="46"/>
                  <a:pt x="30" y="46"/>
                  <a:pt x="29" y="47"/>
                </a:cubicBezTo>
                <a:cubicBezTo>
                  <a:pt x="28" y="47"/>
                  <a:pt x="27" y="47"/>
                  <a:pt x="26" y="47"/>
                </a:cubicBezTo>
                <a:cubicBezTo>
                  <a:pt x="23" y="47"/>
                  <a:pt x="23" y="47"/>
                  <a:pt x="23" y="47"/>
                </a:cubicBezTo>
                <a:cubicBezTo>
                  <a:pt x="23" y="47"/>
                  <a:pt x="23" y="47"/>
                  <a:pt x="23" y="47"/>
                </a:cubicBezTo>
                <a:cubicBezTo>
                  <a:pt x="23" y="35"/>
                  <a:pt x="23" y="35"/>
                  <a:pt x="23" y="35"/>
                </a:cubicBezTo>
                <a:cubicBezTo>
                  <a:pt x="26" y="35"/>
                  <a:pt x="26" y="35"/>
                  <a:pt x="26" y="35"/>
                </a:cubicBezTo>
                <a:cubicBezTo>
                  <a:pt x="27" y="35"/>
                  <a:pt x="28" y="35"/>
                  <a:pt x="29" y="35"/>
                </a:cubicBezTo>
                <a:cubicBezTo>
                  <a:pt x="30" y="35"/>
                  <a:pt x="30" y="35"/>
                  <a:pt x="31" y="36"/>
                </a:cubicBezTo>
                <a:cubicBezTo>
                  <a:pt x="32" y="36"/>
                  <a:pt x="32" y="37"/>
                  <a:pt x="32" y="38"/>
                </a:cubicBezTo>
                <a:close/>
                <a:moveTo>
                  <a:pt x="56" y="0"/>
                </a:moveTo>
                <a:cubicBezTo>
                  <a:pt x="56" y="96"/>
                  <a:pt x="56" y="96"/>
                  <a:pt x="56" y="96"/>
                </a:cubicBezTo>
                <a:cubicBezTo>
                  <a:pt x="0" y="83"/>
                  <a:pt x="0" y="83"/>
                  <a:pt x="0" y="83"/>
                </a:cubicBezTo>
                <a:cubicBezTo>
                  <a:pt x="0" y="13"/>
                  <a:pt x="0" y="13"/>
                  <a:pt x="0" y="13"/>
                </a:cubicBezTo>
                <a:lnTo>
                  <a:pt x="56" y="0"/>
                </a:lnTo>
                <a:close/>
                <a:moveTo>
                  <a:pt x="41" y="40"/>
                </a:moveTo>
                <a:cubicBezTo>
                  <a:pt x="41" y="38"/>
                  <a:pt x="41" y="36"/>
                  <a:pt x="40" y="34"/>
                </a:cubicBezTo>
                <a:cubicBezTo>
                  <a:pt x="40" y="33"/>
                  <a:pt x="39" y="31"/>
                  <a:pt x="38" y="30"/>
                </a:cubicBezTo>
                <a:cubicBezTo>
                  <a:pt x="37" y="29"/>
                  <a:pt x="35" y="29"/>
                  <a:pt x="33" y="28"/>
                </a:cubicBezTo>
                <a:cubicBezTo>
                  <a:pt x="32" y="28"/>
                  <a:pt x="30" y="28"/>
                  <a:pt x="28" y="28"/>
                </a:cubicBezTo>
                <a:cubicBezTo>
                  <a:pt x="16" y="28"/>
                  <a:pt x="16" y="28"/>
                  <a:pt x="16" y="28"/>
                </a:cubicBezTo>
                <a:cubicBezTo>
                  <a:pt x="16" y="67"/>
                  <a:pt x="16" y="67"/>
                  <a:pt x="16" y="67"/>
                </a:cubicBezTo>
                <a:cubicBezTo>
                  <a:pt x="23" y="68"/>
                  <a:pt x="23" y="68"/>
                  <a:pt x="23" y="68"/>
                </a:cubicBezTo>
                <a:cubicBezTo>
                  <a:pt x="23" y="54"/>
                  <a:pt x="23" y="54"/>
                  <a:pt x="23" y="54"/>
                </a:cubicBezTo>
                <a:cubicBezTo>
                  <a:pt x="27" y="54"/>
                  <a:pt x="27" y="54"/>
                  <a:pt x="27" y="54"/>
                </a:cubicBezTo>
                <a:cubicBezTo>
                  <a:pt x="28" y="54"/>
                  <a:pt x="29" y="54"/>
                  <a:pt x="30" y="54"/>
                </a:cubicBezTo>
                <a:cubicBezTo>
                  <a:pt x="31" y="53"/>
                  <a:pt x="32" y="53"/>
                  <a:pt x="33" y="53"/>
                </a:cubicBezTo>
                <a:cubicBezTo>
                  <a:pt x="34" y="53"/>
                  <a:pt x="34" y="52"/>
                  <a:pt x="35" y="52"/>
                </a:cubicBezTo>
                <a:cubicBezTo>
                  <a:pt x="36" y="51"/>
                  <a:pt x="37" y="51"/>
                  <a:pt x="37" y="50"/>
                </a:cubicBezTo>
                <a:cubicBezTo>
                  <a:pt x="38" y="49"/>
                  <a:pt x="39" y="49"/>
                  <a:pt x="39" y="48"/>
                </a:cubicBezTo>
                <a:cubicBezTo>
                  <a:pt x="39" y="47"/>
                  <a:pt x="40" y="46"/>
                  <a:pt x="40" y="46"/>
                </a:cubicBezTo>
                <a:cubicBezTo>
                  <a:pt x="41" y="45"/>
                  <a:pt x="41" y="44"/>
                  <a:pt x="41" y="43"/>
                </a:cubicBezTo>
                <a:cubicBezTo>
                  <a:pt x="41" y="42"/>
                  <a:pt x="41" y="41"/>
                  <a:pt x="41" y="40"/>
                </a:cubicBezTo>
                <a:close/>
                <a:moveTo>
                  <a:pt x="96" y="16"/>
                </a:moveTo>
                <a:cubicBezTo>
                  <a:pt x="96" y="80"/>
                  <a:pt x="96" y="80"/>
                  <a:pt x="96" y="80"/>
                </a:cubicBezTo>
                <a:cubicBezTo>
                  <a:pt x="96" y="81"/>
                  <a:pt x="93" y="84"/>
                  <a:pt x="92" y="84"/>
                </a:cubicBezTo>
                <a:cubicBezTo>
                  <a:pt x="60" y="84"/>
                  <a:pt x="60" y="84"/>
                  <a:pt x="60" y="84"/>
                </a:cubicBezTo>
                <a:cubicBezTo>
                  <a:pt x="60" y="76"/>
                  <a:pt x="60" y="76"/>
                  <a:pt x="60" y="76"/>
                </a:cubicBezTo>
                <a:cubicBezTo>
                  <a:pt x="84" y="76"/>
                  <a:pt x="84" y="76"/>
                  <a:pt x="84" y="76"/>
                </a:cubicBezTo>
                <a:cubicBezTo>
                  <a:pt x="84" y="72"/>
                  <a:pt x="84" y="72"/>
                  <a:pt x="84" y="72"/>
                </a:cubicBezTo>
                <a:cubicBezTo>
                  <a:pt x="60" y="72"/>
                  <a:pt x="60" y="72"/>
                  <a:pt x="60" y="72"/>
                </a:cubicBezTo>
                <a:cubicBezTo>
                  <a:pt x="60" y="64"/>
                  <a:pt x="60" y="64"/>
                  <a:pt x="60" y="64"/>
                </a:cubicBezTo>
                <a:cubicBezTo>
                  <a:pt x="84" y="64"/>
                  <a:pt x="84" y="64"/>
                  <a:pt x="84" y="64"/>
                </a:cubicBezTo>
                <a:cubicBezTo>
                  <a:pt x="84" y="60"/>
                  <a:pt x="84" y="60"/>
                  <a:pt x="84" y="60"/>
                </a:cubicBezTo>
                <a:cubicBezTo>
                  <a:pt x="60" y="60"/>
                  <a:pt x="60" y="60"/>
                  <a:pt x="60" y="60"/>
                </a:cubicBezTo>
                <a:cubicBezTo>
                  <a:pt x="60" y="12"/>
                  <a:pt x="60" y="12"/>
                  <a:pt x="60" y="12"/>
                </a:cubicBezTo>
                <a:cubicBezTo>
                  <a:pt x="92" y="12"/>
                  <a:pt x="92" y="12"/>
                  <a:pt x="92" y="12"/>
                </a:cubicBezTo>
                <a:cubicBezTo>
                  <a:pt x="93" y="12"/>
                  <a:pt x="96" y="14"/>
                  <a:pt x="96" y="16"/>
                </a:cubicBezTo>
                <a:close/>
                <a:moveTo>
                  <a:pt x="79" y="40"/>
                </a:moveTo>
                <a:cubicBezTo>
                  <a:pt x="68" y="40"/>
                  <a:pt x="68" y="40"/>
                  <a:pt x="68" y="40"/>
                </a:cubicBezTo>
                <a:cubicBezTo>
                  <a:pt x="67" y="28"/>
                  <a:pt x="67" y="28"/>
                  <a:pt x="67" y="28"/>
                </a:cubicBezTo>
                <a:cubicBezTo>
                  <a:pt x="65" y="28"/>
                  <a:pt x="62" y="28"/>
                  <a:pt x="60" y="29"/>
                </a:cubicBezTo>
                <a:cubicBezTo>
                  <a:pt x="60" y="50"/>
                  <a:pt x="60" y="50"/>
                  <a:pt x="60" y="50"/>
                </a:cubicBezTo>
                <a:cubicBezTo>
                  <a:pt x="62" y="51"/>
                  <a:pt x="64" y="52"/>
                  <a:pt x="66" y="52"/>
                </a:cubicBezTo>
                <a:cubicBezTo>
                  <a:pt x="73" y="52"/>
                  <a:pt x="79" y="46"/>
                  <a:pt x="79" y="40"/>
                </a:cubicBezTo>
                <a:close/>
                <a:moveTo>
                  <a:pt x="84" y="36"/>
                </a:moveTo>
                <a:cubicBezTo>
                  <a:pt x="84" y="29"/>
                  <a:pt x="78" y="24"/>
                  <a:pt x="72" y="24"/>
                </a:cubicBezTo>
                <a:cubicBezTo>
                  <a:pt x="72" y="36"/>
                  <a:pt x="72" y="36"/>
                  <a:pt x="72" y="36"/>
                </a:cubicBezTo>
                <a:lnTo>
                  <a:pt x="84" y="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nvGrpSpPr>
          <p:cNvPr id="576" name="Group 53"/>
          <p:cNvGrpSpPr>
            <a:grpSpLocks noChangeAspect="1"/>
          </p:cNvGrpSpPr>
          <p:nvPr/>
        </p:nvGrpSpPr>
        <p:grpSpPr bwMode="auto">
          <a:xfrm>
            <a:off x="2297808" y="4427297"/>
            <a:ext cx="939977" cy="359475"/>
            <a:chOff x="3453" y="2013"/>
            <a:chExt cx="774" cy="296"/>
          </a:xfrm>
        </p:grpSpPr>
        <p:sp>
          <p:nvSpPr>
            <p:cNvPr id="578" name="Freeform 54"/>
            <p:cNvSpPr>
              <a:spLocks noEditPoints="1"/>
            </p:cNvSpPr>
            <p:nvPr/>
          </p:nvSpPr>
          <p:spPr bwMode="auto">
            <a:xfrm>
              <a:off x="3834" y="2108"/>
              <a:ext cx="60" cy="102"/>
            </a:xfrm>
            <a:custGeom>
              <a:avLst/>
              <a:gdLst>
                <a:gd name="T0" fmla="*/ 25 w 25"/>
                <a:gd name="T1" fmla="*/ 13 h 42"/>
                <a:gd name="T2" fmla="*/ 21 w 25"/>
                <a:gd name="T3" fmla="*/ 22 h 42"/>
                <a:gd name="T4" fmla="*/ 10 w 25"/>
                <a:gd name="T5" fmla="*/ 26 h 42"/>
                <a:gd name="T6" fmla="*/ 5 w 25"/>
                <a:gd name="T7" fmla="*/ 26 h 42"/>
                <a:gd name="T8" fmla="*/ 5 w 25"/>
                <a:gd name="T9" fmla="*/ 42 h 42"/>
                <a:gd name="T10" fmla="*/ 0 w 25"/>
                <a:gd name="T11" fmla="*/ 42 h 42"/>
                <a:gd name="T12" fmla="*/ 0 w 25"/>
                <a:gd name="T13" fmla="*/ 0 h 42"/>
                <a:gd name="T14" fmla="*/ 11 w 25"/>
                <a:gd name="T15" fmla="*/ 0 h 42"/>
                <a:gd name="T16" fmla="*/ 22 w 25"/>
                <a:gd name="T17" fmla="*/ 3 h 42"/>
                <a:gd name="T18" fmla="*/ 25 w 25"/>
                <a:gd name="T19" fmla="*/ 13 h 42"/>
                <a:gd name="T20" fmla="*/ 20 w 25"/>
                <a:gd name="T21" fmla="*/ 13 h 42"/>
                <a:gd name="T22" fmla="*/ 10 w 25"/>
                <a:gd name="T23" fmla="*/ 5 h 42"/>
                <a:gd name="T24" fmla="*/ 5 w 25"/>
                <a:gd name="T25" fmla="*/ 5 h 42"/>
                <a:gd name="T26" fmla="*/ 5 w 25"/>
                <a:gd name="T27" fmla="*/ 22 h 42"/>
                <a:gd name="T28" fmla="*/ 10 w 25"/>
                <a:gd name="T29" fmla="*/ 22 h 42"/>
                <a:gd name="T30" fmla="*/ 18 w 25"/>
                <a:gd name="T31" fmla="*/ 19 h 42"/>
                <a:gd name="T32" fmla="*/ 20 w 25"/>
                <a:gd name="T33" fmla="*/ 1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42">
                  <a:moveTo>
                    <a:pt x="25" y="13"/>
                  </a:moveTo>
                  <a:cubicBezTo>
                    <a:pt x="25" y="17"/>
                    <a:pt x="24" y="20"/>
                    <a:pt x="21" y="22"/>
                  </a:cubicBezTo>
                  <a:cubicBezTo>
                    <a:pt x="18" y="25"/>
                    <a:pt x="15" y="26"/>
                    <a:pt x="10" y="26"/>
                  </a:cubicBezTo>
                  <a:cubicBezTo>
                    <a:pt x="5" y="26"/>
                    <a:pt x="5" y="26"/>
                    <a:pt x="5" y="26"/>
                  </a:cubicBezTo>
                  <a:cubicBezTo>
                    <a:pt x="5" y="42"/>
                    <a:pt x="5" y="42"/>
                    <a:pt x="5" y="42"/>
                  </a:cubicBezTo>
                  <a:cubicBezTo>
                    <a:pt x="0" y="42"/>
                    <a:pt x="0" y="42"/>
                    <a:pt x="0" y="42"/>
                  </a:cubicBezTo>
                  <a:cubicBezTo>
                    <a:pt x="0" y="0"/>
                    <a:pt x="0" y="0"/>
                    <a:pt x="0" y="0"/>
                  </a:cubicBezTo>
                  <a:cubicBezTo>
                    <a:pt x="11" y="0"/>
                    <a:pt x="11" y="0"/>
                    <a:pt x="11" y="0"/>
                  </a:cubicBezTo>
                  <a:cubicBezTo>
                    <a:pt x="16" y="0"/>
                    <a:pt x="19" y="1"/>
                    <a:pt x="22" y="3"/>
                  </a:cubicBezTo>
                  <a:cubicBezTo>
                    <a:pt x="24" y="6"/>
                    <a:pt x="25" y="9"/>
                    <a:pt x="25" y="13"/>
                  </a:cubicBezTo>
                  <a:close/>
                  <a:moveTo>
                    <a:pt x="20" y="13"/>
                  </a:moveTo>
                  <a:cubicBezTo>
                    <a:pt x="20" y="7"/>
                    <a:pt x="17" y="5"/>
                    <a:pt x="10" y="5"/>
                  </a:cubicBezTo>
                  <a:cubicBezTo>
                    <a:pt x="5" y="5"/>
                    <a:pt x="5" y="5"/>
                    <a:pt x="5" y="5"/>
                  </a:cubicBezTo>
                  <a:cubicBezTo>
                    <a:pt x="5" y="22"/>
                    <a:pt x="5" y="22"/>
                    <a:pt x="5" y="22"/>
                  </a:cubicBezTo>
                  <a:cubicBezTo>
                    <a:pt x="10" y="22"/>
                    <a:pt x="10" y="22"/>
                    <a:pt x="10" y="22"/>
                  </a:cubicBezTo>
                  <a:cubicBezTo>
                    <a:pt x="13" y="22"/>
                    <a:pt x="16" y="21"/>
                    <a:pt x="18" y="19"/>
                  </a:cubicBezTo>
                  <a:cubicBezTo>
                    <a:pt x="19" y="18"/>
                    <a:pt x="20" y="16"/>
                    <a:pt x="20"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79" name="Freeform 55"/>
            <p:cNvSpPr>
              <a:spLocks/>
            </p:cNvSpPr>
            <p:nvPr/>
          </p:nvSpPr>
          <p:spPr bwMode="auto">
            <a:xfrm>
              <a:off x="3908" y="2137"/>
              <a:ext cx="38" cy="73"/>
            </a:xfrm>
            <a:custGeom>
              <a:avLst/>
              <a:gdLst>
                <a:gd name="T0" fmla="*/ 16 w 16"/>
                <a:gd name="T1" fmla="*/ 5 h 30"/>
                <a:gd name="T2" fmla="*/ 12 w 16"/>
                <a:gd name="T3" fmla="*/ 4 h 30"/>
                <a:gd name="T4" fmla="*/ 7 w 16"/>
                <a:gd name="T5" fmla="*/ 7 h 30"/>
                <a:gd name="T6" fmla="*/ 5 w 16"/>
                <a:gd name="T7" fmla="*/ 15 h 30"/>
                <a:gd name="T8" fmla="*/ 5 w 16"/>
                <a:gd name="T9" fmla="*/ 30 h 30"/>
                <a:gd name="T10" fmla="*/ 0 w 16"/>
                <a:gd name="T11" fmla="*/ 30 h 30"/>
                <a:gd name="T12" fmla="*/ 0 w 16"/>
                <a:gd name="T13" fmla="*/ 0 h 30"/>
                <a:gd name="T14" fmla="*/ 5 w 16"/>
                <a:gd name="T15" fmla="*/ 0 h 30"/>
                <a:gd name="T16" fmla="*/ 5 w 16"/>
                <a:gd name="T17" fmla="*/ 6 h 30"/>
                <a:gd name="T18" fmla="*/ 5 w 16"/>
                <a:gd name="T19" fmla="*/ 6 h 30"/>
                <a:gd name="T20" fmla="*/ 8 w 16"/>
                <a:gd name="T21" fmla="*/ 1 h 30"/>
                <a:gd name="T22" fmla="*/ 13 w 16"/>
                <a:gd name="T23" fmla="*/ 0 h 30"/>
                <a:gd name="T24" fmla="*/ 16 w 16"/>
                <a:gd name="T25" fmla="*/ 0 h 30"/>
                <a:gd name="T26" fmla="*/ 16 w 16"/>
                <a:gd name="T27" fmla="*/ 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0">
                  <a:moveTo>
                    <a:pt x="16" y="5"/>
                  </a:moveTo>
                  <a:cubicBezTo>
                    <a:pt x="15" y="4"/>
                    <a:pt x="14" y="4"/>
                    <a:pt x="12" y="4"/>
                  </a:cubicBezTo>
                  <a:cubicBezTo>
                    <a:pt x="10" y="4"/>
                    <a:pt x="8" y="5"/>
                    <a:pt x="7" y="7"/>
                  </a:cubicBezTo>
                  <a:cubicBezTo>
                    <a:pt x="5" y="9"/>
                    <a:pt x="5" y="12"/>
                    <a:pt x="5" y="15"/>
                  </a:cubicBezTo>
                  <a:cubicBezTo>
                    <a:pt x="5" y="30"/>
                    <a:pt x="5" y="30"/>
                    <a:pt x="5" y="30"/>
                  </a:cubicBezTo>
                  <a:cubicBezTo>
                    <a:pt x="0" y="30"/>
                    <a:pt x="0" y="30"/>
                    <a:pt x="0" y="30"/>
                  </a:cubicBezTo>
                  <a:cubicBezTo>
                    <a:pt x="0" y="0"/>
                    <a:pt x="0" y="0"/>
                    <a:pt x="0" y="0"/>
                  </a:cubicBezTo>
                  <a:cubicBezTo>
                    <a:pt x="5" y="0"/>
                    <a:pt x="5" y="0"/>
                    <a:pt x="5" y="0"/>
                  </a:cubicBezTo>
                  <a:cubicBezTo>
                    <a:pt x="5" y="6"/>
                    <a:pt x="5" y="6"/>
                    <a:pt x="5" y="6"/>
                  </a:cubicBezTo>
                  <a:cubicBezTo>
                    <a:pt x="5" y="6"/>
                    <a:pt x="5" y="6"/>
                    <a:pt x="5" y="6"/>
                  </a:cubicBezTo>
                  <a:cubicBezTo>
                    <a:pt x="6" y="4"/>
                    <a:pt x="7" y="3"/>
                    <a:pt x="8" y="1"/>
                  </a:cubicBezTo>
                  <a:cubicBezTo>
                    <a:pt x="9" y="0"/>
                    <a:pt x="11" y="0"/>
                    <a:pt x="13" y="0"/>
                  </a:cubicBezTo>
                  <a:cubicBezTo>
                    <a:pt x="14" y="0"/>
                    <a:pt x="15" y="0"/>
                    <a:pt x="16" y="0"/>
                  </a:cubicBezTo>
                  <a:lnTo>
                    <a:pt x="16"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0" name="Freeform 56"/>
            <p:cNvSpPr>
              <a:spLocks noEditPoints="1"/>
            </p:cNvSpPr>
            <p:nvPr/>
          </p:nvSpPr>
          <p:spPr bwMode="auto">
            <a:xfrm>
              <a:off x="3946" y="2134"/>
              <a:ext cx="72" cy="78"/>
            </a:xfrm>
            <a:custGeom>
              <a:avLst/>
              <a:gdLst>
                <a:gd name="T0" fmla="*/ 30 w 30"/>
                <a:gd name="T1" fmla="*/ 16 h 32"/>
                <a:gd name="T2" fmla="*/ 26 w 30"/>
                <a:gd name="T3" fmla="*/ 27 h 32"/>
                <a:gd name="T4" fmla="*/ 15 w 30"/>
                <a:gd name="T5" fmla="*/ 32 h 32"/>
                <a:gd name="T6" fmla="*/ 4 w 30"/>
                <a:gd name="T7" fmla="*/ 28 h 32"/>
                <a:gd name="T8" fmla="*/ 0 w 30"/>
                <a:gd name="T9" fmla="*/ 16 h 32"/>
                <a:gd name="T10" fmla="*/ 4 w 30"/>
                <a:gd name="T11" fmla="*/ 5 h 32"/>
                <a:gd name="T12" fmla="*/ 15 w 30"/>
                <a:gd name="T13" fmla="*/ 0 h 32"/>
                <a:gd name="T14" fmla="*/ 26 w 30"/>
                <a:gd name="T15" fmla="*/ 5 h 32"/>
                <a:gd name="T16" fmla="*/ 30 w 30"/>
                <a:gd name="T17" fmla="*/ 16 h 32"/>
                <a:gd name="T18" fmla="*/ 25 w 30"/>
                <a:gd name="T19" fmla="*/ 16 h 32"/>
                <a:gd name="T20" fmla="*/ 22 w 30"/>
                <a:gd name="T21" fmla="*/ 7 h 32"/>
                <a:gd name="T22" fmla="*/ 15 w 30"/>
                <a:gd name="T23" fmla="*/ 4 h 32"/>
                <a:gd name="T24" fmla="*/ 8 w 30"/>
                <a:gd name="T25" fmla="*/ 8 h 32"/>
                <a:gd name="T26" fmla="*/ 5 w 30"/>
                <a:gd name="T27" fmla="*/ 16 h 32"/>
                <a:gd name="T28" fmla="*/ 8 w 30"/>
                <a:gd name="T29" fmla="*/ 25 h 32"/>
                <a:gd name="T30" fmla="*/ 15 w 30"/>
                <a:gd name="T31" fmla="*/ 28 h 32"/>
                <a:gd name="T32" fmla="*/ 22 w 30"/>
                <a:gd name="T33" fmla="*/ 25 h 32"/>
                <a:gd name="T34" fmla="*/ 25 w 30"/>
                <a:gd name="T35"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2">
                  <a:moveTo>
                    <a:pt x="30" y="16"/>
                  </a:moveTo>
                  <a:cubicBezTo>
                    <a:pt x="30" y="21"/>
                    <a:pt x="28" y="25"/>
                    <a:pt x="26" y="27"/>
                  </a:cubicBezTo>
                  <a:cubicBezTo>
                    <a:pt x="23" y="30"/>
                    <a:pt x="19" y="32"/>
                    <a:pt x="15" y="32"/>
                  </a:cubicBezTo>
                  <a:cubicBezTo>
                    <a:pt x="10" y="32"/>
                    <a:pt x="7" y="30"/>
                    <a:pt x="4" y="28"/>
                  </a:cubicBezTo>
                  <a:cubicBezTo>
                    <a:pt x="2" y="25"/>
                    <a:pt x="0" y="21"/>
                    <a:pt x="0" y="16"/>
                  </a:cubicBezTo>
                  <a:cubicBezTo>
                    <a:pt x="0" y="11"/>
                    <a:pt x="2" y="8"/>
                    <a:pt x="4" y="5"/>
                  </a:cubicBezTo>
                  <a:cubicBezTo>
                    <a:pt x="7" y="2"/>
                    <a:pt x="11" y="0"/>
                    <a:pt x="15" y="0"/>
                  </a:cubicBezTo>
                  <a:cubicBezTo>
                    <a:pt x="20" y="0"/>
                    <a:pt x="23" y="2"/>
                    <a:pt x="26" y="5"/>
                  </a:cubicBezTo>
                  <a:cubicBezTo>
                    <a:pt x="28" y="7"/>
                    <a:pt x="30" y="11"/>
                    <a:pt x="30" y="16"/>
                  </a:cubicBezTo>
                  <a:close/>
                  <a:moveTo>
                    <a:pt x="25" y="16"/>
                  </a:moveTo>
                  <a:cubicBezTo>
                    <a:pt x="25" y="12"/>
                    <a:pt x="24" y="9"/>
                    <a:pt x="22" y="7"/>
                  </a:cubicBezTo>
                  <a:cubicBezTo>
                    <a:pt x="21" y="5"/>
                    <a:pt x="18" y="4"/>
                    <a:pt x="15" y="4"/>
                  </a:cubicBezTo>
                  <a:cubicBezTo>
                    <a:pt x="12" y="4"/>
                    <a:pt x="10" y="5"/>
                    <a:pt x="8" y="8"/>
                  </a:cubicBezTo>
                  <a:cubicBezTo>
                    <a:pt x="6" y="10"/>
                    <a:pt x="5" y="12"/>
                    <a:pt x="5" y="16"/>
                  </a:cubicBezTo>
                  <a:cubicBezTo>
                    <a:pt x="5" y="20"/>
                    <a:pt x="6" y="23"/>
                    <a:pt x="8" y="25"/>
                  </a:cubicBezTo>
                  <a:cubicBezTo>
                    <a:pt x="10" y="27"/>
                    <a:pt x="12" y="28"/>
                    <a:pt x="15" y="28"/>
                  </a:cubicBezTo>
                  <a:cubicBezTo>
                    <a:pt x="18" y="28"/>
                    <a:pt x="21" y="27"/>
                    <a:pt x="22" y="25"/>
                  </a:cubicBezTo>
                  <a:cubicBezTo>
                    <a:pt x="24" y="23"/>
                    <a:pt x="25" y="20"/>
                    <a:pt x="25"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1" name="Freeform 57"/>
            <p:cNvSpPr>
              <a:spLocks noEditPoints="1"/>
            </p:cNvSpPr>
            <p:nvPr/>
          </p:nvSpPr>
          <p:spPr bwMode="auto">
            <a:xfrm>
              <a:off x="4006" y="2103"/>
              <a:ext cx="38" cy="141"/>
            </a:xfrm>
            <a:custGeom>
              <a:avLst/>
              <a:gdLst>
                <a:gd name="T0" fmla="*/ 15 w 16"/>
                <a:gd name="T1" fmla="*/ 43 h 58"/>
                <a:gd name="T2" fmla="*/ 12 w 16"/>
                <a:gd name="T3" fmla="*/ 54 h 58"/>
                <a:gd name="T4" fmla="*/ 4 w 16"/>
                <a:gd name="T5" fmla="*/ 58 h 58"/>
                <a:gd name="T6" fmla="*/ 0 w 16"/>
                <a:gd name="T7" fmla="*/ 57 h 58"/>
                <a:gd name="T8" fmla="*/ 0 w 16"/>
                <a:gd name="T9" fmla="*/ 53 h 58"/>
                <a:gd name="T10" fmla="*/ 4 w 16"/>
                <a:gd name="T11" fmla="*/ 54 h 58"/>
                <a:gd name="T12" fmla="*/ 11 w 16"/>
                <a:gd name="T13" fmla="*/ 44 h 58"/>
                <a:gd name="T14" fmla="*/ 11 w 16"/>
                <a:gd name="T15" fmla="*/ 14 h 58"/>
                <a:gd name="T16" fmla="*/ 15 w 16"/>
                <a:gd name="T17" fmla="*/ 14 h 58"/>
                <a:gd name="T18" fmla="*/ 15 w 16"/>
                <a:gd name="T19" fmla="*/ 43 h 58"/>
                <a:gd name="T20" fmla="*/ 16 w 16"/>
                <a:gd name="T21" fmla="*/ 3 h 58"/>
                <a:gd name="T22" fmla="*/ 15 w 16"/>
                <a:gd name="T23" fmla="*/ 6 h 58"/>
                <a:gd name="T24" fmla="*/ 13 w 16"/>
                <a:gd name="T25" fmla="*/ 6 h 58"/>
                <a:gd name="T26" fmla="*/ 11 w 16"/>
                <a:gd name="T27" fmla="*/ 6 h 58"/>
                <a:gd name="T28" fmla="*/ 10 w 16"/>
                <a:gd name="T29" fmla="*/ 3 h 58"/>
                <a:gd name="T30" fmla="*/ 11 w 16"/>
                <a:gd name="T31" fmla="*/ 1 h 58"/>
                <a:gd name="T32" fmla="*/ 13 w 16"/>
                <a:gd name="T33" fmla="*/ 0 h 58"/>
                <a:gd name="T34" fmla="*/ 15 w 16"/>
                <a:gd name="T35" fmla="*/ 1 h 58"/>
                <a:gd name="T36" fmla="*/ 16 w 16"/>
                <a:gd name="T37"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58">
                  <a:moveTo>
                    <a:pt x="15" y="43"/>
                  </a:moveTo>
                  <a:cubicBezTo>
                    <a:pt x="15" y="48"/>
                    <a:pt x="14" y="52"/>
                    <a:pt x="12" y="54"/>
                  </a:cubicBezTo>
                  <a:cubicBezTo>
                    <a:pt x="10" y="57"/>
                    <a:pt x="8" y="58"/>
                    <a:pt x="4" y="58"/>
                  </a:cubicBezTo>
                  <a:cubicBezTo>
                    <a:pt x="2" y="58"/>
                    <a:pt x="1" y="58"/>
                    <a:pt x="0" y="57"/>
                  </a:cubicBezTo>
                  <a:cubicBezTo>
                    <a:pt x="0" y="53"/>
                    <a:pt x="0" y="53"/>
                    <a:pt x="0" y="53"/>
                  </a:cubicBezTo>
                  <a:cubicBezTo>
                    <a:pt x="1" y="54"/>
                    <a:pt x="3" y="54"/>
                    <a:pt x="4" y="54"/>
                  </a:cubicBezTo>
                  <a:cubicBezTo>
                    <a:pt x="8" y="54"/>
                    <a:pt x="11" y="51"/>
                    <a:pt x="11" y="44"/>
                  </a:cubicBezTo>
                  <a:cubicBezTo>
                    <a:pt x="11" y="14"/>
                    <a:pt x="11" y="14"/>
                    <a:pt x="11" y="14"/>
                  </a:cubicBezTo>
                  <a:cubicBezTo>
                    <a:pt x="15" y="14"/>
                    <a:pt x="15" y="14"/>
                    <a:pt x="15" y="14"/>
                  </a:cubicBezTo>
                  <a:lnTo>
                    <a:pt x="15" y="43"/>
                  </a:lnTo>
                  <a:close/>
                  <a:moveTo>
                    <a:pt x="16" y="3"/>
                  </a:moveTo>
                  <a:cubicBezTo>
                    <a:pt x="16" y="4"/>
                    <a:pt x="16" y="5"/>
                    <a:pt x="15" y="6"/>
                  </a:cubicBezTo>
                  <a:cubicBezTo>
                    <a:pt x="15" y="6"/>
                    <a:pt x="14" y="6"/>
                    <a:pt x="13" y="6"/>
                  </a:cubicBezTo>
                  <a:cubicBezTo>
                    <a:pt x="12" y="6"/>
                    <a:pt x="11" y="6"/>
                    <a:pt x="11" y="6"/>
                  </a:cubicBezTo>
                  <a:cubicBezTo>
                    <a:pt x="10" y="5"/>
                    <a:pt x="10" y="4"/>
                    <a:pt x="10" y="3"/>
                  </a:cubicBezTo>
                  <a:cubicBezTo>
                    <a:pt x="10" y="2"/>
                    <a:pt x="10" y="2"/>
                    <a:pt x="11" y="1"/>
                  </a:cubicBezTo>
                  <a:cubicBezTo>
                    <a:pt x="11" y="1"/>
                    <a:pt x="12" y="0"/>
                    <a:pt x="13" y="0"/>
                  </a:cubicBezTo>
                  <a:cubicBezTo>
                    <a:pt x="14" y="0"/>
                    <a:pt x="15" y="1"/>
                    <a:pt x="15" y="1"/>
                  </a:cubicBezTo>
                  <a:cubicBezTo>
                    <a:pt x="16" y="2"/>
                    <a:pt x="16" y="2"/>
                    <a:pt x="16"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2" name="Freeform 58"/>
            <p:cNvSpPr>
              <a:spLocks noEditPoints="1"/>
            </p:cNvSpPr>
            <p:nvPr/>
          </p:nvSpPr>
          <p:spPr bwMode="auto">
            <a:xfrm>
              <a:off x="4056" y="2134"/>
              <a:ext cx="62" cy="78"/>
            </a:xfrm>
            <a:custGeom>
              <a:avLst/>
              <a:gdLst>
                <a:gd name="T0" fmla="*/ 26 w 26"/>
                <a:gd name="T1" fmla="*/ 17 h 32"/>
                <a:gd name="T2" fmla="*/ 5 w 26"/>
                <a:gd name="T3" fmla="*/ 17 h 32"/>
                <a:gd name="T4" fmla="*/ 8 w 26"/>
                <a:gd name="T5" fmla="*/ 25 h 32"/>
                <a:gd name="T6" fmla="*/ 15 w 26"/>
                <a:gd name="T7" fmla="*/ 28 h 32"/>
                <a:gd name="T8" fmla="*/ 24 w 26"/>
                <a:gd name="T9" fmla="*/ 24 h 32"/>
                <a:gd name="T10" fmla="*/ 24 w 26"/>
                <a:gd name="T11" fmla="*/ 29 h 32"/>
                <a:gd name="T12" fmla="*/ 14 w 26"/>
                <a:gd name="T13" fmla="*/ 32 h 32"/>
                <a:gd name="T14" fmla="*/ 4 w 26"/>
                <a:gd name="T15" fmla="*/ 28 h 32"/>
                <a:gd name="T16" fmla="*/ 0 w 26"/>
                <a:gd name="T17" fmla="*/ 16 h 32"/>
                <a:gd name="T18" fmla="*/ 2 w 26"/>
                <a:gd name="T19" fmla="*/ 8 h 32"/>
                <a:gd name="T20" fmla="*/ 7 w 26"/>
                <a:gd name="T21" fmla="*/ 2 h 32"/>
                <a:gd name="T22" fmla="*/ 14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4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8" y="25"/>
                  </a:cubicBezTo>
                  <a:cubicBezTo>
                    <a:pt x="10" y="27"/>
                    <a:pt x="12" y="28"/>
                    <a:pt x="15" y="28"/>
                  </a:cubicBezTo>
                  <a:cubicBezTo>
                    <a:pt x="18" y="28"/>
                    <a:pt x="21" y="27"/>
                    <a:pt x="24" y="24"/>
                  </a:cubicBezTo>
                  <a:cubicBezTo>
                    <a:pt x="24" y="29"/>
                    <a:pt x="24" y="29"/>
                    <a:pt x="24" y="29"/>
                  </a:cubicBezTo>
                  <a:cubicBezTo>
                    <a:pt x="22" y="31"/>
                    <a:pt x="18" y="32"/>
                    <a:pt x="14" y="32"/>
                  </a:cubicBezTo>
                  <a:cubicBezTo>
                    <a:pt x="10" y="32"/>
                    <a:pt x="6" y="30"/>
                    <a:pt x="4" y="28"/>
                  </a:cubicBezTo>
                  <a:cubicBezTo>
                    <a:pt x="1" y="25"/>
                    <a:pt x="0" y="21"/>
                    <a:pt x="0" y="16"/>
                  </a:cubicBezTo>
                  <a:cubicBezTo>
                    <a:pt x="0" y="13"/>
                    <a:pt x="1" y="11"/>
                    <a:pt x="2" y="8"/>
                  </a:cubicBezTo>
                  <a:cubicBezTo>
                    <a:pt x="3" y="6"/>
                    <a:pt x="5" y="4"/>
                    <a:pt x="7" y="2"/>
                  </a:cubicBezTo>
                  <a:cubicBezTo>
                    <a:pt x="9" y="1"/>
                    <a:pt x="11" y="0"/>
                    <a:pt x="14" y="0"/>
                  </a:cubicBezTo>
                  <a:cubicBezTo>
                    <a:pt x="18" y="0"/>
                    <a:pt x="21" y="2"/>
                    <a:pt x="23" y="4"/>
                  </a:cubicBezTo>
                  <a:cubicBezTo>
                    <a:pt x="25" y="7"/>
                    <a:pt x="26" y="10"/>
                    <a:pt x="26" y="15"/>
                  </a:cubicBezTo>
                  <a:lnTo>
                    <a:pt x="26" y="17"/>
                  </a:lnTo>
                  <a:close/>
                  <a:moveTo>
                    <a:pt x="21" y="13"/>
                  </a:moveTo>
                  <a:cubicBezTo>
                    <a:pt x="21" y="10"/>
                    <a:pt x="21" y="8"/>
                    <a:pt x="19" y="7"/>
                  </a:cubicBezTo>
                  <a:cubicBezTo>
                    <a:pt x="18" y="5"/>
                    <a:pt x="16" y="4"/>
                    <a:pt x="14" y="4"/>
                  </a:cubicBezTo>
                  <a:cubicBezTo>
                    <a:pt x="12" y="4"/>
                    <a:pt x="10" y="5"/>
                    <a:pt x="8" y="7"/>
                  </a:cubicBezTo>
                  <a:cubicBezTo>
                    <a:pt x="7" y="8"/>
                    <a:pt x="6" y="11"/>
                    <a:pt x="5" y="13"/>
                  </a:cubicBezTo>
                  <a:lnTo>
                    <a:pt x="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3" name="Freeform 59"/>
            <p:cNvSpPr>
              <a:spLocks/>
            </p:cNvSpPr>
            <p:nvPr/>
          </p:nvSpPr>
          <p:spPr bwMode="auto">
            <a:xfrm>
              <a:off x="4125" y="2134"/>
              <a:ext cx="55" cy="78"/>
            </a:xfrm>
            <a:custGeom>
              <a:avLst/>
              <a:gdLst>
                <a:gd name="T0" fmla="*/ 23 w 23"/>
                <a:gd name="T1" fmla="*/ 30 h 32"/>
                <a:gd name="T2" fmla="*/ 15 w 23"/>
                <a:gd name="T3" fmla="*/ 32 h 32"/>
                <a:gd name="T4" fmla="*/ 7 w 23"/>
                <a:gd name="T5" fmla="*/ 30 h 32"/>
                <a:gd name="T6" fmla="*/ 2 w 23"/>
                <a:gd name="T7" fmla="*/ 25 h 32"/>
                <a:gd name="T8" fmla="*/ 0 w 23"/>
                <a:gd name="T9" fmla="*/ 17 h 32"/>
                <a:gd name="T10" fmla="*/ 5 w 23"/>
                <a:gd name="T11" fmla="*/ 5 h 32"/>
                <a:gd name="T12" fmla="*/ 16 w 23"/>
                <a:gd name="T13" fmla="*/ 0 h 32"/>
                <a:gd name="T14" fmla="*/ 23 w 23"/>
                <a:gd name="T15" fmla="*/ 2 h 32"/>
                <a:gd name="T16" fmla="*/ 23 w 23"/>
                <a:gd name="T17" fmla="*/ 7 h 32"/>
                <a:gd name="T18" fmla="*/ 16 w 23"/>
                <a:gd name="T19" fmla="*/ 4 h 32"/>
                <a:gd name="T20" fmla="*/ 8 w 23"/>
                <a:gd name="T21" fmla="*/ 8 h 32"/>
                <a:gd name="T22" fmla="*/ 5 w 23"/>
                <a:gd name="T23" fmla="*/ 16 h 32"/>
                <a:gd name="T24" fmla="*/ 8 w 23"/>
                <a:gd name="T25" fmla="*/ 25 h 32"/>
                <a:gd name="T26" fmla="*/ 16 w 23"/>
                <a:gd name="T27" fmla="*/ 28 h 32"/>
                <a:gd name="T28" fmla="*/ 23 w 23"/>
                <a:gd name="T29" fmla="*/ 25 h 32"/>
                <a:gd name="T30" fmla="*/ 23 w 23"/>
                <a:gd name="T31"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 h="32">
                  <a:moveTo>
                    <a:pt x="23" y="30"/>
                  </a:moveTo>
                  <a:cubicBezTo>
                    <a:pt x="21" y="31"/>
                    <a:pt x="18" y="32"/>
                    <a:pt x="15" y="32"/>
                  </a:cubicBezTo>
                  <a:cubicBezTo>
                    <a:pt x="12" y="32"/>
                    <a:pt x="10" y="31"/>
                    <a:pt x="7" y="30"/>
                  </a:cubicBezTo>
                  <a:cubicBezTo>
                    <a:pt x="5" y="29"/>
                    <a:pt x="3" y="27"/>
                    <a:pt x="2" y="25"/>
                  </a:cubicBezTo>
                  <a:cubicBezTo>
                    <a:pt x="1" y="22"/>
                    <a:pt x="0" y="20"/>
                    <a:pt x="0" y="17"/>
                  </a:cubicBezTo>
                  <a:cubicBezTo>
                    <a:pt x="0" y="12"/>
                    <a:pt x="2" y="8"/>
                    <a:pt x="5" y="5"/>
                  </a:cubicBezTo>
                  <a:cubicBezTo>
                    <a:pt x="8" y="2"/>
                    <a:pt x="11" y="0"/>
                    <a:pt x="16" y="0"/>
                  </a:cubicBezTo>
                  <a:cubicBezTo>
                    <a:pt x="19" y="0"/>
                    <a:pt x="21" y="1"/>
                    <a:pt x="23" y="2"/>
                  </a:cubicBezTo>
                  <a:cubicBezTo>
                    <a:pt x="23" y="7"/>
                    <a:pt x="23" y="7"/>
                    <a:pt x="23" y="7"/>
                  </a:cubicBezTo>
                  <a:cubicBezTo>
                    <a:pt x="21" y="5"/>
                    <a:pt x="18" y="4"/>
                    <a:pt x="16" y="4"/>
                  </a:cubicBezTo>
                  <a:cubicBezTo>
                    <a:pt x="13" y="4"/>
                    <a:pt x="10" y="6"/>
                    <a:pt x="8" y="8"/>
                  </a:cubicBezTo>
                  <a:cubicBezTo>
                    <a:pt x="6" y="10"/>
                    <a:pt x="5" y="13"/>
                    <a:pt x="5" y="16"/>
                  </a:cubicBezTo>
                  <a:cubicBezTo>
                    <a:pt x="5" y="20"/>
                    <a:pt x="6" y="23"/>
                    <a:pt x="8" y="25"/>
                  </a:cubicBezTo>
                  <a:cubicBezTo>
                    <a:pt x="10" y="27"/>
                    <a:pt x="12" y="28"/>
                    <a:pt x="16" y="28"/>
                  </a:cubicBezTo>
                  <a:cubicBezTo>
                    <a:pt x="18" y="28"/>
                    <a:pt x="21" y="27"/>
                    <a:pt x="23" y="25"/>
                  </a:cubicBezTo>
                  <a:lnTo>
                    <a:pt x="23"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4" name="Freeform 60"/>
            <p:cNvSpPr>
              <a:spLocks/>
            </p:cNvSpPr>
            <p:nvPr/>
          </p:nvSpPr>
          <p:spPr bwMode="auto">
            <a:xfrm>
              <a:off x="4185" y="2115"/>
              <a:ext cx="42" cy="97"/>
            </a:xfrm>
            <a:custGeom>
              <a:avLst/>
              <a:gdLst>
                <a:gd name="T0" fmla="*/ 18 w 18"/>
                <a:gd name="T1" fmla="*/ 39 h 40"/>
                <a:gd name="T2" fmla="*/ 13 w 18"/>
                <a:gd name="T3" fmla="*/ 40 h 40"/>
                <a:gd name="T4" fmla="*/ 5 w 18"/>
                <a:gd name="T5" fmla="*/ 31 h 40"/>
                <a:gd name="T6" fmla="*/ 5 w 18"/>
                <a:gd name="T7" fmla="*/ 13 h 40"/>
                <a:gd name="T8" fmla="*/ 0 w 18"/>
                <a:gd name="T9" fmla="*/ 13 h 40"/>
                <a:gd name="T10" fmla="*/ 0 w 18"/>
                <a:gd name="T11" fmla="*/ 9 h 40"/>
                <a:gd name="T12" fmla="*/ 5 w 18"/>
                <a:gd name="T13" fmla="*/ 9 h 40"/>
                <a:gd name="T14" fmla="*/ 5 w 18"/>
                <a:gd name="T15" fmla="*/ 2 h 40"/>
                <a:gd name="T16" fmla="*/ 10 w 18"/>
                <a:gd name="T17" fmla="*/ 0 h 40"/>
                <a:gd name="T18" fmla="*/ 10 w 18"/>
                <a:gd name="T19" fmla="*/ 9 h 40"/>
                <a:gd name="T20" fmla="*/ 18 w 18"/>
                <a:gd name="T21" fmla="*/ 9 h 40"/>
                <a:gd name="T22" fmla="*/ 18 w 18"/>
                <a:gd name="T23" fmla="*/ 13 h 40"/>
                <a:gd name="T24" fmla="*/ 10 w 18"/>
                <a:gd name="T25" fmla="*/ 13 h 40"/>
                <a:gd name="T26" fmla="*/ 10 w 18"/>
                <a:gd name="T27" fmla="*/ 30 h 40"/>
                <a:gd name="T28" fmla="*/ 11 w 18"/>
                <a:gd name="T29" fmla="*/ 34 h 40"/>
                <a:gd name="T30" fmla="*/ 14 w 18"/>
                <a:gd name="T31" fmla="*/ 36 h 40"/>
                <a:gd name="T32" fmla="*/ 18 w 18"/>
                <a:gd name="T33" fmla="*/ 35 h 40"/>
                <a:gd name="T34" fmla="*/ 18 w 18"/>
                <a:gd name="T3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40">
                  <a:moveTo>
                    <a:pt x="18" y="39"/>
                  </a:moveTo>
                  <a:cubicBezTo>
                    <a:pt x="16" y="39"/>
                    <a:pt x="15" y="40"/>
                    <a:pt x="13" y="40"/>
                  </a:cubicBezTo>
                  <a:cubicBezTo>
                    <a:pt x="8" y="40"/>
                    <a:pt x="5" y="37"/>
                    <a:pt x="5" y="31"/>
                  </a:cubicBezTo>
                  <a:cubicBezTo>
                    <a:pt x="5" y="13"/>
                    <a:pt x="5" y="13"/>
                    <a:pt x="5" y="13"/>
                  </a:cubicBezTo>
                  <a:cubicBezTo>
                    <a:pt x="0" y="13"/>
                    <a:pt x="0" y="13"/>
                    <a:pt x="0" y="13"/>
                  </a:cubicBezTo>
                  <a:cubicBezTo>
                    <a:pt x="0" y="9"/>
                    <a:pt x="0" y="9"/>
                    <a:pt x="0" y="9"/>
                  </a:cubicBezTo>
                  <a:cubicBezTo>
                    <a:pt x="5" y="9"/>
                    <a:pt x="5" y="9"/>
                    <a:pt x="5" y="9"/>
                  </a:cubicBezTo>
                  <a:cubicBezTo>
                    <a:pt x="5" y="2"/>
                    <a:pt x="5" y="2"/>
                    <a:pt x="5" y="2"/>
                  </a:cubicBezTo>
                  <a:cubicBezTo>
                    <a:pt x="10" y="0"/>
                    <a:pt x="10" y="0"/>
                    <a:pt x="10" y="0"/>
                  </a:cubicBezTo>
                  <a:cubicBezTo>
                    <a:pt x="10" y="9"/>
                    <a:pt x="10" y="9"/>
                    <a:pt x="10" y="9"/>
                  </a:cubicBezTo>
                  <a:cubicBezTo>
                    <a:pt x="18" y="9"/>
                    <a:pt x="18" y="9"/>
                    <a:pt x="18" y="9"/>
                  </a:cubicBezTo>
                  <a:cubicBezTo>
                    <a:pt x="18" y="13"/>
                    <a:pt x="18" y="13"/>
                    <a:pt x="18" y="13"/>
                  </a:cubicBezTo>
                  <a:cubicBezTo>
                    <a:pt x="10" y="13"/>
                    <a:pt x="10" y="13"/>
                    <a:pt x="10" y="13"/>
                  </a:cubicBezTo>
                  <a:cubicBezTo>
                    <a:pt x="10" y="30"/>
                    <a:pt x="10" y="30"/>
                    <a:pt x="10" y="30"/>
                  </a:cubicBezTo>
                  <a:cubicBezTo>
                    <a:pt x="10" y="32"/>
                    <a:pt x="10" y="34"/>
                    <a:pt x="11" y="34"/>
                  </a:cubicBezTo>
                  <a:cubicBezTo>
                    <a:pt x="12" y="35"/>
                    <a:pt x="13" y="36"/>
                    <a:pt x="14" y="36"/>
                  </a:cubicBezTo>
                  <a:cubicBezTo>
                    <a:pt x="16" y="36"/>
                    <a:pt x="17" y="35"/>
                    <a:pt x="18" y="35"/>
                  </a:cubicBezTo>
                  <a:lnTo>
                    <a:pt x="18"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5" name="Freeform 61"/>
            <p:cNvSpPr>
              <a:spLocks noEditPoints="1"/>
            </p:cNvSpPr>
            <p:nvPr/>
          </p:nvSpPr>
          <p:spPr bwMode="auto">
            <a:xfrm>
              <a:off x="3834" y="2108"/>
              <a:ext cx="60" cy="102"/>
            </a:xfrm>
            <a:custGeom>
              <a:avLst/>
              <a:gdLst>
                <a:gd name="T0" fmla="*/ 25 w 25"/>
                <a:gd name="T1" fmla="*/ 13 h 42"/>
                <a:gd name="T2" fmla="*/ 21 w 25"/>
                <a:gd name="T3" fmla="*/ 22 h 42"/>
                <a:gd name="T4" fmla="*/ 10 w 25"/>
                <a:gd name="T5" fmla="*/ 26 h 42"/>
                <a:gd name="T6" fmla="*/ 5 w 25"/>
                <a:gd name="T7" fmla="*/ 26 h 42"/>
                <a:gd name="T8" fmla="*/ 5 w 25"/>
                <a:gd name="T9" fmla="*/ 42 h 42"/>
                <a:gd name="T10" fmla="*/ 0 w 25"/>
                <a:gd name="T11" fmla="*/ 42 h 42"/>
                <a:gd name="T12" fmla="*/ 0 w 25"/>
                <a:gd name="T13" fmla="*/ 0 h 42"/>
                <a:gd name="T14" fmla="*/ 11 w 25"/>
                <a:gd name="T15" fmla="*/ 0 h 42"/>
                <a:gd name="T16" fmla="*/ 22 w 25"/>
                <a:gd name="T17" fmla="*/ 3 h 42"/>
                <a:gd name="T18" fmla="*/ 25 w 25"/>
                <a:gd name="T19" fmla="*/ 13 h 42"/>
                <a:gd name="T20" fmla="*/ 20 w 25"/>
                <a:gd name="T21" fmla="*/ 13 h 42"/>
                <a:gd name="T22" fmla="*/ 10 w 25"/>
                <a:gd name="T23" fmla="*/ 5 h 42"/>
                <a:gd name="T24" fmla="*/ 5 w 25"/>
                <a:gd name="T25" fmla="*/ 5 h 42"/>
                <a:gd name="T26" fmla="*/ 5 w 25"/>
                <a:gd name="T27" fmla="*/ 22 h 42"/>
                <a:gd name="T28" fmla="*/ 10 w 25"/>
                <a:gd name="T29" fmla="*/ 22 h 42"/>
                <a:gd name="T30" fmla="*/ 18 w 25"/>
                <a:gd name="T31" fmla="*/ 19 h 42"/>
                <a:gd name="T32" fmla="*/ 20 w 25"/>
                <a:gd name="T33" fmla="*/ 1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42">
                  <a:moveTo>
                    <a:pt x="25" y="13"/>
                  </a:moveTo>
                  <a:cubicBezTo>
                    <a:pt x="25" y="17"/>
                    <a:pt x="24" y="20"/>
                    <a:pt x="21" y="22"/>
                  </a:cubicBezTo>
                  <a:cubicBezTo>
                    <a:pt x="18" y="25"/>
                    <a:pt x="15" y="26"/>
                    <a:pt x="10" y="26"/>
                  </a:cubicBezTo>
                  <a:cubicBezTo>
                    <a:pt x="5" y="26"/>
                    <a:pt x="5" y="26"/>
                    <a:pt x="5" y="26"/>
                  </a:cubicBezTo>
                  <a:cubicBezTo>
                    <a:pt x="5" y="42"/>
                    <a:pt x="5" y="42"/>
                    <a:pt x="5" y="42"/>
                  </a:cubicBezTo>
                  <a:cubicBezTo>
                    <a:pt x="0" y="42"/>
                    <a:pt x="0" y="42"/>
                    <a:pt x="0" y="42"/>
                  </a:cubicBezTo>
                  <a:cubicBezTo>
                    <a:pt x="0" y="0"/>
                    <a:pt x="0" y="0"/>
                    <a:pt x="0" y="0"/>
                  </a:cubicBezTo>
                  <a:cubicBezTo>
                    <a:pt x="11" y="0"/>
                    <a:pt x="11" y="0"/>
                    <a:pt x="11" y="0"/>
                  </a:cubicBezTo>
                  <a:cubicBezTo>
                    <a:pt x="16" y="0"/>
                    <a:pt x="19" y="1"/>
                    <a:pt x="22" y="3"/>
                  </a:cubicBezTo>
                  <a:cubicBezTo>
                    <a:pt x="24" y="6"/>
                    <a:pt x="25" y="9"/>
                    <a:pt x="25" y="13"/>
                  </a:cubicBezTo>
                  <a:close/>
                  <a:moveTo>
                    <a:pt x="20" y="13"/>
                  </a:moveTo>
                  <a:cubicBezTo>
                    <a:pt x="20" y="7"/>
                    <a:pt x="17" y="5"/>
                    <a:pt x="10" y="5"/>
                  </a:cubicBezTo>
                  <a:cubicBezTo>
                    <a:pt x="5" y="5"/>
                    <a:pt x="5" y="5"/>
                    <a:pt x="5" y="5"/>
                  </a:cubicBezTo>
                  <a:cubicBezTo>
                    <a:pt x="5" y="22"/>
                    <a:pt x="5" y="22"/>
                    <a:pt x="5" y="22"/>
                  </a:cubicBezTo>
                  <a:cubicBezTo>
                    <a:pt x="10" y="22"/>
                    <a:pt x="10" y="22"/>
                    <a:pt x="10" y="22"/>
                  </a:cubicBezTo>
                  <a:cubicBezTo>
                    <a:pt x="13" y="22"/>
                    <a:pt x="16" y="21"/>
                    <a:pt x="18" y="19"/>
                  </a:cubicBezTo>
                  <a:cubicBezTo>
                    <a:pt x="19" y="18"/>
                    <a:pt x="20" y="16"/>
                    <a:pt x="20"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6" name="Freeform 62"/>
            <p:cNvSpPr>
              <a:spLocks/>
            </p:cNvSpPr>
            <p:nvPr/>
          </p:nvSpPr>
          <p:spPr bwMode="auto">
            <a:xfrm>
              <a:off x="3908" y="2137"/>
              <a:ext cx="38" cy="73"/>
            </a:xfrm>
            <a:custGeom>
              <a:avLst/>
              <a:gdLst>
                <a:gd name="T0" fmla="*/ 16 w 16"/>
                <a:gd name="T1" fmla="*/ 5 h 30"/>
                <a:gd name="T2" fmla="*/ 12 w 16"/>
                <a:gd name="T3" fmla="*/ 4 h 30"/>
                <a:gd name="T4" fmla="*/ 7 w 16"/>
                <a:gd name="T5" fmla="*/ 7 h 30"/>
                <a:gd name="T6" fmla="*/ 5 w 16"/>
                <a:gd name="T7" fmla="*/ 15 h 30"/>
                <a:gd name="T8" fmla="*/ 5 w 16"/>
                <a:gd name="T9" fmla="*/ 30 h 30"/>
                <a:gd name="T10" fmla="*/ 0 w 16"/>
                <a:gd name="T11" fmla="*/ 30 h 30"/>
                <a:gd name="T12" fmla="*/ 0 w 16"/>
                <a:gd name="T13" fmla="*/ 0 h 30"/>
                <a:gd name="T14" fmla="*/ 5 w 16"/>
                <a:gd name="T15" fmla="*/ 0 h 30"/>
                <a:gd name="T16" fmla="*/ 5 w 16"/>
                <a:gd name="T17" fmla="*/ 6 h 30"/>
                <a:gd name="T18" fmla="*/ 5 w 16"/>
                <a:gd name="T19" fmla="*/ 6 h 30"/>
                <a:gd name="T20" fmla="*/ 8 w 16"/>
                <a:gd name="T21" fmla="*/ 1 h 30"/>
                <a:gd name="T22" fmla="*/ 13 w 16"/>
                <a:gd name="T23" fmla="*/ 0 h 30"/>
                <a:gd name="T24" fmla="*/ 16 w 16"/>
                <a:gd name="T25" fmla="*/ 0 h 30"/>
                <a:gd name="T26" fmla="*/ 16 w 16"/>
                <a:gd name="T27" fmla="*/ 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0">
                  <a:moveTo>
                    <a:pt x="16" y="5"/>
                  </a:moveTo>
                  <a:cubicBezTo>
                    <a:pt x="15" y="4"/>
                    <a:pt x="14" y="4"/>
                    <a:pt x="12" y="4"/>
                  </a:cubicBezTo>
                  <a:cubicBezTo>
                    <a:pt x="10" y="4"/>
                    <a:pt x="8" y="5"/>
                    <a:pt x="7" y="7"/>
                  </a:cubicBezTo>
                  <a:cubicBezTo>
                    <a:pt x="5" y="9"/>
                    <a:pt x="5" y="12"/>
                    <a:pt x="5" y="15"/>
                  </a:cubicBezTo>
                  <a:cubicBezTo>
                    <a:pt x="5" y="30"/>
                    <a:pt x="5" y="30"/>
                    <a:pt x="5" y="30"/>
                  </a:cubicBezTo>
                  <a:cubicBezTo>
                    <a:pt x="0" y="30"/>
                    <a:pt x="0" y="30"/>
                    <a:pt x="0" y="30"/>
                  </a:cubicBezTo>
                  <a:cubicBezTo>
                    <a:pt x="0" y="0"/>
                    <a:pt x="0" y="0"/>
                    <a:pt x="0" y="0"/>
                  </a:cubicBezTo>
                  <a:cubicBezTo>
                    <a:pt x="5" y="0"/>
                    <a:pt x="5" y="0"/>
                    <a:pt x="5" y="0"/>
                  </a:cubicBezTo>
                  <a:cubicBezTo>
                    <a:pt x="5" y="6"/>
                    <a:pt x="5" y="6"/>
                    <a:pt x="5" y="6"/>
                  </a:cubicBezTo>
                  <a:cubicBezTo>
                    <a:pt x="5" y="6"/>
                    <a:pt x="5" y="6"/>
                    <a:pt x="5" y="6"/>
                  </a:cubicBezTo>
                  <a:cubicBezTo>
                    <a:pt x="6" y="4"/>
                    <a:pt x="7" y="3"/>
                    <a:pt x="8" y="1"/>
                  </a:cubicBezTo>
                  <a:cubicBezTo>
                    <a:pt x="9" y="0"/>
                    <a:pt x="11" y="0"/>
                    <a:pt x="13" y="0"/>
                  </a:cubicBezTo>
                  <a:cubicBezTo>
                    <a:pt x="14" y="0"/>
                    <a:pt x="15" y="0"/>
                    <a:pt x="16" y="0"/>
                  </a:cubicBezTo>
                  <a:lnTo>
                    <a:pt x="16"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7" name="Freeform 63"/>
            <p:cNvSpPr>
              <a:spLocks noEditPoints="1"/>
            </p:cNvSpPr>
            <p:nvPr/>
          </p:nvSpPr>
          <p:spPr bwMode="auto">
            <a:xfrm>
              <a:off x="3946" y="2134"/>
              <a:ext cx="72" cy="78"/>
            </a:xfrm>
            <a:custGeom>
              <a:avLst/>
              <a:gdLst>
                <a:gd name="T0" fmla="*/ 30 w 30"/>
                <a:gd name="T1" fmla="*/ 16 h 32"/>
                <a:gd name="T2" fmla="*/ 26 w 30"/>
                <a:gd name="T3" fmla="*/ 27 h 32"/>
                <a:gd name="T4" fmla="*/ 15 w 30"/>
                <a:gd name="T5" fmla="*/ 32 h 32"/>
                <a:gd name="T6" fmla="*/ 4 w 30"/>
                <a:gd name="T7" fmla="*/ 28 h 32"/>
                <a:gd name="T8" fmla="*/ 0 w 30"/>
                <a:gd name="T9" fmla="*/ 16 h 32"/>
                <a:gd name="T10" fmla="*/ 4 w 30"/>
                <a:gd name="T11" fmla="*/ 5 h 32"/>
                <a:gd name="T12" fmla="*/ 15 w 30"/>
                <a:gd name="T13" fmla="*/ 0 h 32"/>
                <a:gd name="T14" fmla="*/ 26 w 30"/>
                <a:gd name="T15" fmla="*/ 5 h 32"/>
                <a:gd name="T16" fmla="*/ 30 w 30"/>
                <a:gd name="T17" fmla="*/ 16 h 32"/>
                <a:gd name="T18" fmla="*/ 25 w 30"/>
                <a:gd name="T19" fmla="*/ 16 h 32"/>
                <a:gd name="T20" fmla="*/ 22 w 30"/>
                <a:gd name="T21" fmla="*/ 7 h 32"/>
                <a:gd name="T22" fmla="*/ 15 w 30"/>
                <a:gd name="T23" fmla="*/ 4 h 32"/>
                <a:gd name="T24" fmla="*/ 8 w 30"/>
                <a:gd name="T25" fmla="*/ 8 h 32"/>
                <a:gd name="T26" fmla="*/ 5 w 30"/>
                <a:gd name="T27" fmla="*/ 16 h 32"/>
                <a:gd name="T28" fmla="*/ 8 w 30"/>
                <a:gd name="T29" fmla="*/ 25 h 32"/>
                <a:gd name="T30" fmla="*/ 15 w 30"/>
                <a:gd name="T31" fmla="*/ 28 h 32"/>
                <a:gd name="T32" fmla="*/ 22 w 30"/>
                <a:gd name="T33" fmla="*/ 25 h 32"/>
                <a:gd name="T34" fmla="*/ 25 w 30"/>
                <a:gd name="T35"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32">
                  <a:moveTo>
                    <a:pt x="30" y="16"/>
                  </a:moveTo>
                  <a:cubicBezTo>
                    <a:pt x="30" y="21"/>
                    <a:pt x="28" y="25"/>
                    <a:pt x="26" y="27"/>
                  </a:cubicBezTo>
                  <a:cubicBezTo>
                    <a:pt x="23" y="30"/>
                    <a:pt x="19" y="32"/>
                    <a:pt x="15" y="32"/>
                  </a:cubicBezTo>
                  <a:cubicBezTo>
                    <a:pt x="10" y="32"/>
                    <a:pt x="7" y="30"/>
                    <a:pt x="4" y="28"/>
                  </a:cubicBezTo>
                  <a:cubicBezTo>
                    <a:pt x="2" y="25"/>
                    <a:pt x="0" y="21"/>
                    <a:pt x="0" y="16"/>
                  </a:cubicBezTo>
                  <a:cubicBezTo>
                    <a:pt x="0" y="11"/>
                    <a:pt x="2" y="8"/>
                    <a:pt x="4" y="5"/>
                  </a:cubicBezTo>
                  <a:cubicBezTo>
                    <a:pt x="7" y="2"/>
                    <a:pt x="11" y="0"/>
                    <a:pt x="15" y="0"/>
                  </a:cubicBezTo>
                  <a:cubicBezTo>
                    <a:pt x="20" y="0"/>
                    <a:pt x="23" y="2"/>
                    <a:pt x="26" y="5"/>
                  </a:cubicBezTo>
                  <a:cubicBezTo>
                    <a:pt x="28" y="7"/>
                    <a:pt x="30" y="11"/>
                    <a:pt x="30" y="16"/>
                  </a:cubicBezTo>
                  <a:close/>
                  <a:moveTo>
                    <a:pt x="25" y="16"/>
                  </a:moveTo>
                  <a:cubicBezTo>
                    <a:pt x="25" y="12"/>
                    <a:pt x="24" y="9"/>
                    <a:pt x="22" y="7"/>
                  </a:cubicBezTo>
                  <a:cubicBezTo>
                    <a:pt x="21" y="5"/>
                    <a:pt x="18" y="4"/>
                    <a:pt x="15" y="4"/>
                  </a:cubicBezTo>
                  <a:cubicBezTo>
                    <a:pt x="12" y="4"/>
                    <a:pt x="10" y="5"/>
                    <a:pt x="8" y="8"/>
                  </a:cubicBezTo>
                  <a:cubicBezTo>
                    <a:pt x="6" y="10"/>
                    <a:pt x="5" y="12"/>
                    <a:pt x="5" y="16"/>
                  </a:cubicBezTo>
                  <a:cubicBezTo>
                    <a:pt x="5" y="20"/>
                    <a:pt x="6" y="23"/>
                    <a:pt x="8" y="25"/>
                  </a:cubicBezTo>
                  <a:cubicBezTo>
                    <a:pt x="10" y="27"/>
                    <a:pt x="12" y="28"/>
                    <a:pt x="15" y="28"/>
                  </a:cubicBezTo>
                  <a:cubicBezTo>
                    <a:pt x="18" y="28"/>
                    <a:pt x="21" y="27"/>
                    <a:pt x="22" y="25"/>
                  </a:cubicBezTo>
                  <a:cubicBezTo>
                    <a:pt x="24" y="23"/>
                    <a:pt x="25" y="20"/>
                    <a:pt x="25"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8" name="Freeform 64"/>
            <p:cNvSpPr>
              <a:spLocks noEditPoints="1"/>
            </p:cNvSpPr>
            <p:nvPr/>
          </p:nvSpPr>
          <p:spPr bwMode="auto">
            <a:xfrm>
              <a:off x="4006" y="2103"/>
              <a:ext cx="38" cy="141"/>
            </a:xfrm>
            <a:custGeom>
              <a:avLst/>
              <a:gdLst>
                <a:gd name="T0" fmla="*/ 15 w 16"/>
                <a:gd name="T1" fmla="*/ 43 h 58"/>
                <a:gd name="T2" fmla="*/ 12 w 16"/>
                <a:gd name="T3" fmla="*/ 54 h 58"/>
                <a:gd name="T4" fmla="*/ 4 w 16"/>
                <a:gd name="T5" fmla="*/ 58 h 58"/>
                <a:gd name="T6" fmla="*/ 0 w 16"/>
                <a:gd name="T7" fmla="*/ 57 h 58"/>
                <a:gd name="T8" fmla="*/ 0 w 16"/>
                <a:gd name="T9" fmla="*/ 53 h 58"/>
                <a:gd name="T10" fmla="*/ 4 w 16"/>
                <a:gd name="T11" fmla="*/ 54 h 58"/>
                <a:gd name="T12" fmla="*/ 11 w 16"/>
                <a:gd name="T13" fmla="*/ 44 h 58"/>
                <a:gd name="T14" fmla="*/ 11 w 16"/>
                <a:gd name="T15" fmla="*/ 14 h 58"/>
                <a:gd name="T16" fmla="*/ 15 w 16"/>
                <a:gd name="T17" fmla="*/ 14 h 58"/>
                <a:gd name="T18" fmla="*/ 15 w 16"/>
                <a:gd name="T19" fmla="*/ 43 h 58"/>
                <a:gd name="T20" fmla="*/ 16 w 16"/>
                <a:gd name="T21" fmla="*/ 3 h 58"/>
                <a:gd name="T22" fmla="*/ 15 w 16"/>
                <a:gd name="T23" fmla="*/ 6 h 58"/>
                <a:gd name="T24" fmla="*/ 13 w 16"/>
                <a:gd name="T25" fmla="*/ 6 h 58"/>
                <a:gd name="T26" fmla="*/ 11 w 16"/>
                <a:gd name="T27" fmla="*/ 6 h 58"/>
                <a:gd name="T28" fmla="*/ 10 w 16"/>
                <a:gd name="T29" fmla="*/ 3 h 58"/>
                <a:gd name="T30" fmla="*/ 11 w 16"/>
                <a:gd name="T31" fmla="*/ 1 h 58"/>
                <a:gd name="T32" fmla="*/ 13 w 16"/>
                <a:gd name="T33" fmla="*/ 0 h 58"/>
                <a:gd name="T34" fmla="*/ 15 w 16"/>
                <a:gd name="T35" fmla="*/ 1 h 58"/>
                <a:gd name="T36" fmla="*/ 16 w 16"/>
                <a:gd name="T37"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58">
                  <a:moveTo>
                    <a:pt x="15" y="43"/>
                  </a:moveTo>
                  <a:cubicBezTo>
                    <a:pt x="15" y="48"/>
                    <a:pt x="14" y="52"/>
                    <a:pt x="12" y="54"/>
                  </a:cubicBezTo>
                  <a:cubicBezTo>
                    <a:pt x="10" y="57"/>
                    <a:pt x="8" y="58"/>
                    <a:pt x="4" y="58"/>
                  </a:cubicBezTo>
                  <a:cubicBezTo>
                    <a:pt x="2" y="58"/>
                    <a:pt x="1" y="58"/>
                    <a:pt x="0" y="57"/>
                  </a:cubicBezTo>
                  <a:cubicBezTo>
                    <a:pt x="0" y="53"/>
                    <a:pt x="0" y="53"/>
                    <a:pt x="0" y="53"/>
                  </a:cubicBezTo>
                  <a:cubicBezTo>
                    <a:pt x="1" y="54"/>
                    <a:pt x="3" y="54"/>
                    <a:pt x="4" y="54"/>
                  </a:cubicBezTo>
                  <a:cubicBezTo>
                    <a:pt x="8" y="54"/>
                    <a:pt x="11" y="51"/>
                    <a:pt x="11" y="44"/>
                  </a:cubicBezTo>
                  <a:cubicBezTo>
                    <a:pt x="11" y="14"/>
                    <a:pt x="11" y="14"/>
                    <a:pt x="11" y="14"/>
                  </a:cubicBezTo>
                  <a:cubicBezTo>
                    <a:pt x="15" y="14"/>
                    <a:pt x="15" y="14"/>
                    <a:pt x="15" y="14"/>
                  </a:cubicBezTo>
                  <a:lnTo>
                    <a:pt x="15" y="43"/>
                  </a:lnTo>
                  <a:close/>
                  <a:moveTo>
                    <a:pt x="16" y="3"/>
                  </a:moveTo>
                  <a:cubicBezTo>
                    <a:pt x="16" y="4"/>
                    <a:pt x="16" y="5"/>
                    <a:pt x="15" y="6"/>
                  </a:cubicBezTo>
                  <a:cubicBezTo>
                    <a:pt x="15" y="6"/>
                    <a:pt x="14" y="6"/>
                    <a:pt x="13" y="6"/>
                  </a:cubicBezTo>
                  <a:cubicBezTo>
                    <a:pt x="12" y="6"/>
                    <a:pt x="11" y="6"/>
                    <a:pt x="11" y="6"/>
                  </a:cubicBezTo>
                  <a:cubicBezTo>
                    <a:pt x="10" y="5"/>
                    <a:pt x="10" y="4"/>
                    <a:pt x="10" y="3"/>
                  </a:cubicBezTo>
                  <a:cubicBezTo>
                    <a:pt x="10" y="2"/>
                    <a:pt x="10" y="2"/>
                    <a:pt x="11" y="1"/>
                  </a:cubicBezTo>
                  <a:cubicBezTo>
                    <a:pt x="11" y="1"/>
                    <a:pt x="12" y="0"/>
                    <a:pt x="13" y="0"/>
                  </a:cubicBezTo>
                  <a:cubicBezTo>
                    <a:pt x="14" y="0"/>
                    <a:pt x="15" y="1"/>
                    <a:pt x="15" y="1"/>
                  </a:cubicBezTo>
                  <a:cubicBezTo>
                    <a:pt x="16" y="2"/>
                    <a:pt x="16" y="2"/>
                    <a:pt x="16"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9" name="Freeform 65"/>
            <p:cNvSpPr>
              <a:spLocks noEditPoints="1"/>
            </p:cNvSpPr>
            <p:nvPr/>
          </p:nvSpPr>
          <p:spPr bwMode="auto">
            <a:xfrm>
              <a:off x="4056" y="2134"/>
              <a:ext cx="62" cy="78"/>
            </a:xfrm>
            <a:custGeom>
              <a:avLst/>
              <a:gdLst>
                <a:gd name="T0" fmla="*/ 26 w 26"/>
                <a:gd name="T1" fmla="*/ 17 h 32"/>
                <a:gd name="T2" fmla="*/ 5 w 26"/>
                <a:gd name="T3" fmla="*/ 17 h 32"/>
                <a:gd name="T4" fmla="*/ 8 w 26"/>
                <a:gd name="T5" fmla="*/ 25 h 32"/>
                <a:gd name="T6" fmla="*/ 15 w 26"/>
                <a:gd name="T7" fmla="*/ 28 h 32"/>
                <a:gd name="T8" fmla="*/ 24 w 26"/>
                <a:gd name="T9" fmla="*/ 24 h 32"/>
                <a:gd name="T10" fmla="*/ 24 w 26"/>
                <a:gd name="T11" fmla="*/ 29 h 32"/>
                <a:gd name="T12" fmla="*/ 14 w 26"/>
                <a:gd name="T13" fmla="*/ 32 h 32"/>
                <a:gd name="T14" fmla="*/ 4 w 26"/>
                <a:gd name="T15" fmla="*/ 28 h 32"/>
                <a:gd name="T16" fmla="*/ 0 w 26"/>
                <a:gd name="T17" fmla="*/ 16 h 32"/>
                <a:gd name="T18" fmla="*/ 2 w 26"/>
                <a:gd name="T19" fmla="*/ 8 h 32"/>
                <a:gd name="T20" fmla="*/ 7 w 26"/>
                <a:gd name="T21" fmla="*/ 2 h 32"/>
                <a:gd name="T22" fmla="*/ 14 w 26"/>
                <a:gd name="T23" fmla="*/ 0 h 32"/>
                <a:gd name="T24" fmla="*/ 23 w 26"/>
                <a:gd name="T25" fmla="*/ 4 h 32"/>
                <a:gd name="T26" fmla="*/ 26 w 26"/>
                <a:gd name="T27" fmla="*/ 15 h 32"/>
                <a:gd name="T28" fmla="*/ 26 w 26"/>
                <a:gd name="T29" fmla="*/ 17 h 32"/>
                <a:gd name="T30" fmla="*/ 21 w 26"/>
                <a:gd name="T31" fmla="*/ 13 h 32"/>
                <a:gd name="T32" fmla="*/ 19 w 26"/>
                <a:gd name="T33" fmla="*/ 7 h 32"/>
                <a:gd name="T34" fmla="*/ 14 w 26"/>
                <a:gd name="T35" fmla="*/ 4 h 32"/>
                <a:gd name="T36" fmla="*/ 8 w 26"/>
                <a:gd name="T37" fmla="*/ 7 h 32"/>
                <a:gd name="T38" fmla="*/ 5 w 26"/>
                <a:gd name="T39" fmla="*/ 13 h 32"/>
                <a:gd name="T40" fmla="*/ 21 w 26"/>
                <a:gd name="T41" fmla="*/ 1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2">
                  <a:moveTo>
                    <a:pt x="26" y="17"/>
                  </a:moveTo>
                  <a:cubicBezTo>
                    <a:pt x="5" y="17"/>
                    <a:pt x="5" y="17"/>
                    <a:pt x="5" y="17"/>
                  </a:cubicBezTo>
                  <a:cubicBezTo>
                    <a:pt x="5" y="21"/>
                    <a:pt x="6" y="23"/>
                    <a:pt x="8" y="25"/>
                  </a:cubicBezTo>
                  <a:cubicBezTo>
                    <a:pt x="10" y="27"/>
                    <a:pt x="12" y="28"/>
                    <a:pt x="15" y="28"/>
                  </a:cubicBezTo>
                  <a:cubicBezTo>
                    <a:pt x="18" y="28"/>
                    <a:pt x="21" y="27"/>
                    <a:pt x="24" y="24"/>
                  </a:cubicBezTo>
                  <a:cubicBezTo>
                    <a:pt x="24" y="29"/>
                    <a:pt x="24" y="29"/>
                    <a:pt x="24" y="29"/>
                  </a:cubicBezTo>
                  <a:cubicBezTo>
                    <a:pt x="22" y="31"/>
                    <a:pt x="18" y="32"/>
                    <a:pt x="14" y="32"/>
                  </a:cubicBezTo>
                  <a:cubicBezTo>
                    <a:pt x="10" y="32"/>
                    <a:pt x="6" y="30"/>
                    <a:pt x="4" y="28"/>
                  </a:cubicBezTo>
                  <a:cubicBezTo>
                    <a:pt x="1" y="25"/>
                    <a:pt x="0" y="21"/>
                    <a:pt x="0" y="16"/>
                  </a:cubicBezTo>
                  <a:cubicBezTo>
                    <a:pt x="0" y="13"/>
                    <a:pt x="1" y="11"/>
                    <a:pt x="2" y="8"/>
                  </a:cubicBezTo>
                  <a:cubicBezTo>
                    <a:pt x="3" y="6"/>
                    <a:pt x="5" y="4"/>
                    <a:pt x="7" y="2"/>
                  </a:cubicBezTo>
                  <a:cubicBezTo>
                    <a:pt x="9" y="1"/>
                    <a:pt x="11" y="0"/>
                    <a:pt x="14" y="0"/>
                  </a:cubicBezTo>
                  <a:cubicBezTo>
                    <a:pt x="18" y="0"/>
                    <a:pt x="21" y="2"/>
                    <a:pt x="23" y="4"/>
                  </a:cubicBezTo>
                  <a:cubicBezTo>
                    <a:pt x="25" y="7"/>
                    <a:pt x="26" y="10"/>
                    <a:pt x="26" y="15"/>
                  </a:cubicBezTo>
                  <a:lnTo>
                    <a:pt x="26" y="17"/>
                  </a:lnTo>
                  <a:close/>
                  <a:moveTo>
                    <a:pt x="21" y="13"/>
                  </a:moveTo>
                  <a:cubicBezTo>
                    <a:pt x="21" y="10"/>
                    <a:pt x="21" y="8"/>
                    <a:pt x="19" y="7"/>
                  </a:cubicBezTo>
                  <a:cubicBezTo>
                    <a:pt x="18" y="5"/>
                    <a:pt x="16" y="4"/>
                    <a:pt x="14" y="4"/>
                  </a:cubicBezTo>
                  <a:cubicBezTo>
                    <a:pt x="12" y="4"/>
                    <a:pt x="10" y="5"/>
                    <a:pt x="8" y="7"/>
                  </a:cubicBezTo>
                  <a:cubicBezTo>
                    <a:pt x="7" y="8"/>
                    <a:pt x="6" y="11"/>
                    <a:pt x="5" y="13"/>
                  </a:cubicBezTo>
                  <a:lnTo>
                    <a:pt x="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0" name="Freeform 66"/>
            <p:cNvSpPr>
              <a:spLocks/>
            </p:cNvSpPr>
            <p:nvPr/>
          </p:nvSpPr>
          <p:spPr bwMode="auto">
            <a:xfrm>
              <a:off x="4125" y="2134"/>
              <a:ext cx="55" cy="78"/>
            </a:xfrm>
            <a:custGeom>
              <a:avLst/>
              <a:gdLst>
                <a:gd name="T0" fmla="*/ 23 w 23"/>
                <a:gd name="T1" fmla="*/ 30 h 32"/>
                <a:gd name="T2" fmla="*/ 15 w 23"/>
                <a:gd name="T3" fmla="*/ 32 h 32"/>
                <a:gd name="T4" fmla="*/ 7 w 23"/>
                <a:gd name="T5" fmla="*/ 30 h 32"/>
                <a:gd name="T6" fmla="*/ 2 w 23"/>
                <a:gd name="T7" fmla="*/ 25 h 32"/>
                <a:gd name="T8" fmla="*/ 0 w 23"/>
                <a:gd name="T9" fmla="*/ 17 h 32"/>
                <a:gd name="T10" fmla="*/ 5 w 23"/>
                <a:gd name="T11" fmla="*/ 5 h 32"/>
                <a:gd name="T12" fmla="*/ 16 w 23"/>
                <a:gd name="T13" fmla="*/ 0 h 32"/>
                <a:gd name="T14" fmla="*/ 23 w 23"/>
                <a:gd name="T15" fmla="*/ 2 h 32"/>
                <a:gd name="T16" fmla="*/ 23 w 23"/>
                <a:gd name="T17" fmla="*/ 7 h 32"/>
                <a:gd name="T18" fmla="*/ 16 w 23"/>
                <a:gd name="T19" fmla="*/ 4 h 32"/>
                <a:gd name="T20" fmla="*/ 8 w 23"/>
                <a:gd name="T21" fmla="*/ 8 h 32"/>
                <a:gd name="T22" fmla="*/ 5 w 23"/>
                <a:gd name="T23" fmla="*/ 16 h 32"/>
                <a:gd name="T24" fmla="*/ 8 w 23"/>
                <a:gd name="T25" fmla="*/ 25 h 32"/>
                <a:gd name="T26" fmla="*/ 16 w 23"/>
                <a:gd name="T27" fmla="*/ 28 h 32"/>
                <a:gd name="T28" fmla="*/ 23 w 23"/>
                <a:gd name="T29" fmla="*/ 25 h 32"/>
                <a:gd name="T30" fmla="*/ 23 w 23"/>
                <a:gd name="T31"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 h="32">
                  <a:moveTo>
                    <a:pt x="23" y="30"/>
                  </a:moveTo>
                  <a:cubicBezTo>
                    <a:pt x="21" y="31"/>
                    <a:pt x="18" y="32"/>
                    <a:pt x="15" y="32"/>
                  </a:cubicBezTo>
                  <a:cubicBezTo>
                    <a:pt x="12" y="32"/>
                    <a:pt x="10" y="31"/>
                    <a:pt x="7" y="30"/>
                  </a:cubicBezTo>
                  <a:cubicBezTo>
                    <a:pt x="5" y="29"/>
                    <a:pt x="3" y="27"/>
                    <a:pt x="2" y="25"/>
                  </a:cubicBezTo>
                  <a:cubicBezTo>
                    <a:pt x="1" y="22"/>
                    <a:pt x="0" y="20"/>
                    <a:pt x="0" y="17"/>
                  </a:cubicBezTo>
                  <a:cubicBezTo>
                    <a:pt x="0" y="12"/>
                    <a:pt x="2" y="8"/>
                    <a:pt x="5" y="5"/>
                  </a:cubicBezTo>
                  <a:cubicBezTo>
                    <a:pt x="8" y="2"/>
                    <a:pt x="11" y="0"/>
                    <a:pt x="16" y="0"/>
                  </a:cubicBezTo>
                  <a:cubicBezTo>
                    <a:pt x="19" y="0"/>
                    <a:pt x="21" y="1"/>
                    <a:pt x="23" y="2"/>
                  </a:cubicBezTo>
                  <a:cubicBezTo>
                    <a:pt x="23" y="7"/>
                    <a:pt x="23" y="7"/>
                    <a:pt x="23" y="7"/>
                  </a:cubicBezTo>
                  <a:cubicBezTo>
                    <a:pt x="21" y="5"/>
                    <a:pt x="18" y="4"/>
                    <a:pt x="16" y="4"/>
                  </a:cubicBezTo>
                  <a:cubicBezTo>
                    <a:pt x="13" y="4"/>
                    <a:pt x="10" y="6"/>
                    <a:pt x="8" y="8"/>
                  </a:cubicBezTo>
                  <a:cubicBezTo>
                    <a:pt x="6" y="10"/>
                    <a:pt x="5" y="13"/>
                    <a:pt x="5" y="16"/>
                  </a:cubicBezTo>
                  <a:cubicBezTo>
                    <a:pt x="5" y="20"/>
                    <a:pt x="6" y="23"/>
                    <a:pt x="8" y="25"/>
                  </a:cubicBezTo>
                  <a:cubicBezTo>
                    <a:pt x="10" y="27"/>
                    <a:pt x="12" y="28"/>
                    <a:pt x="16" y="28"/>
                  </a:cubicBezTo>
                  <a:cubicBezTo>
                    <a:pt x="18" y="28"/>
                    <a:pt x="21" y="27"/>
                    <a:pt x="23" y="25"/>
                  </a:cubicBezTo>
                  <a:lnTo>
                    <a:pt x="23" y="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1" name="Freeform 67"/>
            <p:cNvSpPr>
              <a:spLocks/>
            </p:cNvSpPr>
            <p:nvPr/>
          </p:nvSpPr>
          <p:spPr bwMode="auto">
            <a:xfrm>
              <a:off x="4185" y="2115"/>
              <a:ext cx="42" cy="97"/>
            </a:xfrm>
            <a:custGeom>
              <a:avLst/>
              <a:gdLst>
                <a:gd name="T0" fmla="*/ 18 w 18"/>
                <a:gd name="T1" fmla="*/ 39 h 40"/>
                <a:gd name="T2" fmla="*/ 13 w 18"/>
                <a:gd name="T3" fmla="*/ 40 h 40"/>
                <a:gd name="T4" fmla="*/ 5 w 18"/>
                <a:gd name="T5" fmla="*/ 31 h 40"/>
                <a:gd name="T6" fmla="*/ 5 w 18"/>
                <a:gd name="T7" fmla="*/ 13 h 40"/>
                <a:gd name="T8" fmla="*/ 0 w 18"/>
                <a:gd name="T9" fmla="*/ 13 h 40"/>
                <a:gd name="T10" fmla="*/ 0 w 18"/>
                <a:gd name="T11" fmla="*/ 9 h 40"/>
                <a:gd name="T12" fmla="*/ 5 w 18"/>
                <a:gd name="T13" fmla="*/ 9 h 40"/>
                <a:gd name="T14" fmla="*/ 5 w 18"/>
                <a:gd name="T15" fmla="*/ 2 h 40"/>
                <a:gd name="T16" fmla="*/ 10 w 18"/>
                <a:gd name="T17" fmla="*/ 0 h 40"/>
                <a:gd name="T18" fmla="*/ 10 w 18"/>
                <a:gd name="T19" fmla="*/ 9 h 40"/>
                <a:gd name="T20" fmla="*/ 18 w 18"/>
                <a:gd name="T21" fmla="*/ 9 h 40"/>
                <a:gd name="T22" fmla="*/ 18 w 18"/>
                <a:gd name="T23" fmla="*/ 13 h 40"/>
                <a:gd name="T24" fmla="*/ 10 w 18"/>
                <a:gd name="T25" fmla="*/ 13 h 40"/>
                <a:gd name="T26" fmla="*/ 10 w 18"/>
                <a:gd name="T27" fmla="*/ 30 h 40"/>
                <a:gd name="T28" fmla="*/ 11 w 18"/>
                <a:gd name="T29" fmla="*/ 34 h 40"/>
                <a:gd name="T30" fmla="*/ 14 w 18"/>
                <a:gd name="T31" fmla="*/ 36 h 40"/>
                <a:gd name="T32" fmla="*/ 18 w 18"/>
                <a:gd name="T33" fmla="*/ 35 h 40"/>
                <a:gd name="T34" fmla="*/ 18 w 18"/>
                <a:gd name="T35"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40">
                  <a:moveTo>
                    <a:pt x="18" y="39"/>
                  </a:moveTo>
                  <a:cubicBezTo>
                    <a:pt x="16" y="39"/>
                    <a:pt x="15" y="40"/>
                    <a:pt x="13" y="40"/>
                  </a:cubicBezTo>
                  <a:cubicBezTo>
                    <a:pt x="8" y="40"/>
                    <a:pt x="5" y="37"/>
                    <a:pt x="5" y="31"/>
                  </a:cubicBezTo>
                  <a:cubicBezTo>
                    <a:pt x="5" y="13"/>
                    <a:pt x="5" y="13"/>
                    <a:pt x="5" y="13"/>
                  </a:cubicBezTo>
                  <a:cubicBezTo>
                    <a:pt x="0" y="13"/>
                    <a:pt x="0" y="13"/>
                    <a:pt x="0" y="13"/>
                  </a:cubicBezTo>
                  <a:cubicBezTo>
                    <a:pt x="0" y="9"/>
                    <a:pt x="0" y="9"/>
                    <a:pt x="0" y="9"/>
                  </a:cubicBezTo>
                  <a:cubicBezTo>
                    <a:pt x="5" y="9"/>
                    <a:pt x="5" y="9"/>
                    <a:pt x="5" y="9"/>
                  </a:cubicBezTo>
                  <a:cubicBezTo>
                    <a:pt x="5" y="2"/>
                    <a:pt x="5" y="2"/>
                    <a:pt x="5" y="2"/>
                  </a:cubicBezTo>
                  <a:cubicBezTo>
                    <a:pt x="10" y="0"/>
                    <a:pt x="10" y="0"/>
                    <a:pt x="10" y="0"/>
                  </a:cubicBezTo>
                  <a:cubicBezTo>
                    <a:pt x="10" y="9"/>
                    <a:pt x="10" y="9"/>
                    <a:pt x="10" y="9"/>
                  </a:cubicBezTo>
                  <a:cubicBezTo>
                    <a:pt x="18" y="9"/>
                    <a:pt x="18" y="9"/>
                    <a:pt x="18" y="9"/>
                  </a:cubicBezTo>
                  <a:cubicBezTo>
                    <a:pt x="18" y="13"/>
                    <a:pt x="18" y="13"/>
                    <a:pt x="18" y="13"/>
                  </a:cubicBezTo>
                  <a:cubicBezTo>
                    <a:pt x="10" y="13"/>
                    <a:pt x="10" y="13"/>
                    <a:pt x="10" y="13"/>
                  </a:cubicBezTo>
                  <a:cubicBezTo>
                    <a:pt x="10" y="30"/>
                    <a:pt x="10" y="30"/>
                    <a:pt x="10" y="30"/>
                  </a:cubicBezTo>
                  <a:cubicBezTo>
                    <a:pt x="10" y="32"/>
                    <a:pt x="10" y="34"/>
                    <a:pt x="11" y="34"/>
                  </a:cubicBezTo>
                  <a:cubicBezTo>
                    <a:pt x="12" y="35"/>
                    <a:pt x="13" y="36"/>
                    <a:pt x="14" y="36"/>
                  </a:cubicBezTo>
                  <a:cubicBezTo>
                    <a:pt x="16" y="36"/>
                    <a:pt x="17" y="35"/>
                    <a:pt x="18" y="35"/>
                  </a:cubicBezTo>
                  <a:lnTo>
                    <a:pt x="18"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2" name="Freeform 68"/>
            <p:cNvSpPr>
              <a:spLocks/>
            </p:cNvSpPr>
            <p:nvPr/>
          </p:nvSpPr>
          <p:spPr bwMode="auto">
            <a:xfrm>
              <a:off x="3634" y="2064"/>
              <a:ext cx="105" cy="194"/>
            </a:xfrm>
            <a:custGeom>
              <a:avLst/>
              <a:gdLst>
                <a:gd name="T0" fmla="*/ 40 w 44"/>
                <a:gd name="T1" fmla="*/ 0 h 80"/>
                <a:gd name="T2" fmla="*/ 0 w 44"/>
                <a:gd name="T3" fmla="*/ 0 h 80"/>
                <a:gd name="T4" fmla="*/ 0 w 44"/>
                <a:gd name="T5" fmla="*/ 12 h 80"/>
                <a:gd name="T6" fmla="*/ 24 w 44"/>
                <a:gd name="T7" fmla="*/ 12 h 80"/>
                <a:gd name="T8" fmla="*/ 32 w 44"/>
                <a:gd name="T9" fmla="*/ 12 h 80"/>
                <a:gd name="T10" fmla="*/ 32 w 44"/>
                <a:gd name="T11" fmla="*/ 20 h 80"/>
                <a:gd name="T12" fmla="*/ 32 w 44"/>
                <a:gd name="T13" fmla="*/ 32 h 80"/>
                <a:gd name="T14" fmla="*/ 36 w 44"/>
                <a:gd name="T15" fmla="*/ 32 h 80"/>
                <a:gd name="T16" fmla="*/ 40 w 44"/>
                <a:gd name="T17" fmla="*/ 34 h 80"/>
                <a:gd name="T18" fmla="*/ 28 w 44"/>
                <a:gd name="T19" fmla="*/ 48 h 80"/>
                <a:gd name="T20" fmla="*/ 16 w 44"/>
                <a:gd name="T21" fmla="*/ 34 h 80"/>
                <a:gd name="T22" fmla="*/ 20 w 44"/>
                <a:gd name="T23" fmla="*/ 32 h 80"/>
                <a:gd name="T24" fmla="*/ 24 w 44"/>
                <a:gd name="T25" fmla="*/ 32 h 80"/>
                <a:gd name="T26" fmla="*/ 24 w 44"/>
                <a:gd name="T27" fmla="*/ 20 h 80"/>
                <a:gd name="T28" fmla="*/ 0 w 44"/>
                <a:gd name="T29" fmla="*/ 20 h 80"/>
                <a:gd name="T30" fmla="*/ 0 w 44"/>
                <a:gd name="T31" fmla="*/ 56 h 80"/>
                <a:gd name="T32" fmla="*/ 12 w 44"/>
                <a:gd name="T33" fmla="*/ 44 h 80"/>
                <a:gd name="T34" fmla="*/ 26 w 44"/>
                <a:gd name="T35" fmla="*/ 58 h 80"/>
                <a:gd name="T36" fmla="*/ 12 w 44"/>
                <a:gd name="T37" fmla="*/ 72 h 80"/>
                <a:gd name="T38" fmla="*/ 0 w 44"/>
                <a:gd name="T39" fmla="*/ 60 h 80"/>
                <a:gd name="T40" fmla="*/ 0 w 44"/>
                <a:gd name="T41" fmla="*/ 80 h 80"/>
                <a:gd name="T42" fmla="*/ 40 w 44"/>
                <a:gd name="T43" fmla="*/ 80 h 80"/>
                <a:gd name="T44" fmla="*/ 44 w 44"/>
                <a:gd name="T45" fmla="*/ 76 h 80"/>
                <a:gd name="T46" fmla="*/ 44 w 44"/>
                <a:gd name="T47" fmla="*/ 4 h 80"/>
                <a:gd name="T48" fmla="*/ 40 w 44"/>
                <a:gd name="T4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80">
                  <a:moveTo>
                    <a:pt x="40" y="0"/>
                  </a:moveTo>
                  <a:cubicBezTo>
                    <a:pt x="0" y="0"/>
                    <a:pt x="0" y="0"/>
                    <a:pt x="0" y="0"/>
                  </a:cubicBezTo>
                  <a:cubicBezTo>
                    <a:pt x="0" y="12"/>
                    <a:pt x="0" y="12"/>
                    <a:pt x="0" y="12"/>
                  </a:cubicBezTo>
                  <a:cubicBezTo>
                    <a:pt x="24" y="12"/>
                    <a:pt x="24" y="12"/>
                    <a:pt x="24" y="12"/>
                  </a:cubicBezTo>
                  <a:cubicBezTo>
                    <a:pt x="32" y="12"/>
                    <a:pt x="32" y="12"/>
                    <a:pt x="32" y="12"/>
                  </a:cubicBezTo>
                  <a:cubicBezTo>
                    <a:pt x="32" y="20"/>
                    <a:pt x="32" y="20"/>
                    <a:pt x="32" y="20"/>
                  </a:cubicBezTo>
                  <a:cubicBezTo>
                    <a:pt x="32" y="32"/>
                    <a:pt x="32" y="32"/>
                    <a:pt x="32" y="32"/>
                  </a:cubicBezTo>
                  <a:cubicBezTo>
                    <a:pt x="36" y="32"/>
                    <a:pt x="36" y="32"/>
                    <a:pt x="36" y="32"/>
                  </a:cubicBezTo>
                  <a:cubicBezTo>
                    <a:pt x="40" y="34"/>
                    <a:pt x="40" y="34"/>
                    <a:pt x="40" y="34"/>
                  </a:cubicBezTo>
                  <a:cubicBezTo>
                    <a:pt x="28" y="48"/>
                    <a:pt x="28" y="48"/>
                    <a:pt x="28" y="48"/>
                  </a:cubicBezTo>
                  <a:cubicBezTo>
                    <a:pt x="16" y="34"/>
                    <a:pt x="16" y="34"/>
                    <a:pt x="16" y="34"/>
                  </a:cubicBezTo>
                  <a:cubicBezTo>
                    <a:pt x="20" y="32"/>
                    <a:pt x="20" y="32"/>
                    <a:pt x="20" y="32"/>
                  </a:cubicBezTo>
                  <a:cubicBezTo>
                    <a:pt x="24" y="32"/>
                    <a:pt x="24" y="32"/>
                    <a:pt x="24" y="32"/>
                  </a:cubicBezTo>
                  <a:cubicBezTo>
                    <a:pt x="24" y="20"/>
                    <a:pt x="24" y="20"/>
                    <a:pt x="24" y="20"/>
                  </a:cubicBezTo>
                  <a:cubicBezTo>
                    <a:pt x="0" y="20"/>
                    <a:pt x="0" y="20"/>
                    <a:pt x="0" y="20"/>
                  </a:cubicBezTo>
                  <a:cubicBezTo>
                    <a:pt x="0" y="56"/>
                    <a:pt x="0" y="56"/>
                    <a:pt x="0" y="56"/>
                  </a:cubicBezTo>
                  <a:cubicBezTo>
                    <a:pt x="12" y="44"/>
                    <a:pt x="12" y="44"/>
                    <a:pt x="12" y="44"/>
                  </a:cubicBezTo>
                  <a:cubicBezTo>
                    <a:pt x="26" y="58"/>
                    <a:pt x="26" y="58"/>
                    <a:pt x="26" y="58"/>
                  </a:cubicBezTo>
                  <a:cubicBezTo>
                    <a:pt x="12" y="72"/>
                    <a:pt x="12" y="72"/>
                    <a:pt x="12" y="72"/>
                  </a:cubicBezTo>
                  <a:cubicBezTo>
                    <a:pt x="0" y="60"/>
                    <a:pt x="0" y="60"/>
                    <a:pt x="0" y="60"/>
                  </a:cubicBezTo>
                  <a:cubicBezTo>
                    <a:pt x="0" y="80"/>
                    <a:pt x="0" y="80"/>
                    <a:pt x="0" y="80"/>
                  </a:cubicBezTo>
                  <a:cubicBezTo>
                    <a:pt x="40" y="80"/>
                    <a:pt x="40" y="80"/>
                    <a:pt x="40" y="80"/>
                  </a:cubicBezTo>
                  <a:cubicBezTo>
                    <a:pt x="41" y="80"/>
                    <a:pt x="44" y="77"/>
                    <a:pt x="44" y="76"/>
                  </a:cubicBezTo>
                  <a:cubicBezTo>
                    <a:pt x="44" y="4"/>
                    <a:pt x="44" y="4"/>
                    <a:pt x="44" y="4"/>
                  </a:cubicBezTo>
                  <a:cubicBezTo>
                    <a:pt x="44" y="3"/>
                    <a:pt x="41" y="0"/>
                    <a:pt x="4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3" name="Freeform 69"/>
            <p:cNvSpPr>
              <a:spLocks noEditPoints="1"/>
            </p:cNvSpPr>
            <p:nvPr/>
          </p:nvSpPr>
          <p:spPr bwMode="auto">
            <a:xfrm>
              <a:off x="3453" y="2013"/>
              <a:ext cx="172" cy="296"/>
            </a:xfrm>
            <a:custGeom>
              <a:avLst/>
              <a:gdLst>
                <a:gd name="T0" fmla="*/ 0 w 72"/>
                <a:gd name="T1" fmla="*/ 17 h 122"/>
                <a:gd name="T2" fmla="*/ 0 w 72"/>
                <a:gd name="T3" fmla="*/ 105 h 122"/>
                <a:gd name="T4" fmla="*/ 72 w 72"/>
                <a:gd name="T5" fmla="*/ 122 h 122"/>
                <a:gd name="T6" fmla="*/ 72 w 72"/>
                <a:gd name="T7" fmla="*/ 0 h 122"/>
                <a:gd name="T8" fmla="*/ 0 w 72"/>
                <a:gd name="T9" fmla="*/ 17 h 122"/>
                <a:gd name="T10" fmla="*/ 52 w 72"/>
                <a:gd name="T11" fmla="*/ 55 h 122"/>
                <a:gd name="T12" fmla="*/ 51 w 72"/>
                <a:gd name="T13" fmla="*/ 58 h 122"/>
                <a:gd name="T14" fmla="*/ 49 w 72"/>
                <a:gd name="T15" fmla="*/ 61 h 122"/>
                <a:gd name="T16" fmla="*/ 47 w 72"/>
                <a:gd name="T17" fmla="*/ 64 h 122"/>
                <a:gd name="T18" fmla="*/ 44 w 72"/>
                <a:gd name="T19" fmla="*/ 66 h 122"/>
                <a:gd name="T20" fmla="*/ 41 w 72"/>
                <a:gd name="T21" fmla="*/ 68 h 122"/>
                <a:gd name="T22" fmla="*/ 38 w 72"/>
                <a:gd name="T23" fmla="*/ 68 h 122"/>
                <a:gd name="T24" fmla="*/ 34 w 72"/>
                <a:gd name="T25" fmla="*/ 69 h 122"/>
                <a:gd name="T26" fmla="*/ 29 w 72"/>
                <a:gd name="T27" fmla="*/ 69 h 122"/>
                <a:gd name="T28" fmla="*/ 29 w 72"/>
                <a:gd name="T29" fmla="*/ 86 h 122"/>
                <a:gd name="T30" fmla="*/ 20 w 72"/>
                <a:gd name="T31" fmla="*/ 85 h 122"/>
                <a:gd name="T32" fmla="*/ 20 w 72"/>
                <a:gd name="T33" fmla="*/ 37 h 122"/>
                <a:gd name="T34" fmla="*/ 35 w 72"/>
                <a:gd name="T35" fmla="*/ 36 h 122"/>
                <a:gd name="T36" fmla="*/ 42 w 72"/>
                <a:gd name="T37" fmla="*/ 36 h 122"/>
                <a:gd name="T38" fmla="*/ 47 w 72"/>
                <a:gd name="T39" fmla="*/ 39 h 122"/>
                <a:gd name="T40" fmla="*/ 51 w 72"/>
                <a:gd name="T41" fmla="*/ 44 h 122"/>
                <a:gd name="T42" fmla="*/ 52 w 72"/>
                <a:gd name="T43" fmla="*/ 51 h 122"/>
                <a:gd name="T44" fmla="*/ 52 w 72"/>
                <a:gd name="T45" fmla="*/ 5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2" h="122">
                  <a:moveTo>
                    <a:pt x="0" y="17"/>
                  </a:moveTo>
                  <a:cubicBezTo>
                    <a:pt x="0" y="105"/>
                    <a:pt x="0" y="105"/>
                    <a:pt x="0" y="105"/>
                  </a:cubicBezTo>
                  <a:cubicBezTo>
                    <a:pt x="72" y="122"/>
                    <a:pt x="72" y="122"/>
                    <a:pt x="72" y="122"/>
                  </a:cubicBezTo>
                  <a:cubicBezTo>
                    <a:pt x="72" y="0"/>
                    <a:pt x="72" y="0"/>
                    <a:pt x="72" y="0"/>
                  </a:cubicBezTo>
                  <a:lnTo>
                    <a:pt x="0" y="17"/>
                  </a:lnTo>
                  <a:close/>
                  <a:moveTo>
                    <a:pt x="52" y="55"/>
                  </a:moveTo>
                  <a:cubicBezTo>
                    <a:pt x="51" y="56"/>
                    <a:pt x="51" y="57"/>
                    <a:pt x="51" y="58"/>
                  </a:cubicBezTo>
                  <a:cubicBezTo>
                    <a:pt x="50" y="59"/>
                    <a:pt x="50" y="60"/>
                    <a:pt x="49" y="61"/>
                  </a:cubicBezTo>
                  <a:cubicBezTo>
                    <a:pt x="49" y="62"/>
                    <a:pt x="48" y="63"/>
                    <a:pt x="47" y="64"/>
                  </a:cubicBezTo>
                  <a:cubicBezTo>
                    <a:pt x="46" y="65"/>
                    <a:pt x="45" y="65"/>
                    <a:pt x="44" y="66"/>
                  </a:cubicBezTo>
                  <a:cubicBezTo>
                    <a:pt x="43" y="67"/>
                    <a:pt x="42" y="67"/>
                    <a:pt x="41" y="68"/>
                  </a:cubicBezTo>
                  <a:cubicBezTo>
                    <a:pt x="40" y="68"/>
                    <a:pt x="39" y="68"/>
                    <a:pt x="38" y="68"/>
                  </a:cubicBezTo>
                  <a:cubicBezTo>
                    <a:pt x="37" y="69"/>
                    <a:pt x="35" y="69"/>
                    <a:pt x="34" y="69"/>
                  </a:cubicBezTo>
                  <a:cubicBezTo>
                    <a:pt x="29" y="69"/>
                    <a:pt x="29" y="69"/>
                    <a:pt x="29" y="69"/>
                  </a:cubicBezTo>
                  <a:cubicBezTo>
                    <a:pt x="29" y="86"/>
                    <a:pt x="29" y="86"/>
                    <a:pt x="29" y="86"/>
                  </a:cubicBezTo>
                  <a:cubicBezTo>
                    <a:pt x="20" y="85"/>
                    <a:pt x="20" y="85"/>
                    <a:pt x="20" y="85"/>
                  </a:cubicBezTo>
                  <a:cubicBezTo>
                    <a:pt x="20" y="37"/>
                    <a:pt x="20" y="37"/>
                    <a:pt x="20" y="37"/>
                  </a:cubicBezTo>
                  <a:cubicBezTo>
                    <a:pt x="35" y="36"/>
                    <a:pt x="35" y="36"/>
                    <a:pt x="35" y="36"/>
                  </a:cubicBezTo>
                  <a:cubicBezTo>
                    <a:pt x="38" y="36"/>
                    <a:pt x="40" y="36"/>
                    <a:pt x="42" y="36"/>
                  </a:cubicBezTo>
                  <a:cubicBezTo>
                    <a:pt x="44" y="37"/>
                    <a:pt x="46" y="38"/>
                    <a:pt x="47" y="39"/>
                  </a:cubicBezTo>
                  <a:cubicBezTo>
                    <a:pt x="49" y="40"/>
                    <a:pt x="50" y="42"/>
                    <a:pt x="51" y="44"/>
                  </a:cubicBezTo>
                  <a:cubicBezTo>
                    <a:pt x="51" y="46"/>
                    <a:pt x="52" y="49"/>
                    <a:pt x="52" y="51"/>
                  </a:cubicBezTo>
                  <a:cubicBezTo>
                    <a:pt x="52" y="53"/>
                    <a:pt x="52" y="54"/>
                    <a:pt x="52" y="5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4" name="Freeform 70"/>
            <p:cNvSpPr>
              <a:spLocks/>
            </p:cNvSpPr>
            <p:nvPr/>
          </p:nvSpPr>
          <p:spPr bwMode="auto">
            <a:xfrm>
              <a:off x="3522" y="2120"/>
              <a:ext cx="29" cy="39"/>
            </a:xfrm>
            <a:custGeom>
              <a:avLst/>
              <a:gdLst>
                <a:gd name="T0" fmla="*/ 10 w 12"/>
                <a:gd name="T1" fmla="*/ 2 h 16"/>
                <a:gd name="T2" fmla="*/ 8 w 12"/>
                <a:gd name="T3" fmla="*/ 1 h 16"/>
                <a:gd name="T4" fmla="*/ 4 w 12"/>
                <a:gd name="T5" fmla="*/ 0 h 16"/>
                <a:gd name="T6" fmla="*/ 0 w 12"/>
                <a:gd name="T7" fmla="*/ 1 h 16"/>
                <a:gd name="T8" fmla="*/ 0 w 12"/>
                <a:gd name="T9" fmla="*/ 16 h 16"/>
                <a:gd name="T10" fmla="*/ 4 w 12"/>
                <a:gd name="T11" fmla="*/ 16 h 16"/>
                <a:gd name="T12" fmla="*/ 8 w 12"/>
                <a:gd name="T13" fmla="*/ 16 h 16"/>
                <a:gd name="T14" fmla="*/ 10 w 12"/>
                <a:gd name="T15" fmla="*/ 14 h 16"/>
                <a:gd name="T16" fmla="*/ 11 w 12"/>
                <a:gd name="T17" fmla="*/ 12 h 16"/>
                <a:gd name="T18" fmla="*/ 12 w 12"/>
                <a:gd name="T19" fmla="*/ 8 h 16"/>
                <a:gd name="T20" fmla="*/ 11 w 12"/>
                <a:gd name="T21" fmla="*/ 5 h 16"/>
                <a:gd name="T22" fmla="*/ 10 w 12"/>
                <a:gd name="T2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6">
                  <a:moveTo>
                    <a:pt x="10" y="2"/>
                  </a:moveTo>
                  <a:cubicBezTo>
                    <a:pt x="9" y="2"/>
                    <a:pt x="9" y="1"/>
                    <a:pt x="8" y="1"/>
                  </a:cubicBezTo>
                  <a:cubicBezTo>
                    <a:pt x="7" y="1"/>
                    <a:pt x="5" y="0"/>
                    <a:pt x="4" y="0"/>
                  </a:cubicBezTo>
                  <a:cubicBezTo>
                    <a:pt x="0" y="1"/>
                    <a:pt x="0" y="1"/>
                    <a:pt x="0" y="1"/>
                  </a:cubicBezTo>
                  <a:cubicBezTo>
                    <a:pt x="0" y="16"/>
                    <a:pt x="0" y="16"/>
                    <a:pt x="0" y="16"/>
                  </a:cubicBezTo>
                  <a:cubicBezTo>
                    <a:pt x="4" y="16"/>
                    <a:pt x="4" y="16"/>
                    <a:pt x="4" y="16"/>
                  </a:cubicBezTo>
                  <a:cubicBezTo>
                    <a:pt x="5" y="16"/>
                    <a:pt x="7" y="16"/>
                    <a:pt x="8" y="16"/>
                  </a:cubicBezTo>
                  <a:cubicBezTo>
                    <a:pt x="9" y="15"/>
                    <a:pt x="9" y="15"/>
                    <a:pt x="10" y="14"/>
                  </a:cubicBezTo>
                  <a:cubicBezTo>
                    <a:pt x="11" y="13"/>
                    <a:pt x="11" y="13"/>
                    <a:pt x="11" y="12"/>
                  </a:cubicBezTo>
                  <a:cubicBezTo>
                    <a:pt x="12" y="11"/>
                    <a:pt x="12" y="9"/>
                    <a:pt x="12" y="8"/>
                  </a:cubicBezTo>
                  <a:cubicBezTo>
                    <a:pt x="12" y="7"/>
                    <a:pt x="12" y="6"/>
                    <a:pt x="11" y="5"/>
                  </a:cubicBezTo>
                  <a:cubicBezTo>
                    <a:pt x="11" y="4"/>
                    <a:pt x="11" y="3"/>
                    <a:pt x="1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595" name="Group 140"/>
          <p:cNvGrpSpPr>
            <a:grpSpLocks noChangeAspect="1"/>
          </p:cNvGrpSpPr>
          <p:nvPr/>
        </p:nvGrpSpPr>
        <p:grpSpPr bwMode="auto">
          <a:xfrm>
            <a:off x="2297807" y="4860568"/>
            <a:ext cx="1262502" cy="357986"/>
            <a:chOff x="562" y="2539"/>
            <a:chExt cx="791" cy="234"/>
          </a:xfrm>
        </p:grpSpPr>
        <p:sp>
          <p:nvSpPr>
            <p:cNvPr id="596" name="Freeform 141"/>
            <p:cNvSpPr>
              <a:spLocks/>
            </p:cNvSpPr>
            <p:nvPr/>
          </p:nvSpPr>
          <p:spPr bwMode="auto">
            <a:xfrm>
              <a:off x="705" y="2595"/>
              <a:ext cx="67" cy="120"/>
            </a:xfrm>
            <a:custGeom>
              <a:avLst/>
              <a:gdLst>
                <a:gd name="T0" fmla="*/ 4 w 28"/>
                <a:gd name="T1" fmla="*/ 0 h 49"/>
                <a:gd name="T2" fmla="*/ 0 w 28"/>
                <a:gd name="T3" fmla="*/ 1 h 49"/>
                <a:gd name="T4" fmla="*/ 0 w 28"/>
                <a:gd name="T5" fmla="*/ 5 h 49"/>
                <a:gd name="T6" fmla="*/ 4 w 28"/>
                <a:gd name="T7" fmla="*/ 5 h 49"/>
                <a:gd name="T8" fmla="*/ 24 w 28"/>
                <a:gd name="T9" fmla="*/ 25 h 49"/>
                <a:gd name="T10" fmla="*/ 4 w 28"/>
                <a:gd name="T11" fmla="*/ 45 h 49"/>
                <a:gd name="T12" fmla="*/ 0 w 28"/>
                <a:gd name="T13" fmla="*/ 44 h 49"/>
                <a:gd name="T14" fmla="*/ 0 w 28"/>
                <a:gd name="T15" fmla="*/ 49 h 49"/>
                <a:gd name="T16" fmla="*/ 4 w 28"/>
                <a:gd name="T17" fmla="*/ 49 h 49"/>
                <a:gd name="T18" fmla="*/ 28 w 28"/>
                <a:gd name="T19" fmla="*/ 25 h 49"/>
                <a:gd name="T20" fmla="*/ 4 w 28"/>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49">
                  <a:moveTo>
                    <a:pt x="4" y="0"/>
                  </a:moveTo>
                  <a:cubicBezTo>
                    <a:pt x="3" y="0"/>
                    <a:pt x="1" y="0"/>
                    <a:pt x="0" y="1"/>
                  </a:cubicBezTo>
                  <a:cubicBezTo>
                    <a:pt x="0" y="5"/>
                    <a:pt x="0" y="5"/>
                    <a:pt x="0" y="5"/>
                  </a:cubicBezTo>
                  <a:cubicBezTo>
                    <a:pt x="1" y="5"/>
                    <a:pt x="3" y="5"/>
                    <a:pt x="4" y="5"/>
                  </a:cubicBezTo>
                  <a:cubicBezTo>
                    <a:pt x="15" y="5"/>
                    <a:pt x="24" y="14"/>
                    <a:pt x="24" y="25"/>
                  </a:cubicBezTo>
                  <a:cubicBezTo>
                    <a:pt x="24" y="36"/>
                    <a:pt x="15" y="45"/>
                    <a:pt x="4" y="45"/>
                  </a:cubicBezTo>
                  <a:cubicBezTo>
                    <a:pt x="3" y="45"/>
                    <a:pt x="1" y="45"/>
                    <a:pt x="0" y="44"/>
                  </a:cubicBezTo>
                  <a:cubicBezTo>
                    <a:pt x="0" y="49"/>
                    <a:pt x="0" y="49"/>
                    <a:pt x="0" y="49"/>
                  </a:cubicBezTo>
                  <a:cubicBezTo>
                    <a:pt x="1" y="49"/>
                    <a:pt x="3" y="49"/>
                    <a:pt x="4" y="49"/>
                  </a:cubicBezTo>
                  <a:cubicBezTo>
                    <a:pt x="18" y="49"/>
                    <a:pt x="28" y="38"/>
                    <a:pt x="28" y="25"/>
                  </a:cubicBezTo>
                  <a:cubicBezTo>
                    <a:pt x="28" y="11"/>
                    <a:pt x="18" y="0"/>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7" name="Freeform 142"/>
            <p:cNvSpPr>
              <a:spLocks/>
            </p:cNvSpPr>
            <p:nvPr/>
          </p:nvSpPr>
          <p:spPr bwMode="auto">
            <a:xfrm>
              <a:off x="705" y="2685"/>
              <a:ext cx="33" cy="47"/>
            </a:xfrm>
            <a:custGeom>
              <a:avLst/>
              <a:gdLst>
                <a:gd name="T0" fmla="*/ 5 w 14"/>
                <a:gd name="T1" fmla="*/ 0 h 19"/>
                <a:gd name="T2" fmla="*/ 0 w 14"/>
                <a:gd name="T3" fmla="*/ 2 h 19"/>
                <a:gd name="T4" fmla="*/ 0 w 14"/>
                <a:gd name="T5" fmla="*/ 18 h 19"/>
                <a:gd name="T6" fmla="*/ 5 w 14"/>
                <a:gd name="T7" fmla="*/ 19 h 19"/>
                <a:gd name="T8" fmla="*/ 14 w 14"/>
                <a:gd name="T9" fmla="*/ 10 h 19"/>
                <a:gd name="T10" fmla="*/ 5 w 14"/>
                <a:gd name="T11" fmla="*/ 0 h 19"/>
              </a:gdLst>
              <a:ahLst/>
              <a:cxnLst>
                <a:cxn ang="0">
                  <a:pos x="T0" y="T1"/>
                </a:cxn>
                <a:cxn ang="0">
                  <a:pos x="T2" y="T3"/>
                </a:cxn>
                <a:cxn ang="0">
                  <a:pos x="T4" y="T5"/>
                </a:cxn>
                <a:cxn ang="0">
                  <a:pos x="T6" y="T7"/>
                </a:cxn>
                <a:cxn ang="0">
                  <a:pos x="T8" y="T9"/>
                </a:cxn>
                <a:cxn ang="0">
                  <a:pos x="T10" y="T11"/>
                </a:cxn>
              </a:cxnLst>
              <a:rect l="0" t="0" r="r" b="b"/>
              <a:pathLst>
                <a:path w="14" h="19">
                  <a:moveTo>
                    <a:pt x="5" y="0"/>
                  </a:moveTo>
                  <a:cubicBezTo>
                    <a:pt x="3" y="0"/>
                    <a:pt x="1" y="1"/>
                    <a:pt x="0" y="2"/>
                  </a:cubicBezTo>
                  <a:cubicBezTo>
                    <a:pt x="0" y="18"/>
                    <a:pt x="0" y="18"/>
                    <a:pt x="0" y="18"/>
                  </a:cubicBezTo>
                  <a:cubicBezTo>
                    <a:pt x="1" y="19"/>
                    <a:pt x="3" y="19"/>
                    <a:pt x="5" y="19"/>
                  </a:cubicBezTo>
                  <a:cubicBezTo>
                    <a:pt x="10" y="19"/>
                    <a:pt x="14" y="15"/>
                    <a:pt x="14" y="10"/>
                  </a:cubicBezTo>
                  <a:cubicBezTo>
                    <a:pt x="14" y="5"/>
                    <a:pt x="10" y="0"/>
                    <a:pt x="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8" name="Freeform 143"/>
            <p:cNvSpPr>
              <a:spLocks/>
            </p:cNvSpPr>
            <p:nvPr/>
          </p:nvSpPr>
          <p:spPr bwMode="auto">
            <a:xfrm>
              <a:off x="705" y="2578"/>
              <a:ext cx="33" cy="49"/>
            </a:xfrm>
            <a:custGeom>
              <a:avLst/>
              <a:gdLst>
                <a:gd name="T0" fmla="*/ 4 w 14"/>
                <a:gd name="T1" fmla="*/ 0 h 20"/>
                <a:gd name="T2" fmla="*/ 0 w 14"/>
                <a:gd name="T3" fmla="*/ 2 h 20"/>
                <a:gd name="T4" fmla="*/ 0 w 14"/>
                <a:gd name="T5" fmla="*/ 18 h 20"/>
                <a:gd name="T6" fmla="*/ 4 w 14"/>
                <a:gd name="T7" fmla="*/ 20 h 20"/>
                <a:gd name="T8" fmla="*/ 14 w 14"/>
                <a:gd name="T9" fmla="*/ 10 h 20"/>
                <a:gd name="T10" fmla="*/ 4 w 14"/>
                <a:gd name="T11" fmla="*/ 0 h 20"/>
              </a:gdLst>
              <a:ahLst/>
              <a:cxnLst>
                <a:cxn ang="0">
                  <a:pos x="T0" y="T1"/>
                </a:cxn>
                <a:cxn ang="0">
                  <a:pos x="T2" y="T3"/>
                </a:cxn>
                <a:cxn ang="0">
                  <a:pos x="T4" y="T5"/>
                </a:cxn>
                <a:cxn ang="0">
                  <a:pos x="T6" y="T7"/>
                </a:cxn>
                <a:cxn ang="0">
                  <a:pos x="T8" y="T9"/>
                </a:cxn>
                <a:cxn ang="0">
                  <a:pos x="T10" y="T11"/>
                </a:cxn>
              </a:cxnLst>
              <a:rect l="0" t="0" r="r" b="b"/>
              <a:pathLst>
                <a:path w="14" h="20">
                  <a:moveTo>
                    <a:pt x="4" y="0"/>
                  </a:moveTo>
                  <a:cubicBezTo>
                    <a:pt x="3" y="0"/>
                    <a:pt x="1" y="1"/>
                    <a:pt x="0" y="2"/>
                  </a:cubicBezTo>
                  <a:cubicBezTo>
                    <a:pt x="0" y="18"/>
                    <a:pt x="0" y="18"/>
                    <a:pt x="0" y="18"/>
                  </a:cubicBezTo>
                  <a:cubicBezTo>
                    <a:pt x="1" y="19"/>
                    <a:pt x="3" y="20"/>
                    <a:pt x="4" y="20"/>
                  </a:cubicBezTo>
                  <a:cubicBezTo>
                    <a:pt x="10" y="20"/>
                    <a:pt x="14" y="15"/>
                    <a:pt x="14" y="10"/>
                  </a:cubicBezTo>
                  <a:cubicBezTo>
                    <a:pt x="14" y="5"/>
                    <a:pt x="10" y="0"/>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9" name="Oval 144"/>
            <p:cNvSpPr>
              <a:spLocks noChangeArrowheads="1"/>
            </p:cNvSpPr>
            <p:nvPr/>
          </p:nvSpPr>
          <p:spPr bwMode="auto">
            <a:xfrm>
              <a:off x="743" y="2629"/>
              <a:ext cx="45" cy="4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0" name="Freeform 145"/>
            <p:cNvSpPr>
              <a:spLocks noEditPoints="1"/>
            </p:cNvSpPr>
            <p:nvPr/>
          </p:nvSpPr>
          <p:spPr bwMode="auto">
            <a:xfrm>
              <a:off x="562" y="2539"/>
              <a:ext cx="133" cy="234"/>
            </a:xfrm>
            <a:custGeom>
              <a:avLst/>
              <a:gdLst>
                <a:gd name="T0" fmla="*/ 0 w 56"/>
                <a:gd name="T1" fmla="*/ 83 h 96"/>
                <a:gd name="T2" fmla="*/ 56 w 56"/>
                <a:gd name="T3" fmla="*/ 0 h 96"/>
                <a:gd name="T4" fmla="*/ 35 w 56"/>
                <a:gd name="T5" fmla="*/ 59 h 96"/>
                <a:gd name="T6" fmla="*/ 34 w 56"/>
                <a:gd name="T7" fmla="*/ 63 h 96"/>
                <a:gd name="T8" fmla="*/ 31 w 56"/>
                <a:gd name="T9" fmla="*/ 66 h 96"/>
                <a:gd name="T10" fmla="*/ 26 w 56"/>
                <a:gd name="T11" fmla="*/ 68 h 96"/>
                <a:gd name="T12" fmla="*/ 21 w 56"/>
                <a:gd name="T13" fmla="*/ 68 h 96"/>
                <a:gd name="T14" fmla="*/ 17 w 56"/>
                <a:gd name="T15" fmla="*/ 66 h 96"/>
                <a:gd name="T16" fmla="*/ 16 w 56"/>
                <a:gd name="T17" fmla="*/ 57 h 96"/>
                <a:gd name="T18" fmla="*/ 20 w 56"/>
                <a:gd name="T19" fmla="*/ 60 h 96"/>
                <a:gd name="T20" fmla="*/ 24 w 56"/>
                <a:gd name="T21" fmla="*/ 61 h 96"/>
                <a:gd name="T22" fmla="*/ 26 w 56"/>
                <a:gd name="T23" fmla="*/ 61 h 96"/>
                <a:gd name="T24" fmla="*/ 27 w 56"/>
                <a:gd name="T25" fmla="*/ 60 h 96"/>
                <a:gd name="T26" fmla="*/ 28 w 56"/>
                <a:gd name="T27" fmla="*/ 59 h 96"/>
                <a:gd name="T28" fmla="*/ 28 w 56"/>
                <a:gd name="T29" fmla="*/ 57 h 96"/>
                <a:gd name="T30" fmla="*/ 28 w 56"/>
                <a:gd name="T31" fmla="*/ 56 h 96"/>
                <a:gd name="T32" fmla="*/ 27 w 56"/>
                <a:gd name="T33" fmla="*/ 54 h 96"/>
                <a:gd name="T34" fmla="*/ 25 w 56"/>
                <a:gd name="T35" fmla="*/ 53 h 96"/>
                <a:gd name="T36" fmla="*/ 22 w 56"/>
                <a:gd name="T37" fmla="*/ 51 h 96"/>
                <a:gd name="T38" fmla="*/ 17 w 56"/>
                <a:gd name="T39" fmla="*/ 46 h 96"/>
                <a:gd name="T40" fmla="*/ 16 w 56"/>
                <a:gd name="T41" fmla="*/ 40 h 96"/>
                <a:gd name="T42" fmla="*/ 16 w 56"/>
                <a:gd name="T43" fmla="*/ 35 h 96"/>
                <a:gd name="T44" fmla="*/ 19 w 56"/>
                <a:gd name="T45" fmla="*/ 32 h 96"/>
                <a:gd name="T46" fmla="*/ 22 w 56"/>
                <a:gd name="T47" fmla="*/ 29 h 96"/>
                <a:gd name="T48" fmla="*/ 27 w 56"/>
                <a:gd name="T49" fmla="*/ 28 h 96"/>
                <a:gd name="T50" fmla="*/ 31 w 56"/>
                <a:gd name="T51" fmla="*/ 28 h 96"/>
                <a:gd name="T52" fmla="*/ 34 w 56"/>
                <a:gd name="T53" fmla="*/ 29 h 96"/>
                <a:gd name="T54" fmla="*/ 32 w 56"/>
                <a:gd name="T55" fmla="*/ 36 h 96"/>
                <a:gd name="T56" fmla="*/ 29 w 56"/>
                <a:gd name="T57" fmla="*/ 35 h 96"/>
                <a:gd name="T58" fmla="*/ 26 w 56"/>
                <a:gd name="T59" fmla="*/ 35 h 96"/>
                <a:gd name="T60" fmla="*/ 24 w 56"/>
                <a:gd name="T61" fmla="*/ 36 h 96"/>
                <a:gd name="T62" fmla="*/ 23 w 56"/>
                <a:gd name="T63" fmla="*/ 37 h 96"/>
                <a:gd name="T64" fmla="*/ 23 w 56"/>
                <a:gd name="T65" fmla="*/ 38 h 96"/>
                <a:gd name="T66" fmla="*/ 23 w 56"/>
                <a:gd name="T67" fmla="*/ 40 h 96"/>
                <a:gd name="T68" fmla="*/ 23 w 56"/>
                <a:gd name="T69" fmla="*/ 41 h 96"/>
                <a:gd name="T70" fmla="*/ 24 w 56"/>
                <a:gd name="T71" fmla="*/ 43 h 96"/>
                <a:gd name="T72" fmla="*/ 26 w 56"/>
                <a:gd name="T73" fmla="*/ 44 h 96"/>
                <a:gd name="T74" fmla="*/ 29 w 56"/>
                <a:gd name="T75" fmla="*/ 46 h 96"/>
                <a:gd name="T76" fmla="*/ 32 w 56"/>
                <a:gd name="T77" fmla="*/ 48 h 96"/>
                <a:gd name="T78" fmla="*/ 34 w 56"/>
                <a:gd name="T79" fmla="*/ 51 h 96"/>
                <a:gd name="T80" fmla="*/ 35 w 56"/>
                <a:gd name="T81" fmla="*/ 55 h 96"/>
                <a:gd name="T82" fmla="*/ 35 w 56"/>
                <a:gd name="T83" fmla="*/ 5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 h="96">
                  <a:moveTo>
                    <a:pt x="0" y="13"/>
                  </a:moveTo>
                  <a:cubicBezTo>
                    <a:pt x="0" y="83"/>
                    <a:pt x="0" y="83"/>
                    <a:pt x="0" y="83"/>
                  </a:cubicBezTo>
                  <a:cubicBezTo>
                    <a:pt x="56" y="96"/>
                    <a:pt x="56" y="96"/>
                    <a:pt x="56" y="96"/>
                  </a:cubicBezTo>
                  <a:cubicBezTo>
                    <a:pt x="56" y="0"/>
                    <a:pt x="56" y="0"/>
                    <a:pt x="56" y="0"/>
                  </a:cubicBezTo>
                  <a:lnTo>
                    <a:pt x="0" y="13"/>
                  </a:lnTo>
                  <a:close/>
                  <a:moveTo>
                    <a:pt x="35" y="59"/>
                  </a:moveTo>
                  <a:cubicBezTo>
                    <a:pt x="35" y="60"/>
                    <a:pt x="35" y="61"/>
                    <a:pt x="35" y="61"/>
                  </a:cubicBezTo>
                  <a:cubicBezTo>
                    <a:pt x="35" y="62"/>
                    <a:pt x="34" y="63"/>
                    <a:pt x="34" y="63"/>
                  </a:cubicBezTo>
                  <a:cubicBezTo>
                    <a:pt x="34" y="64"/>
                    <a:pt x="33" y="64"/>
                    <a:pt x="33" y="65"/>
                  </a:cubicBezTo>
                  <a:cubicBezTo>
                    <a:pt x="32" y="65"/>
                    <a:pt x="32" y="66"/>
                    <a:pt x="31" y="66"/>
                  </a:cubicBezTo>
                  <a:cubicBezTo>
                    <a:pt x="30" y="67"/>
                    <a:pt x="30" y="67"/>
                    <a:pt x="29" y="67"/>
                  </a:cubicBezTo>
                  <a:cubicBezTo>
                    <a:pt x="28" y="68"/>
                    <a:pt x="27" y="68"/>
                    <a:pt x="26" y="68"/>
                  </a:cubicBezTo>
                  <a:cubicBezTo>
                    <a:pt x="25" y="68"/>
                    <a:pt x="24" y="68"/>
                    <a:pt x="23" y="68"/>
                  </a:cubicBezTo>
                  <a:cubicBezTo>
                    <a:pt x="23" y="68"/>
                    <a:pt x="22" y="68"/>
                    <a:pt x="21" y="68"/>
                  </a:cubicBezTo>
                  <a:cubicBezTo>
                    <a:pt x="21" y="68"/>
                    <a:pt x="20" y="67"/>
                    <a:pt x="19" y="67"/>
                  </a:cubicBezTo>
                  <a:cubicBezTo>
                    <a:pt x="19" y="67"/>
                    <a:pt x="18" y="67"/>
                    <a:pt x="17" y="66"/>
                  </a:cubicBezTo>
                  <a:cubicBezTo>
                    <a:pt x="17" y="66"/>
                    <a:pt x="16" y="66"/>
                    <a:pt x="16" y="65"/>
                  </a:cubicBezTo>
                  <a:cubicBezTo>
                    <a:pt x="16" y="57"/>
                    <a:pt x="16" y="57"/>
                    <a:pt x="16" y="57"/>
                  </a:cubicBezTo>
                  <a:cubicBezTo>
                    <a:pt x="16" y="58"/>
                    <a:pt x="17" y="58"/>
                    <a:pt x="18" y="59"/>
                  </a:cubicBezTo>
                  <a:cubicBezTo>
                    <a:pt x="18" y="59"/>
                    <a:pt x="19" y="60"/>
                    <a:pt x="20" y="60"/>
                  </a:cubicBezTo>
                  <a:cubicBezTo>
                    <a:pt x="20" y="60"/>
                    <a:pt x="21" y="61"/>
                    <a:pt x="21" y="61"/>
                  </a:cubicBezTo>
                  <a:cubicBezTo>
                    <a:pt x="22" y="61"/>
                    <a:pt x="23" y="61"/>
                    <a:pt x="24" y="61"/>
                  </a:cubicBezTo>
                  <a:cubicBezTo>
                    <a:pt x="24" y="61"/>
                    <a:pt x="24" y="61"/>
                    <a:pt x="25" y="61"/>
                  </a:cubicBezTo>
                  <a:cubicBezTo>
                    <a:pt x="25" y="61"/>
                    <a:pt x="25" y="61"/>
                    <a:pt x="26" y="61"/>
                  </a:cubicBezTo>
                  <a:cubicBezTo>
                    <a:pt x="26" y="61"/>
                    <a:pt x="26" y="61"/>
                    <a:pt x="26" y="61"/>
                  </a:cubicBezTo>
                  <a:cubicBezTo>
                    <a:pt x="27" y="60"/>
                    <a:pt x="27" y="60"/>
                    <a:pt x="27" y="60"/>
                  </a:cubicBezTo>
                  <a:cubicBezTo>
                    <a:pt x="27" y="60"/>
                    <a:pt x="27" y="60"/>
                    <a:pt x="27" y="59"/>
                  </a:cubicBezTo>
                  <a:cubicBezTo>
                    <a:pt x="28" y="59"/>
                    <a:pt x="28" y="59"/>
                    <a:pt x="28" y="59"/>
                  </a:cubicBezTo>
                  <a:cubicBezTo>
                    <a:pt x="28" y="59"/>
                    <a:pt x="28" y="58"/>
                    <a:pt x="28" y="58"/>
                  </a:cubicBezTo>
                  <a:cubicBezTo>
                    <a:pt x="28" y="58"/>
                    <a:pt x="28" y="58"/>
                    <a:pt x="28" y="57"/>
                  </a:cubicBezTo>
                  <a:cubicBezTo>
                    <a:pt x="28" y="57"/>
                    <a:pt x="28" y="57"/>
                    <a:pt x="28" y="56"/>
                  </a:cubicBezTo>
                  <a:cubicBezTo>
                    <a:pt x="28" y="56"/>
                    <a:pt x="28" y="56"/>
                    <a:pt x="28" y="56"/>
                  </a:cubicBezTo>
                  <a:cubicBezTo>
                    <a:pt x="28" y="55"/>
                    <a:pt x="27" y="55"/>
                    <a:pt x="27" y="55"/>
                  </a:cubicBezTo>
                  <a:cubicBezTo>
                    <a:pt x="27" y="54"/>
                    <a:pt x="27" y="54"/>
                    <a:pt x="27" y="54"/>
                  </a:cubicBezTo>
                  <a:cubicBezTo>
                    <a:pt x="26" y="54"/>
                    <a:pt x="26" y="53"/>
                    <a:pt x="26" y="53"/>
                  </a:cubicBezTo>
                  <a:cubicBezTo>
                    <a:pt x="26" y="53"/>
                    <a:pt x="25" y="53"/>
                    <a:pt x="25" y="53"/>
                  </a:cubicBezTo>
                  <a:cubicBezTo>
                    <a:pt x="25" y="52"/>
                    <a:pt x="24" y="52"/>
                    <a:pt x="24" y="52"/>
                  </a:cubicBezTo>
                  <a:cubicBezTo>
                    <a:pt x="23" y="51"/>
                    <a:pt x="23" y="51"/>
                    <a:pt x="22" y="51"/>
                  </a:cubicBezTo>
                  <a:cubicBezTo>
                    <a:pt x="21" y="50"/>
                    <a:pt x="20" y="49"/>
                    <a:pt x="19" y="49"/>
                  </a:cubicBezTo>
                  <a:cubicBezTo>
                    <a:pt x="19" y="48"/>
                    <a:pt x="18" y="47"/>
                    <a:pt x="17" y="46"/>
                  </a:cubicBezTo>
                  <a:cubicBezTo>
                    <a:pt x="17" y="45"/>
                    <a:pt x="16" y="44"/>
                    <a:pt x="16" y="43"/>
                  </a:cubicBezTo>
                  <a:cubicBezTo>
                    <a:pt x="16" y="42"/>
                    <a:pt x="16" y="41"/>
                    <a:pt x="16" y="40"/>
                  </a:cubicBezTo>
                  <a:cubicBezTo>
                    <a:pt x="16" y="39"/>
                    <a:pt x="16" y="38"/>
                    <a:pt x="16" y="37"/>
                  </a:cubicBezTo>
                  <a:cubicBezTo>
                    <a:pt x="16" y="37"/>
                    <a:pt x="16" y="36"/>
                    <a:pt x="16" y="35"/>
                  </a:cubicBezTo>
                  <a:cubicBezTo>
                    <a:pt x="17" y="35"/>
                    <a:pt x="17" y="34"/>
                    <a:pt x="17" y="33"/>
                  </a:cubicBezTo>
                  <a:cubicBezTo>
                    <a:pt x="18" y="33"/>
                    <a:pt x="18" y="32"/>
                    <a:pt x="19" y="32"/>
                  </a:cubicBezTo>
                  <a:cubicBezTo>
                    <a:pt x="19" y="31"/>
                    <a:pt x="20" y="31"/>
                    <a:pt x="20" y="30"/>
                  </a:cubicBezTo>
                  <a:cubicBezTo>
                    <a:pt x="21" y="30"/>
                    <a:pt x="21" y="29"/>
                    <a:pt x="22" y="29"/>
                  </a:cubicBezTo>
                  <a:cubicBezTo>
                    <a:pt x="23" y="29"/>
                    <a:pt x="23" y="29"/>
                    <a:pt x="24" y="28"/>
                  </a:cubicBezTo>
                  <a:cubicBezTo>
                    <a:pt x="25" y="28"/>
                    <a:pt x="26" y="28"/>
                    <a:pt x="27" y="28"/>
                  </a:cubicBezTo>
                  <a:cubicBezTo>
                    <a:pt x="27" y="28"/>
                    <a:pt x="28" y="28"/>
                    <a:pt x="29" y="28"/>
                  </a:cubicBezTo>
                  <a:cubicBezTo>
                    <a:pt x="29" y="28"/>
                    <a:pt x="30" y="28"/>
                    <a:pt x="31" y="28"/>
                  </a:cubicBezTo>
                  <a:cubicBezTo>
                    <a:pt x="31" y="28"/>
                    <a:pt x="32" y="28"/>
                    <a:pt x="32" y="28"/>
                  </a:cubicBezTo>
                  <a:cubicBezTo>
                    <a:pt x="33" y="29"/>
                    <a:pt x="34" y="29"/>
                    <a:pt x="34" y="29"/>
                  </a:cubicBezTo>
                  <a:cubicBezTo>
                    <a:pt x="34" y="37"/>
                    <a:pt x="34" y="37"/>
                    <a:pt x="34" y="37"/>
                  </a:cubicBezTo>
                  <a:cubicBezTo>
                    <a:pt x="34" y="37"/>
                    <a:pt x="33" y="36"/>
                    <a:pt x="32" y="36"/>
                  </a:cubicBezTo>
                  <a:cubicBezTo>
                    <a:pt x="32" y="36"/>
                    <a:pt x="31" y="36"/>
                    <a:pt x="31" y="35"/>
                  </a:cubicBezTo>
                  <a:cubicBezTo>
                    <a:pt x="30" y="35"/>
                    <a:pt x="29" y="35"/>
                    <a:pt x="29" y="35"/>
                  </a:cubicBezTo>
                  <a:cubicBezTo>
                    <a:pt x="28" y="35"/>
                    <a:pt x="28" y="35"/>
                    <a:pt x="27" y="35"/>
                  </a:cubicBezTo>
                  <a:cubicBezTo>
                    <a:pt x="27" y="35"/>
                    <a:pt x="26" y="35"/>
                    <a:pt x="26" y="35"/>
                  </a:cubicBezTo>
                  <a:cubicBezTo>
                    <a:pt x="26" y="35"/>
                    <a:pt x="25" y="35"/>
                    <a:pt x="25" y="35"/>
                  </a:cubicBezTo>
                  <a:cubicBezTo>
                    <a:pt x="25" y="35"/>
                    <a:pt x="25" y="35"/>
                    <a:pt x="24" y="36"/>
                  </a:cubicBezTo>
                  <a:cubicBezTo>
                    <a:pt x="24" y="36"/>
                    <a:pt x="24" y="36"/>
                    <a:pt x="24" y="36"/>
                  </a:cubicBezTo>
                  <a:cubicBezTo>
                    <a:pt x="24" y="36"/>
                    <a:pt x="23" y="36"/>
                    <a:pt x="23" y="37"/>
                  </a:cubicBezTo>
                  <a:cubicBezTo>
                    <a:pt x="23" y="37"/>
                    <a:pt x="23" y="37"/>
                    <a:pt x="23" y="37"/>
                  </a:cubicBezTo>
                  <a:cubicBezTo>
                    <a:pt x="23" y="38"/>
                    <a:pt x="23" y="38"/>
                    <a:pt x="23" y="38"/>
                  </a:cubicBezTo>
                  <a:cubicBezTo>
                    <a:pt x="23" y="38"/>
                    <a:pt x="23" y="39"/>
                    <a:pt x="23" y="39"/>
                  </a:cubicBezTo>
                  <a:cubicBezTo>
                    <a:pt x="23" y="39"/>
                    <a:pt x="23" y="40"/>
                    <a:pt x="23" y="40"/>
                  </a:cubicBezTo>
                  <a:cubicBezTo>
                    <a:pt x="23" y="40"/>
                    <a:pt x="23" y="40"/>
                    <a:pt x="23" y="41"/>
                  </a:cubicBezTo>
                  <a:cubicBezTo>
                    <a:pt x="23" y="41"/>
                    <a:pt x="23" y="41"/>
                    <a:pt x="23" y="41"/>
                  </a:cubicBezTo>
                  <a:cubicBezTo>
                    <a:pt x="23" y="42"/>
                    <a:pt x="23" y="42"/>
                    <a:pt x="24" y="42"/>
                  </a:cubicBezTo>
                  <a:cubicBezTo>
                    <a:pt x="24" y="42"/>
                    <a:pt x="24" y="42"/>
                    <a:pt x="24" y="43"/>
                  </a:cubicBezTo>
                  <a:cubicBezTo>
                    <a:pt x="24" y="43"/>
                    <a:pt x="25" y="43"/>
                    <a:pt x="25" y="43"/>
                  </a:cubicBezTo>
                  <a:cubicBezTo>
                    <a:pt x="25" y="43"/>
                    <a:pt x="26" y="44"/>
                    <a:pt x="26" y="44"/>
                  </a:cubicBezTo>
                  <a:cubicBezTo>
                    <a:pt x="26" y="44"/>
                    <a:pt x="27" y="44"/>
                    <a:pt x="27" y="45"/>
                  </a:cubicBezTo>
                  <a:cubicBezTo>
                    <a:pt x="28" y="45"/>
                    <a:pt x="29" y="46"/>
                    <a:pt x="29" y="46"/>
                  </a:cubicBezTo>
                  <a:cubicBezTo>
                    <a:pt x="30" y="46"/>
                    <a:pt x="30" y="47"/>
                    <a:pt x="31" y="47"/>
                  </a:cubicBezTo>
                  <a:cubicBezTo>
                    <a:pt x="31" y="48"/>
                    <a:pt x="32" y="48"/>
                    <a:pt x="32" y="48"/>
                  </a:cubicBezTo>
                  <a:cubicBezTo>
                    <a:pt x="33" y="49"/>
                    <a:pt x="33" y="49"/>
                    <a:pt x="33" y="50"/>
                  </a:cubicBezTo>
                  <a:cubicBezTo>
                    <a:pt x="34" y="50"/>
                    <a:pt x="34" y="51"/>
                    <a:pt x="34" y="51"/>
                  </a:cubicBezTo>
                  <a:cubicBezTo>
                    <a:pt x="35" y="52"/>
                    <a:pt x="35" y="52"/>
                    <a:pt x="35" y="53"/>
                  </a:cubicBezTo>
                  <a:cubicBezTo>
                    <a:pt x="35" y="53"/>
                    <a:pt x="35" y="54"/>
                    <a:pt x="35" y="55"/>
                  </a:cubicBezTo>
                  <a:cubicBezTo>
                    <a:pt x="35" y="55"/>
                    <a:pt x="36" y="56"/>
                    <a:pt x="36" y="57"/>
                  </a:cubicBezTo>
                  <a:cubicBezTo>
                    <a:pt x="36" y="58"/>
                    <a:pt x="35" y="58"/>
                    <a:pt x="35" y="5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1" name="Freeform 146"/>
            <p:cNvSpPr>
              <a:spLocks/>
            </p:cNvSpPr>
            <p:nvPr/>
          </p:nvSpPr>
          <p:spPr bwMode="auto">
            <a:xfrm>
              <a:off x="858" y="2615"/>
              <a:ext cx="45" cy="85"/>
            </a:xfrm>
            <a:custGeom>
              <a:avLst/>
              <a:gdLst>
                <a:gd name="T0" fmla="*/ 19 w 19"/>
                <a:gd name="T1" fmla="*/ 26 h 35"/>
                <a:gd name="T2" fmla="*/ 16 w 19"/>
                <a:gd name="T3" fmla="*/ 32 h 35"/>
                <a:gd name="T4" fmla="*/ 8 w 19"/>
                <a:gd name="T5" fmla="*/ 35 h 35"/>
                <a:gd name="T6" fmla="*/ 3 w 19"/>
                <a:gd name="T7" fmla="*/ 34 h 35"/>
                <a:gd name="T8" fmla="*/ 0 w 19"/>
                <a:gd name="T9" fmla="*/ 33 h 35"/>
                <a:gd name="T10" fmla="*/ 0 w 19"/>
                <a:gd name="T11" fmla="*/ 28 h 35"/>
                <a:gd name="T12" fmla="*/ 4 w 19"/>
                <a:gd name="T13" fmla="*/ 30 h 35"/>
                <a:gd name="T14" fmla="*/ 8 w 19"/>
                <a:gd name="T15" fmla="*/ 31 h 35"/>
                <a:gd name="T16" fmla="*/ 15 w 19"/>
                <a:gd name="T17" fmla="*/ 26 h 35"/>
                <a:gd name="T18" fmla="*/ 13 w 19"/>
                <a:gd name="T19" fmla="*/ 22 h 35"/>
                <a:gd name="T20" fmla="*/ 8 w 19"/>
                <a:gd name="T21" fmla="*/ 18 h 35"/>
                <a:gd name="T22" fmla="*/ 2 w 19"/>
                <a:gd name="T23" fmla="*/ 14 h 35"/>
                <a:gd name="T24" fmla="*/ 0 w 19"/>
                <a:gd name="T25" fmla="*/ 9 h 35"/>
                <a:gd name="T26" fmla="*/ 3 w 19"/>
                <a:gd name="T27" fmla="*/ 2 h 35"/>
                <a:gd name="T28" fmla="*/ 11 w 19"/>
                <a:gd name="T29" fmla="*/ 0 h 35"/>
                <a:gd name="T30" fmla="*/ 17 w 19"/>
                <a:gd name="T31" fmla="*/ 1 h 35"/>
                <a:gd name="T32" fmla="*/ 17 w 19"/>
                <a:gd name="T33" fmla="*/ 5 h 35"/>
                <a:gd name="T34" fmla="*/ 11 w 19"/>
                <a:gd name="T35" fmla="*/ 3 h 35"/>
                <a:gd name="T36" fmla="*/ 6 w 19"/>
                <a:gd name="T37" fmla="*/ 5 h 35"/>
                <a:gd name="T38" fmla="*/ 4 w 19"/>
                <a:gd name="T39" fmla="*/ 8 h 35"/>
                <a:gd name="T40" fmla="*/ 5 w 19"/>
                <a:gd name="T41" fmla="*/ 11 h 35"/>
                <a:gd name="T42" fmla="*/ 7 w 19"/>
                <a:gd name="T43" fmla="*/ 13 h 35"/>
                <a:gd name="T44" fmla="*/ 11 w 19"/>
                <a:gd name="T45" fmla="*/ 16 h 35"/>
                <a:gd name="T46" fmla="*/ 17 w 19"/>
                <a:gd name="T47" fmla="*/ 20 h 35"/>
                <a:gd name="T48" fmla="*/ 19 w 19"/>
                <a:gd name="T49" fmla="*/ 2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35">
                  <a:moveTo>
                    <a:pt x="19" y="26"/>
                  </a:moveTo>
                  <a:cubicBezTo>
                    <a:pt x="19" y="28"/>
                    <a:pt x="18" y="31"/>
                    <a:pt x="16" y="32"/>
                  </a:cubicBezTo>
                  <a:cubicBezTo>
                    <a:pt x="14" y="34"/>
                    <a:pt x="11" y="35"/>
                    <a:pt x="8" y="35"/>
                  </a:cubicBezTo>
                  <a:cubicBezTo>
                    <a:pt x="6" y="35"/>
                    <a:pt x="5" y="34"/>
                    <a:pt x="3" y="34"/>
                  </a:cubicBezTo>
                  <a:cubicBezTo>
                    <a:pt x="2" y="34"/>
                    <a:pt x="1" y="33"/>
                    <a:pt x="0" y="33"/>
                  </a:cubicBezTo>
                  <a:cubicBezTo>
                    <a:pt x="0" y="28"/>
                    <a:pt x="0" y="28"/>
                    <a:pt x="0" y="28"/>
                  </a:cubicBezTo>
                  <a:cubicBezTo>
                    <a:pt x="1" y="29"/>
                    <a:pt x="2" y="30"/>
                    <a:pt x="4" y="30"/>
                  </a:cubicBezTo>
                  <a:cubicBezTo>
                    <a:pt x="5" y="31"/>
                    <a:pt x="7" y="31"/>
                    <a:pt x="8" y="31"/>
                  </a:cubicBezTo>
                  <a:cubicBezTo>
                    <a:pt x="12" y="31"/>
                    <a:pt x="15" y="29"/>
                    <a:pt x="15" y="26"/>
                  </a:cubicBezTo>
                  <a:cubicBezTo>
                    <a:pt x="15" y="25"/>
                    <a:pt x="14" y="23"/>
                    <a:pt x="13" y="22"/>
                  </a:cubicBezTo>
                  <a:cubicBezTo>
                    <a:pt x="12" y="21"/>
                    <a:pt x="10" y="20"/>
                    <a:pt x="8" y="18"/>
                  </a:cubicBezTo>
                  <a:cubicBezTo>
                    <a:pt x="5" y="17"/>
                    <a:pt x="3" y="15"/>
                    <a:pt x="2" y="14"/>
                  </a:cubicBezTo>
                  <a:cubicBezTo>
                    <a:pt x="1" y="13"/>
                    <a:pt x="0" y="11"/>
                    <a:pt x="0" y="9"/>
                  </a:cubicBezTo>
                  <a:cubicBezTo>
                    <a:pt x="0" y="6"/>
                    <a:pt x="1" y="4"/>
                    <a:pt x="3" y="2"/>
                  </a:cubicBezTo>
                  <a:cubicBezTo>
                    <a:pt x="5" y="1"/>
                    <a:pt x="8" y="0"/>
                    <a:pt x="11" y="0"/>
                  </a:cubicBezTo>
                  <a:cubicBezTo>
                    <a:pt x="14" y="0"/>
                    <a:pt x="16" y="0"/>
                    <a:pt x="17" y="1"/>
                  </a:cubicBezTo>
                  <a:cubicBezTo>
                    <a:pt x="17" y="5"/>
                    <a:pt x="17" y="5"/>
                    <a:pt x="17" y="5"/>
                  </a:cubicBezTo>
                  <a:cubicBezTo>
                    <a:pt x="16" y="4"/>
                    <a:pt x="13" y="3"/>
                    <a:pt x="11" y="3"/>
                  </a:cubicBezTo>
                  <a:cubicBezTo>
                    <a:pt x="9" y="3"/>
                    <a:pt x="7" y="4"/>
                    <a:pt x="6" y="5"/>
                  </a:cubicBezTo>
                  <a:cubicBezTo>
                    <a:pt x="5" y="6"/>
                    <a:pt x="4" y="7"/>
                    <a:pt x="4" y="8"/>
                  </a:cubicBezTo>
                  <a:cubicBezTo>
                    <a:pt x="4" y="10"/>
                    <a:pt x="4" y="10"/>
                    <a:pt x="5" y="11"/>
                  </a:cubicBezTo>
                  <a:cubicBezTo>
                    <a:pt x="5" y="12"/>
                    <a:pt x="6" y="12"/>
                    <a:pt x="7" y="13"/>
                  </a:cubicBezTo>
                  <a:cubicBezTo>
                    <a:pt x="7" y="14"/>
                    <a:pt x="9" y="15"/>
                    <a:pt x="11" y="16"/>
                  </a:cubicBezTo>
                  <a:cubicBezTo>
                    <a:pt x="14" y="17"/>
                    <a:pt x="16" y="19"/>
                    <a:pt x="17" y="20"/>
                  </a:cubicBezTo>
                  <a:cubicBezTo>
                    <a:pt x="18" y="22"/>
                    <a:pt x="19" y="24"/>
                    <a:pt x="19" y="2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2" name="Freeform 147"/>
            <p:cNvSpPr>
              <a:spLocks/>
            </p:cNvSpPr>
            <p:nvPr/>
          </p:nvSpPr>
          <p:spPr bwMode="auto">
            <a:xfrm>
              <a:off x="915" y="2612"/>
              <a:ext cx="47" cy="85"/>
            </a:xfrm>
            <a:custGeom>
              <a:avLst/>
              <a:gdLst>
                <a:gd name="T0" fmla="*/ 20 w 20"/>
                <a:gd name="T1" fmla="*/ 35 h 35"/>
                <a:gd name="T2" fmla="*/ 16 w 20"/>
                <a:gd name="T3" fmla="*/ 35 h 35"/>
                <a:gd name="T4" fmla="*/ 16 w 20"/>
                <a:gd name="T5" fmla="*/ 21 h 35"/>
                <a:gd name="T6" fmla="*/ 10 w 20"/>
                <a:gd name="T7" fmla="*/ 14 h 35"/>
                <a:gd name="T8" fmla="*/ 5 w 20"/>
                <a:gd name="T9" fmla="*/ 16 h 35"/>
                <a:gd name="T10" fmla="*/ 4 w 20"/>
                <a:gd name="T11" fmla="*/ 21 h 35"/>
                <a:gd name="T12" fmla="*/ 4 w 20"/>
                <a:gd name="T13" fmla="*/ 35 h 35"/>
                <a:gd name="T14" fmla="*/ 0 w 20"/>
                <a:gd name="T15" fmla="*/ 35 h 35"/>
                <a:gd name="T16" fmla="*/ 0 w 20"/>
                <a:gd name="T17" fmla="*/ 0 h 35"/>
                <a:gd name="T18" fmla="*/ 4 w 20"/>
                <a:gd name="T19" fmla="*/ 0 h 35"/>
                <a:gd name="T20" fmla="*/ 4 w 20"/>
                <a:gd name="T21" fmla="*/ 15 h 35"/>
                <a:gd name="T22" fmla="*/ 4 w 20"/>
                <a:gd name="T23" fmla="*/ 15 h 35"/>
                <a:gd name="T24" fmla="*/ 11 w 20"/>
                <a:gd name="T25" fmla="*/ 10 h 35"/>
                <a:gd name="T26" fmla="*/ 20 w 20"/>
                <a:gd name="T27" fmla="*/ 20 h 35"/>
                <a:gd name="T28" fmla="*/ 20 w 20"/>
                <a:gd name="T29"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35">
                  <a:moveTo>
                    <a:pt x="20" y="35"/>
                  </a:moveTo>
                  <a:cubicBezTo>
                    <a:pt x="16" y="35"/>
                    <a:pt x="16" y="35"/>
                    <a:pt x="16" y="35"/>
                  </a:cubicBezTo>
                  <a:cubicBezTo>
                    <a:pt x="16" y="21"/>
                    <a:pt x="16" y="21"/>
                    <a:pt x="16" y="21"/>
                  </a:cubicBezTo>
                  <a:cubicBezTo>
                    <a:pt x="16" y="16"/>
                    <a:pt x="14" y="14"/>
                    <a:pt x="10" y="14"/>
                  </a:cubicBezTo>
                  <a:cubicBezTo>
                    <a:pt x="8" y="14"/>
                    <a:pt x="7" y="14"/>
                    <a:pt x="5" y="16"/>
                  </a:cubicBezTo>
                  <a:cubicBezTo>
                    <a:pt x="4" y="17"/>
                    <a:pt x="4" y="19"/>
                    <a:pt x="4" y="21"/>
                  </a:cubicBezTo>
                  <a:cubicBezTo>
                    <a:pt x="4" y="35"/>
                    <a:pt x="4" y="35"/>
                    <a:pt x="4" y="35"/>
                  </a:cubicBezTo>
                  <a:cubicBezTo>
                    <a:pt x="0" y="35"/>
                    <a:pt x="0" y="35"/>
                    <a:pt x="0" y="35"/>
                  </a:cubicBezTo>
                  <a:cubicBezTo>
                    <a:pt x="0" y="0"/>
                    <a:pt x="0" y="0"/>
                    <a:pt x="0" y="0"/>
                  </a:cubicBezTo>
                  <a:cubicBezTo>
                    <a:pt x="4" y="0"/>
                    <a:pt x="4" y="0"/>
                    <a:pt x="4" y="0"/>
                  </a:cubicBezTo>
                  <a:cubicBezTo>
                    <a:pt x="4" y="15"/>
                    <a:pt x="4" y="15"/>
                    <a:pt x="4" y="15"/>
                  </a:cubicBezTo>
                  <a:cubicBezTo>
                    <a:pt x="4" y="15"/>
                    <a:pt x="4" y="15"/>
                    <a:pt x="4" y="15"/>
                  </a:cubicBezTo>
                  <a:cubicBezTo>
                    <a:pt x="5" y="12"/>
                    <a:pt x="8" y="10"/>
                    <a:pt x="11" y="10"/>
                  </a:cubicBezTo>
                  <a:cubicBezTo>
                    <a:pt x="17" y="10"/>
                    <a:pt x="20" y="14"/>
                    <a:pt x="20" y="20"/>
                  </a:cubicBezTo>
                  <a:lnTo>
                    <a:pt x="2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3" name="Freeform 148"/>
            <p:cNvSpPr>
              <a:spLocks noEditPoints="1"/>
            </p:cNvSpPr>
            <p:nvPr/>
          </p:nvSpPr>
          <p:spPr bwMode="auto">
            <a:xfrm>
              <a:off x="972" y="2637"/>
              <a:ext cx="45" cy="63"/>
            </a:xfrm>
            <a:custGeom>
              <a:avLst/>
              <a:gdLst>
                <a:gd name="T0" fmla="*/ 19 w 19"/>
                <a:gd name="T1" fmla="*/ 25 h 26"/>
                <a:gd name="T2" fmla="*/ 15 w 19"/>
                <a:gd name="T3" fmla="*/ 25 h 26"/>
                <a:gd name="T4" fmla="*/ 15 w 19"/>
                <a:gd name="T5" fmla="*/ 21 h 26"/>
                <a:gd name="T6" fmla="*/ 15 w 19"/>
                <a:gd name="T7" fmla="*/ 21 h 26"/>
                <a:gd name="T8" fmla="*/ 7 w 19"/>
                <a:gd name="T9" fmla="*/ 26 h 26"/>
                <a:gd name="T10" fmla="*/ 2 w 19"/>
                <a:gd name="T11" fmla="*/ 24 h 26"/>
                <a:gd name="T12" fmla="*/ 0 w 19"/>
                <a:gd name="T13" fmla="*/ 19 h 26"/>
                <a:gd name="T14" fmla="*/ 8 w 19"/>
                <a:gd name="T15" fmla="*/ 11 h 26"/>
                <a:gd name="T16" fmla="*/ 15 w 19"/>
                <a:gd name="T17" fmla="*/ 10 h 26"/>
                <a:gd name="T18" fmla="*/ 10 w 19"/>
                <a:gd name="T19" fmla="*/ 4 h 26"/>
                <a:gd name="T20" fmla="*/ 2 w 19"/>
                <a:gd name="T21" fmla="*/ 7 h 26"/>
                <a:gd name="T22" fmla="*/ 2 w 19"/>
                <a:gd name="T23" fmla="*/ 3 h 26"/>
                <a:gd name="T24" fmla="*/ 6 w 19"/>
                <a:gd name="T25" fmla="*/ 1 h 26"/>
                <a:gd name="T26" fmla="*/ 10 w 19"/>
                <a:gd name="T27" fmla="*/ 0 h 26"/>
                <a:gd name="T28" fmla="*/ 19 w 19"/>
                <a:gd name="T29" fmla="*/ 9 h 26"/>
                <a:gd name="T30" fmla="*/ 19 w 19"/>
                <a:gd name="T31" fmla="*/ 25 h 26"/>
                <a:gd name="T32" fmla="*/ 15 w 19"/>
                <a:gd name="T33" fmla="*/ 13 h 26"/>
                <a:gd name="T34" fmla="*/ 9 w 19"/>
                <a:gd name="T35" fmla="*/ 14 h 26"/>
                <a:gd name="T36" fmla="*/ 5 w 19"/>
                <a:gd name="T37" fmla="*/ 15 h 26"/>
                <a:gd name="T38" fmla="*/ 4 w 19"/>
                <a:gd name="T39" fmla="*/ 18 h 26"/>
                <a:gd name="T40" fmla="*/ 5 w 19"/>
                <a:gd name="T41" fmla="*/ 21 h 26"/>
                <a:gd name="T42" fmla="*/ 8 w 19"/>
                <a:gd name="T43" fmla="*/ 22 h 26"/>
                <a:gd name="T44" fmla="*/ 13 w 19"/>
                <a:gd name="T45" fmla="*/ 20 h 26"/>
                <a:gd name="T46" fmla="*/ 15 w 19"/>
                <a:gd name="T47" fmla="*/ 15 h 26"/>
                <a:gd name="T48" fmla="*/ 15 w 19"/>
                <a:gd name="T4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6">
                  <a:moveTo>
                    <a:pt x="19" y="25"/>
                  </a:moveTo>
                  <a:cubicBezTo>
                    <a:pt x="15" y="25"/>
                    <a:pt x="15" y="25"/>
                    <a:pt x="15" y="25"/>
                  </a:cubicBezTo>
                  <a:cubicBezTo>
                    <a:pt x="15" y="21"/>
                    <a:pt x="15" y="21"/>
                    <a:pt x="15" y="21"/>
                  </a:cubicBezTo>
                  <a:cubicBezTo>
                    <a:pt x="15" y="21"/>
                    <a:pt x="15" y="21"/>
                    <a:pt x="15" y="21"/>
                  </a:cubicBezTo>
                  <a:cubicBezTo>
                    <a:pt x="13" y="24"/>
                    <a:pt x="10" y="26"/>
                    <a:pt x="7" y="26"/>
                  </a:cubicBezTo>
                  <a:cubicBezTo>
                    <a:pt x="5" y="26"/>
                    <a:pt x="3" y="25"/>
                    <a:pt x="2" y="24"/>
                  </a:cubicBezTo>
                  <a:cubicBezTo>
                    <a:pt x="0" y="22"/>
                    <a:pt x="0" y="21"/>
                    <a:pt x="0" y="19"/>
                  </a:cubicBezTo>
                  <a:cubicBezTo>
                    <a:pt x="0" y="14"/>
                    <a:pt x="2" y="12"/>
                    <a:pt x="8" y="11"/>
                  </a:cubicBezTo>
                  <a:cubicBezTo>
                    <a:pt x="15" y="10"/>
                    <a:pt x="15" y="10"/>
                    <a:pt x="15" y="10"/>
                  </a:cubicBezTo>
                  <a:cubicBezTo>
                    <a:pt x="15" y="6"/>
                    <a:pt x="13" y="4"/>
                    <a:pt x="10" y="4"/>
                  </a:cubicBezTo>
                  <a:cubicBezTo>
                    <a:pt x="7" y="4"/>
                    <a:pt x="4" y="5"/>
                    <a:pt x="2" y="7"/>
                  </a:cubicBezTo>
                  <a:cubicBezTo>
                    <a:pt x="2" y="3"/>
                    <a:pt x="2" y="3"/>
                    <a:pt x="2" y="3"/>
                  </a:cubicBezTo>
                  <a:cubicBezTo>
                    <a:pt x="3" y="2"/>
                    <a:pt x="4" y="2"/>
                    <a:pt x="6" y="1"/>
                  </a:cubicBezTo>
                  <a:cubicBezTo>
                    <a:pt x="7" y="1"/>
                    <a:pt x="9" y="0"/>
                    <a:pt x="10" y="0"/>
                  </a:cubicBezTo>
                  <a:cubicBezTo>
                    <a:pt x="16" y="0"/>
                    <a:pt x="19" y="3"/>
                    <a:pt x="19" y="9"/>
                  </a:cubicBezTo>
                  <a:lnTo>
                    <a:pt x="19" y="25"/>
                  </a:lnTo>
                  <a:close/>
                  <a:moveTo>
                    <a:pt x="15" y="13"/>
                  </a:moveTo>
                  <a:cubicBezTo>
                    <a:pt x="9" y="14"/>
                    <a:pt x="9" y="14"/>
                    <a:pt x="9" y="14"/>
                  </a:cubicBezTo>
                  <a:cubicBezTo>
                    <a:pt x="7" y="14"/>
                    <a:pt x="6" y="14"/>
                    <a:pt x="5" y="15"/>
                  </a:cubicBezTo>
                  <a:cubicBezTo>
                    <a:pt x="4" y="16"/>
                    <a:pt x="4" y="17"/>
                    <a:pt x="4" y="18"/>
                  </a:cubicBezTo>
                  <a:cubicBezTo>
                    <a:pt x="4" y="20"/>
                    <a:pt x="4" y="21"/>
                    <a:pt x="5" y="21"/>
                  </a:cubicBezTo>
                  <a:cubicBezTo>
                    <a:pt x="6" y="22"/>
                    <a:pt x="7" y="22"/>
                    <a:pt x="8" y="22"/>
                  </a:cubicBezTo>
                  <a:cubicBezTo>
                    <a:pt x="10" y="22"/>
                    <a:pt x="12" y="22"/>
                    <a:pt x="13" y="20"/>
                  </a:cubicBezTo>
                  <a:cubicBezTo>
                    <a:pt x="14" y="19"/>
                    <a:pt x="15" y="17"/>
                    <a:pt x="15" y="15"/>
                  </a:cubicBezTo>
                  <a:lnTo>
                    <a:pt x="15"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4" name="Freeform 149"/>
            <p:cNvSpPr>
              <a:spLocks/>
            </p:cNvSpPr>
            <p:nvPr/>
          </p:nvSpPr>
          <p:spPr bwMode="auto">
            <a:xfrm>
              <a:off x="1029" y="2639"/>
              <a:ext cx="31" cy="58"/>
            </a:xfrm>
            <a:custGeom>
              <a:avLst/>
              <a:gdLst>
                <a:gd name="T0" fmla="*/ 13 w 13"/>
                <a:gd name="T1" fmla="*/ 4 h 24"/>
                <a:gd name="T2" fmla="*/ 10 w 13"/>
                <a:gd name="T3" fmla="*/ 3 h 24"/>
                <a:gd name="T4" fmla="*/ 6 w 13"/>
                <a:gd name="T5" fmla="*/ 6 h 24"/>
                <a:gd name="T6" fmla="*/ 4 w 13"/>
                <a:gd name="T7" fmla="*/ 12 h 24"/>
                <a:gd name="T8" fmla="*/ 4 w 13"/>
                <a:gd name="T9" fmla="*/ 24 h 24"/>
                <a:gd name="T10" fmla="*/ 0 w 13"/>
                <a:gd name="T11" fmla="*/ 24 h 24"/>
                <a:gd name="T12" fmla="*/ 0 w 13"/>
                <a:gd name="T13" fmla="*/ 0 h 24"/>
                <a:gd name="T14" fmla="*/ 4 w 13"/>
                <a:gd name="T15" fmla="*/ 0 h 24"/>
                <a:gd name="T16" fmla="*/ 4 w 13"/>
                <a:gd name="T17" fmla="*/ 5 h 24"/>
                <a:gd name="T18" fmla="*/ 4 w 13"/>
                <a:gd name="T19" fmla="*/ 5 h 24"/>
                <a:gd name="T20" fmla="*/ 7 w 13"/>
                <a:gd name="T21" fmla="*/ 1 h 24"/>
                <a:gd name="T22" fmla="*/ 11 w 13"/>
                <a:gd name="T23" fmla="*/ 0 h 24"/>
                <a:gd name="T24" fmla="*/ 13 w 13"/>
                <a:gd name="T25" fmla="*/ 0 h 24"/>
                <a:gd name="T26" fmla="*/ 13 w 13"/>
                <a:gd name="T27"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24">
                  <a:moveTo>
                    <a:pt x="13" y="4"/>
                  </a:moveTo>
                  <a:cubicBezTo>
                    <a:pt x="12" y="3"/>
                    <a:pt x="11" y="3"/>
                    <a:pt x="10" y="3"/>
                  </a:cubicBezTo>
                  <a:cubicBezTo>
                    <a:pt x="8" y="3"/>
                    <a:pt x="7" y="4"/>
                    <a:pt x="6" y="6"/>
                  </a:cubicBezTo>
                  <a:cubicBezTo>
                    <a:pt x="5" y="7"/>
                    <a:pt x="4" y="9"/>
                    <a:pt x="4" y="12"/>
                  </a:cubicBezTo>
                  <a:cubicBezTo>
                    <a:pt x="4" y="24"/>
                    <a:pt x="4" y="24"/>
                    <a:pt x="4" y="24"/>
                  </a:cubicBezTo>
                  <a:cubicBezTo>
                    <a:pt x="0" y="24"/>
                    <a:pt x="0" y="24"/>
                    <a:pt x="0" y="24"/>
                  </a:cubicBezTo>
                  <a:cubicBezTo>
                    <a:pt x="0" y="0"/>
                    <a:pt x="0" y="0"/>
                    <a:pt x="0" y="0"/>
                  </a:cubicBezTo>
                  <a:cubicBezTo>
                    <a:pt x="4" y="0"/>
                    <a:pt x="4" y="0"/>
                    <a:pt x="4" y="0"/>
                  </a:cubicBezTo>
                  <a:cubicBezTo>
                    <a:pt x="4" y="5"/>
                    <a:pt x="4" y="5"/>
                    <a:pt x="4" y="5"/>
                  </a:cubicBezTo>
                  <a:cubicBezTo>
                    <a:pt x="4" y="5"/>
                    <a:pt x="4" y="5"/>
                    <a:pt x="4" y="5"/>
                  </a:cubicBezTo>
                  <a:cubicBezTo>
                    <a:pt x="5" y="3"/>
                    <a:pt x="6" y="2"/>
                    <a:pt x="7" y="1"/>
                  </a:cubicBezTo>
                  <a:cubicBezTo>
                    <a:pt x="8" y="0"/>
                    <a:pt x="9" y="0"/>
                    <a:pt x="11" y="0"/>
                  </a:cubicBezTo>
                  <a:cubicBezTo>
                    <a:pt x="12" y="0"/>
                    <a:pt x="12" y="0"/>
                    <a:pt x="13" y="0"/>
                  </a:cubicBezTo>
                  <a:lnTo>
                    <a:pt x="13"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5" name="Freeform 150"/>
            <p:cNvSpPr>
              <a:spLocks noEditPoints="1"/>
            </p:cNvSpPr>
            <p:nvPr/>
          </p:nvSpPr>
          <p:spPr bwMode="auto">
            <a:xfrm>
              <a:off x="1060" y="2637"/>
              <a:ext cx="50" cy="63"/>
            </a:xfrm>
            <a:custGeom>
              <a:avLst/>
              <a:gdLst>
                <a:gd name="T0" fmla="*/ 21 w 21"/>
                <a:gd name="T1" fmla="*/ 14 h 26"/>
                <a:gd name="T2" fmla="*/ 4 w 21"/>
                <a:gd name="T3" fmla="*/ 14 h 26"/>
                <a:gd name="T4" fmla="*/ 7 w 21"/>
                <a:gd name="T5" fmla="*/ 20 h 26"/>
                <a:gd name="T6" fmla="*/ 12 w 21"/>
                <a:gd name="T7" fmla="*/ 22 h 26"/>
                <a:gd name="T8" fmla="*/ 20 w 21"/>
                <a:gd name="T9" fmla="*/ 20 h 26"/>
                <a:gd name="T10" fmla="*/ 20 w 21"/>
                <a:gd name="T11" fmla="*/ 23 h 26"/>
                <a:gd name="T12" fmla="*/ 11 w 21"/>
                <a:gd name="T13" fmla="*/ 26 h 26"/>
                <a:gd name="T14" fmla="*/ 3 w 21"/>
                <a:gd name="T15" fmla="*/ 22 h 26"/>
                <a:gd name="T16" fmla="*/ 0 w 21"/>
                <a:gd name="T17" fmla="*/ 13 h 26"/>
                <a:gd name="T18" fmla="*/ 2 w 21"/>
                <a:gd name="T19" fmla="*/ 7 h 26"/>
                <a:gd name="T20" fmla="*/ 6 w 21"/>
                <a:gd name="T21" fmla="*/ 2 h 26"/>
                <a:gd name="T22" fmla="*/ 11 w 21"/>
                <a:gd name="T23" fmla="*/ 0 h 26"/>
                <a:gd name="T24" fmla="*/ 19 w 21"/>
                <a:gd name="T25" fmla="*/ 3 h 26"/>
                <a:gd name="T26" fmla="*/ 21 w 21"/>
                <a:gd name="T27" fmla="*/ 12 h 26"/>
                <a:gd name="T28" fmla="*/ 21 w 21"/>
                <a:gd name="T29" fmla="*/ 14 h 26"/>
                <a:gd name="T30" fmla="*/ 17 w 21"/>
                <a:gd name="T31" fmla="*/ 11 h 26"/>
                <a:gd name="T32" fmla="*/ 16 w 21"/>
                <a:gd name="T33" fmla="*/ 6 h 26"/>
                <a:gd name="T34" fmla="*/ 11 w 21"/>
                <a:gd name="T35" fmla="*/ 4 h 26"/>
                <a:gd name="T36" fmla="*/ 7 w 21"/>
                <a:gd name="T37" fmla="*/ 6 h 26"/>
                <a:gd name="T38" fmla="*/ 4 w 21"/>
                <a:gd name="T39" fmla="*/ 11 h 26"/>
                <a:gd name="T40" fmla="*/ 17 w 21"/>
                <a:gd name="T41" fmla="*/ 1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6">
                  <a:moveTo>
                    <a:pt x="21" y="14"/>
                  </a:moveTo>
                  <a:cubicBezTo>
                    <a:pt x="4" y="14"/>
                    <a:pt x="4" y="14"/>
                    <a:pt x="4" y="14"/>
                  </a:cubicBezTo>
                  <a:cubicBezTo>
                    <a:pt x="4" y="17"/>
                    <a:pt x="5" y="19"/>
                    <a:pt x="7" y="20"/>
                  </a:cubicBezTo>
                  <a:cubicBezTo>
                    <a:pt x="8" y="22"/>
                    <a:pt x="10" y="22"/>
                    <a:pt x="12" y="22"/>
                  </a:cubicBezTo>
                  <a:cubicBezTo>
                    <a:pt x="15" y="22"/>
                    <a:pt x="17" y="21"/>
                    <a:pt x="20" y="20"/>
                  </a:cubicBezTo>
                  <a:cubicBezTo>
                    <a:pt x="20" y="23"/>
                    <a:pt x="20" y="23"/>
                    <a:pt x="20" y="23"/>
                  </a:cubicBezTo>
                  <a:cubicBezTo>
                    <a:pt x="18" y="25"/>
                    <a:pt x="15" y="26"/>
                    <a:pt x="11" y="26"/>
                  </a:cubicBezTo>
                  <a:cubicBezTo>
                    <a:pt x="8" y="26"/>
                    <a:pt x="5" y="25"/>
                    <a:pt x="3" y="22"/>
                  </a:cubicBezTo>
                  <a:cubicBezTo>
                    <a:pt x="1" y="20"/>
                    <a:pt x="0" y="17"/>
                    <a:pt x="0" y="13"/>
                  </a:cubicBezTo>
                  <a:cubicBezTo>
                    <a:pt x="0" y="11"/>
                    <a:pt x="1" y="9"/>
                    <a:pt x="2" y="7"/>
                  </a:cubicBezTo>
                  <a:cubicBezTo>
                    <a:pt x="3" y="5"/>
                    <a:pt x="4" y="3"/>
                    <a:pt x="6" y="2"/>
                  </a:cubicBezTo>
                  <a:cubicBezTo>
                    <a:pt x="8" y="1"/>
                    <a:pt x="9" y="0"/>
                    <a:pt x="11" y="0"/>
                  </a:cubicBezTo>
                  <a:cubicBezTo>
                    <a:pt x="15" y="0"/>
                    <a:pt x="17" y="1"/>
                    <a:pt x="19" y="3"/>
                  </a:cubicBezTo>
                  <a:cubicBezTo>
                    <a:pt x="21" y="6"/>
                    <a:pt x="21" y="8"/>
                    <a:pt x="21" y="12"/>
                  </a:cubicBezTo>
                  <a:lnTo>
                    <a:pt x="21" y="14"/>
                  </a:lnTo>
                  <a:close/>
                  <a:moveTo>
                    <a:pt x="17" y="11"/>
                  </a:moveTo>
                  <a:cubicBezTo>
                    <a:pt x="17" y="9"/>
                    <a:pt x="17" y="7"/>
                    <a:pt x="16" y="6"/>
                  </a:cubicBezTo>
                  <a:cubicBezTo>
                    <a:pt x="15" y="4"/>
                    <a:pt x="13" y="4"/>
                    <a:pt x="11" y="4"/>
                  </a:cubicBezTo>
                  <a:cubicBezTo>
                    <a:pt x="10" y="4"/>
                    <a:pt x="8" y="4"/>
                    <a:pt x="7" y="6"/>
                  </a:cubicBezTo>
                  <a:cubicBezTo>
                    <a:pt x="6" y="7"/>
                    <a:pt x="5" y="9"/>
                    <a:pt x="4" y="11"/>
                  </a:cubicBezTo>
                  <a:lnTo>
                    <a:pt x="17"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6" name="Freeform 151"/>
            <p:cNvSpPr>
              <a:spLocks noEditPoints="1"/>
            </p:cNvSpPr>
            <p:nvPr/>
          </p:nvSpPr>
          <p:spPr bwMode="auto">
            <a:xfrm>
              <a:off x="1122" y="2615"/>
              <a:ext cx="50" cy="82"/>
            </a:xfrm>
            <a:custGeom>
              <a:avLst/>
              <a:gdLst>
                <a:gd name="T0" fmla="*/ 21 w 21"/>
                <a:gd name="T1" fmla="*/ 10 h 34"/>
                <a:gd name="T2" fmla="*/ 17 w 21"/>
                <a:gd name="T3" fmla="*/ 18 h 34"/>
                <a:gd name="T4" fmla="*/ 9 w 21"/>
                <a:gd name="T5" fmla="*/ 21 h 34"/>
                <a:gd name="T6" fmla="*/ 4 w 21"/>
                <a:gd name="T7" fmla="*/ 21 h 34"/>
                <a:gd name="T8" fmla="*/ 4 w 21"/>
                <a:gd name="T9" fmla="*/ 34 h 34"/>
                <a:gd name="T10" fmla="*/ 0 w 21"/>
                <a:gd name="T11" fmla="*/ 34 h 34"/>
                <a:gd name="T12" fmla="*/ 0 w 21"/>
                <a:gd name="T13" fmla="*/ 0 h 34"/>
                <a:gd name="T14" fmla="*/ 9 w 21"/>
                <a:gd name="T15" fmla="*/ 0 h 34"/>
                <a:gd name="T16" fmla="*/ 18 w 21"/>
                <a:gd name="T17" fmla="*/ 3 h 34"/>
                <a:gd name="T18" fmla="*/ 21 w 21"/>
                <a:gd name="T19" fmla="*/ 10 h 34"/>
                <a:gd name="T20" fmla="*/ 17 w 21"/>
                <a:gd name="T21" fmla="*/ 11 h 34"/>
                <a:gd name="T22" fmla="*/ 9 w 21"/>
                <a:gd name="T23" fmla="*/ 4 h 34"/>
                <a:gd name="T24" fmla="*/ 4 w 21"/>
                <a:gd name="T25" fmla="*/ 4 h 34"/>
                <a:gd name="T26" fmla="*/ 4 w 21"/>
                <a:gd name="T27" fmla="*/ 18 h 34"/>
                <a:gd name="T28" fmla="*/ 8 w 21"/>
                <a:gd name="T29" fmla="*/ 18 h 34"/>
                <a:gd name="T30" fmla="*/ 14 w 21"/>
                <a:gd name="T31" fmla="*/ 16 h 34"/>
                <a:gd name="T32" fmla="*/ 17 w 21"/>
                <a:gd name="T33"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 h="34">
                  <a:moveTo>
                    <a:pt x="21" y="10"/>
                  </a:moveTo>
                  <a:cubicBezTo>
                    <a:pt x="21" y="14"/>
                    <a:pt x="20" y="16"/>
                    <a:pt x="17" y="18"/>
                  </a:cubicBezTo>
                  <a:cubicBezTo>
                    <a:pt x="15" y="20"/>
                    <a:pt x="12" y="21"/>
                    <a:pt x="9" y="21"/>
                  </a:cubicBezTo>
                  <a:cubicBezTo>
                    <a:pt x="4" y="21"/>
                    <a:pt x="4" y="21"/>
                    <a:pt x="4" y="21"/>
                  </a:cubicBezTo>
                  <a:cubicBezTo>
                    <a:pt x="4" y="34"/>
                    <a:pt x="4" y="34"/>
                    <a:pt x="4" y="34"/>
                  </a:cubicBezTo>
                  <a:cubicBezTo>
                    <a:pt x="0" y="34"/>
                    <a:pt x="0" y="34"/>
                    <a:pt x="0" y="34"/>
                  </a:cubicBezTo>
                  <a:cubicBezTo>
                    <a:pt x="0" y="0"/>
                    <a:pt x="0" y="0"/>
                    <a:pt x="0" y="0"/>
                  </a:cubicBezTo>
                  <a:cubicBezTo>
                    <a:pt x="9" y="0"/>
                    <a:pt x="9" y="0"/>
                    <a:pt x="9" y="0"/>
                  </a:cubicBezTo>
                  <a:cubicBezTo>
                    <a:pt x="13" y="0"/>
                    <a:pt x="16" y="1"/>
                    <a:pt x="18" y="3"/>
                  </a:cubicBezTo>
                  <a:cubicBezTo>
                    <a:pt x="20" y="5"/>
                    <a:pt x="21" y="7"/>
                    <a:pt x="21" y="10"/>
                  </a:cubicBezTo>
                  <a:close/>
                  <a:moveTo>
                    <a:pt x="17" y="11"/>
                  </a:moveTo>
                  <a:cubicBezTo>
                    <a:pt x="17" y="6"/>
                    <a:pt x="14" y="4"/>
                    <a:pt x="9" y="4"/>
                  </a:cubicBezTo>
                  <a:cubicBezTo>
                    <a:pt x="4" y="4"/>
                    <a:pt x="4" y="4"/>
                    <a:pt x="4" y="4"/>
                  </a:cubicBezTo>
                  <a:cubicBezTo>
                    <a:pt x="4" y="18"/>
                    <a:pt x="4" y="18"/>
                    <a:pt x="4" y="18"/>
                  </a:cubicBezTo>
                  <a:cubicBezTo>
                    <a:pt x="8" y="18"/>
                    <a:pt x="8" y="18"/>
                    <a:pt x="8" y="18"/>
                  </a:cubicBezTo>
                  <a:cubicBezTo>
                    <a:pt x="11" y="18"/>
                    <a:pt x="13" y="17"/>
                    <a:pt x="14" y="16"/>
                  </a:cubicBezTo>
                  <a:cubicBezTo>
                    <a:pt x="16" y="15"/>
                    <a:pt x="17" y="13"/>
                    <a:pt x="17" y="1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7" name="Freeform 152"/>
            <p:cNvSpPr>
              <a:spLocks noEditPoints="1"/>
            </p:cNvSpPr>
            <p:nvPr/>
          </p:nvSpPr>
          <p:spPr bwMode="auto">
            <a:xfrm>
              <a:off x="1175" y="2637"/>
              <a:ext cx="54" cy="63"/>
            </a:xfrm>
            <a:custGeom>
              <a:avLst/>
              <a:gdLst>
                <a:gd name="T0" fmla="*/ 23 w 23"/>
                <a:gd name="T1" fmla="*/ 13 h 26"/>
                <a:gd name="T2" fmla="*/ 20 w 23"/>
                <a:gd name="T3" fmla="*/ 22 h 26"/>
                <a:gd name="T4" fmla="*/ 11 w 23"/>
                <a:gd name="T5" fmla="*/ 26 h 26"/>
                <a:gd name="T6" fmla="*/ 3 w 23"/>
                <a:gd name="T7" fmla="*/ 22 h 26"/>
                <a:gd name="T8" fmla="*/ 0 w 23"/>
                <a:gd name="T9" fmla="*/ 13 h 26"/>
                <a:gd name="T10" fmla="*/ 3 w 23"/>
                <a:gd name="T11" fmla="*/ 4 h 26"/>
                <a:gd name="T12" fmla="*/ 12 w 23"/>
                <a:gd name="T13" fmla="*/ 0 h 26"/>
                <a:gd name="T14" fmla="*/ 20 w 23"/>
                <a:gd name="T15" fmla="*/ 4 h 26"/>
                <a:gd name="T16" fmla="*/ 23 w 23"/>
                <a:gd name="T17" fmla="*/ 13 h 26"/>
                <a:gd name="T18" fmla="*/ 19 w 23"/>
                <a:gd name="T19" fmla="*/ 13 h 26"/>
                <a:gd name="T20" fmla="*/ 17 w 23"/>
                <a:gd name="T21" fmla="*/ 6 h 26"/>
                <a:gd name="T22" fmla="*/ 12 w 23"/>
                <a:gd name="T23" fmla="*/ 4 h 26"/>
                <a:gd name="T24" fmla="*/ 6 w 23"/>
                <a:gd name="T25" fmla="*/ 6 h 26"/>
                <a:gd name="T26" fmla="*/ 4 w 23"/>
                <a:gd name="T27" fmla="*/ 13 h 26"/>
                <a:gd name="T28" fmla="*/ 6 w 23"/>
                <a:gd name="T29" fmla="*/ 20 h 26"/>
                <a:gd name="T30" fmla="*/ 12 w 23"/>
                <a:gd name="T31" fmla="*/ 22 h 26"/>
                <a:gd name="T32" fmla="*/ 17 w 23"/>
                <a:gd name="T33" fmla="*/ 20 h 26"/>
                <a:gd name="T34" fmla="*/ 19 w 23"/>
                <a:gd name="T35"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 h="26">
                  <a:moveTo>
                    <a:pt x="23" y="13"/>
                  </a:moveTo>
                  <a:cubicBezTo>
                    <a:pt x="23" y="17"/>
                    <a:pt x="22" y="20"/>
                    <a:pt x="20" y="22"/>
                  </a:cubicBezTo>
                  <a:cubicBezTo>
                    <a:pt x="18" y="24"/>
                    <a:pt x="15" y="26"/>
                    <a:pt x="11" y="26"/>
                  </a:cubicBezTo>
                  <a:cubicBezTo>
                    <a:pt x="8" y="26"/>
                    <a:pt x="5" y="24"/>
                    <a:pt x="3" y="22"/>
                  </a:cubicBezTo>
                  <a:cubicBezTo>
                    <a:pt x="1" y="20"/>
                    <a:pt x="0" y="17"/>
                    <a:pt x="0" y="13"/>
                  </a:cubicBezTo>
                  <a:cubicBezTo>
                    <a:pt x="0" y="9"/>
                    <a:pt x="1" y="6"/>
                    <a:pt x="3" y="4"/>
                  </a:cubicBezTo>
                  <a:cubicBezTo>
                    <a:pt x="5" y="2"/>
                    <a:pt x="8" y="0"/>
                    <a:pt x="12" y="0"/>
                  </a:cubicBezTo>
                  <a:cubicBezTo>
                    <a:pt x="15" y="0"/>
                    <a:pt x="18" y="2"/>
                    <a:pt x="20" y="4"/>
                  </a:cubicBezTo>
                  <a:cubicBezTo>
                    <a:pt x="22" y="6"/>
                    <a:pt x="23" y="9"/>
                    <a:pt x="23" y="13"/>
                  </a:cubicBezTo>
                  <a:close/>
                  <a:moveTo>
                    <a:pt x="19" y="13"/>
                  </a:moveTo>
                  <a:cubicBezTo>
                    <a:pt x="19" y="10"/>
                    <a:pt x="19" y="8"/>
                    <a:pt x="17" y="6"/>
                  </a:cubicBezTo>
                  <a:cubicBezTo>
                    <a:pt x="16" y="5"/>
                    <a:pt x="14" y="4"/>
                    <a:pt x="12" y="4"/>
                  </a:cubicBezTo>
                  <a:cubicBezTo>
                    <a:pt x="9" y="4"/>
                    <a:pt x="7" y="5"/>
                    <a:pt x="6" y="6"/>
                  </a:cubicBezTo>
                  <a:cubicBezTo>
                    <a:pt x="4" y="8"/>
                    <a:pt x="4" y="10"/>
                    <a:pt x="4" y="13"/>
                  </a:cubicBezTo>
                  <a:cubicBezTo>
                    <a:pt x="4" y="16"/>
                    <a:pt x="4" y="18"/>
                    <a:pt x="6" y="20"/>
                  </a:cubicBezTo>
                  <a:cubicBezTo>
                    <a:pt x="7" y="22"/>
                    <a:pt x="9" y="22"/>
                    <a:pt x="12" y="22"/>
                  </a:cubicBezTo>
                  <a:cubicBezTo>
                    <a:pt x="14" y="22"/>
                    <a:pt x="16" y="22"/>
                    <a:pt x="17" y="20"/>
                  </a:cubicBezTo>
                  <a:cubicBezTo>
                    <a:pt x="19" y="18"/>
                    <a:pt x="19" y="16"/>
                    <a:pt x="19"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8" name="Freeform 153"/>
            <p:cNvSpPr>
              <a:spLocks noEditPoints="1"/>
            </p:cNvSpPr>
            <p:nvPr/>
          </p:nvSpPr>
          <p:spPr bwMode="auto">
            <a:xfrm>
              <a:off x="1239" y="2612"/>
              <a:ext cx="12" cy="85"/>
            </a:xfrm>
            <a:custGeom>
              <a:avLst/>
              <a:gdLst>
                <a:gd name="T0" fmla="*/ 5 w 5"/>
                <a:gd name="T1" fmla="*/ 2 h 35"/>
                <a:gd name="T2" fmla="*/ 5 w 5"/>
                <a:gd name="T3" fmla="*/ 4 h 35"/>
                <a:gd name="T4" fmla="*/ 3 w 5"/>
                <a:gd name="T5" fmla="*/ 5 h 35"/>
                <a:gd name="T6" fmla="*/ 1 w 5"/>
                <a:gd name="T7" fmla="*/ 4 h 35"/>
                <a:gd name="T8" fmla="*/ 0 w 5"/>
                <a:gd name="T9" fmla="*/ 2 h 35"/>
                <a:gd name="T10" fmla="*/ 1 w 5"/>
                <a:gd name="T11" fmla="*/ 1 h 35"/>
                <a:gd name="T12" fmla="*/ 3 w 5"/>
                <a:gd name="T13" fmla="*/ 0 h 35"/>
                <a:gd name="T14" fmla="*/ 5 w 5"/>
                <a:gd name="T15" fmla="*/ 1 h 35"/>
                <a:gd name="T16" fmla="*/ 5 w 5"/>
                <a:gd name="T17" fmla="*/ 2 h 35"/>
                <a:gd name="T18" fmla="*/ 5 w 5"/>
                <a:gd name="T19" fmla="*/ 35 h 35"/>
                <a:gd name="T20" fmla="*/ 1 w 5"/>
                <a:gd name="T21" fmla="*/ 35 h 35"/>
                <a:gd name="T22" fmla="*/ 1 w 5"/>
                <a:gd name="T23" fmla="*/ 11 h 35"/>
                <a:gd name="T24" fmla="*/ 5 w 5"/>
                <a:gd name="T25" fmla="*/ 11 h 35"/>
                <a:gd name="T26" fmla="*/ 5 w 5"/>
                <a:gd name="T2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 h="35">
                  <a:moveTo>
                    <a:pt x="5" y="2"/>
                  </a:moveTo>
                  <a:cubicBezTo>
                    <a:pt x="5" y="3"/>
                    <a:pt x="5" y="4"/>
                    <a:pt x="5" y="4"/>
                  </a:cubicBezTo>
                  <a:cubicBezTo>
                    <a:pt x="4" y="5"/>
                    <a:pt x="4" y="5"/>
                    <a:pt x="3" y="5"/>
                  </a:cubicBezTo>
                  <a:cubicBezTo>
                    <a:pt x="2" y="5"/>
                    <a:pt x="2" y="5"/>
                    <a:pt x="1" y="4"/>
                  </a:cubicBezTo>
                  <a:cubicBezTo>
                    <a:pt x="1" y="4"/>
                    <a:pt x="0" y="3"/>
                    <a:pt x="0" y="2"/>
                  </a:cubicBezTo>
                  <a:cubicBezTo>
                    <a:pt x="0" y="2"/>
                    <a:pt x="1" y="1"/>
                    <a:pt x="1" y="1"/>
                  </a:cubicBezTo>
                  <a:cubicBezTo>
                    <a:pt x="2" y="0"/>
                    <a:pt x="2" y="0"/>
                    <a:pt x="3" y="0"/>
                  </a:cubicBezTo>
                  <a:cubicBezTo>
                    <a:pt x="4" y="0"/>
                    <a:pt x="4" y="0"/>
                    <a:pt x="5" y="1"/>
                  </a:cubicBezTo>
                  <a:cubicBezTo>
                    <a:pt x="5" y="1"/>
                    <a:pt x="5" y="2"/>
                    <a:pt x="5" y="2"/>
                  </a:cubicBezTo>
                  <a:close/>
                  <a:moveTo>
                    <a:pt x="5" y="35"/>
                  </a:moveTo>
                  <a:cubicBezTo>
                    <a:pt x="1" y="35"/>
                    <a:pt x="1" y="35"/>
                    <a:pt x="1" y="35"/>
                  </a:cubicBezTo>
                  <a:cubicBezTo>
                    <a:pt x="1" y="11"/>
                    <a:pt x="1" y="11"/>
                    <a:pt x="1" y="11"/>
                  </a:cubicBezTo>
                  <a:cubicBezTo>
                    <a:pt x="5" y="11"/>
                    <a:pt x="5" y="11"/>
                    <a:pt x="5" y="11"/>
                  </a:cubicBezTo>
                  <a:lnTo>
                    <a:pt x="5"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9" name="Freeform 154"/>
            <p:cNvSpPr>
              <a:spLocks/>
            </p:cNvSpPr>
            <p:nvPr/>
          </p:nvSpPr>
          <p:spPr bwMode="auto">
            <a:xfrm>
              <a:off x="1265" y="2637"/>
              <a:ext cx="48" cy="60"/>
            </a:xfrm>
            <a:custGeom>
              <a:avLst/>
              <a:gdLst>
                <a:gd name="T0" fmla="*/ 20 w 20"/>
                <a:gd name="T1" fmla="*/ 25 h 25"/>
                <a:gd name="T2" fmla="*/ 16 w 20"/>
                <a:gd name="T3" fmla="*/ 25 h 25"/>
                <a:gd name="T4" fmla="*/ 16 w 20"/>
                <a:gd name="T5" fmla="*/ 11 h 25"/>
                <a:gd name="T6" fmla="*/ 11 w 20"/>
                <a:gd name="T7" fmla="*/ 4 h 25"/>
                <a:gd name="T8" fmla="*/ 6 w 20"/>
                <a:gd name="T9" fmla="*/ 6 h 25"/>
                <a:gd name="T10" fmla="*/ 4 w 20"/>
                <a:gd name="T11" fmla="*/ 11 h 25"/>
                <a:gd name="T12" fmla="*/ 4 w 20"/>
                <a:gd name="T13" fmla="*/ 25 h 25"/>
                <a:gd name="T14" fmla="*/ 0 w 20"/>
                <a:gd name="T15" fmla="*/ 25 h 25"/>
                <a:gd name="T16" fmla="*/ 0 w 20"/>
                <a:gd name="T17" fmla="*/ 1 h 25"/>
                <a:gd name="T18" fmla="*/ 4 w 20"/>
                <a:gd name="T19" fmla="*/ 1 h 25"/>
                <a:gd name="T20" fmla="*/ 4 w 20"/>
                <a:gd name="T21" fmla="*/ 5 h 25"/>
                <a:gd name="T22" fmla="*/ 4 w 20"/>
                <a:gd name="T23" fmla="*/ 5 h 25"/>
                <a:gd name="T24" fmla="*/ 12 w 20"/>
                <a:gd name="T25" fmla="*/ 0 h 25"/>
                <a:gd name="T26" fmla="*/ 18 w 20"/>
                <a:gd name="T27" fmla="*/ 3 h 25"/>
                <a:gd name="T28" fmla="*/ 20 w 20"/>
                <a:gd name="T29" fmla="*/ 10 h 25"/>
                <a:gd name="T30" fmla="*/ 20 w 20"/>
                <a:gd name="T31"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 h="25">
                  <a:moveTo>
                    <a:pt x="20" y="25"/>
                  </a:moveTo>
                  <a:cubicBezTo>
                    <a:pt x="16" y="25"/>
                    <a:pt x="16" y="25"/>
                    <a:pt x="16" y="25"/>
                  </a:cubicBezTo>
                  <a:cubicBezTo>
                    <a:pt x="16" y="11"/>
                    <a:pt x="16" y="11"/>
                    <a:pt x="16" y="11"/>
                  </a:cubicBezTo>
                  <a:cubicBezTo>
                    <a:pt x="16" y="6"/>
                    <a:pt x="15" y="4"/>
                    <a:pt x="11" y="4"/>
                  </a:cubicBezTo>
                  <a:cubicBezTo>
                    <a:pt x="9" y="4"/>
                    <a:pt x="7" y="4"/>
                    <a:pt x="6" y="6"/>
                  </a:cubicBezTo>
                  <a:cubicBezTo>
                    <a:pt x="5" y="7"/>
                    <a:pt x="4" y="9"/>
                    <a:pt x="4" y="11"/>
                  </a:cubicBezTo>
                  <a:cubicBezTo>
                    <a:pt x="4" y="25"/>
                    <a:pt x="4" y="25"/>
                    <a:pt x="4" y="25"/>
                  </a:cubicBezTo>
                  <a:cubicBezTo>
                    <a:pt x="0" y="25"/>
                    <a:pt x="0" y="25"/>
                    <a:pt x="0" y="25"/>
                  </a:cubicBezTo>
                  <a:cubicBezTo>
                    <a:pt x="0" y="1"/>
                    <a:pt x="0" y="1"/>
                    <a:pt x="0" y="1"/>
                  </a:cubicBezTo>
                  <a:cubicBezTo>
                    <a:pt x="4" y="1"/>
                    <a:pt x="4" y="1"/>
                    <a:pt x="4" y="1"/>
                  </a:cubicBezTo>
                  <a:cubicBezTo>
                    <a:pt x="4" y="5"/>
                    <a:pt x="4" y="5"/>
                    <a:pt x="4" y="5"/>
                  </a:cubicBezTo>
                  <a:cubicBezTo>
                    <a:pt x="4" y="5"/>
                    <a:pt x="4" y="5"/>
                    <a:pt x="4" y="5"/>
                  </a:cubicBezTo>
                  <a:cubicBezTo>
                    <a:pt x="6" y="2"/>
                    <a:pt x="9" y="0"/>
                    <a:pt x="12" y="0"/>
                  </a:cubicBezTo>
                  <a:cubicBezTo>
                    <a:pt x="15" y="0"/>
                    <a:pt x="17" y="1"/>
                    <a:pt x="18" y="3"/>
                  </a:cubicBezTo>
                  <a:cubicBezTo>
                    <a:pt x="20" y="5"/>
                    <a:pt x="20" y="7"/>
                    <a:pt x="20" y="10"/>
                  </a:cubicBezTo>
                  <a:lnTo>
                    <a:pt x="20"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10" name="Freeform 155"/>
            <p:cNvSpPr>
              <a:spLocks/>
            </p:cNvSpPr>
            <p:nvPr/>
          </p:nvSpPr>
          <p:spPr bwMode="auto">
            <a:xfrm>
              <a:off x="1320" y="2622"/>
              <a:ext cx="33" cy="78"/>
            </a:xfrm>
            <a:custGeom>
              <a:avLst/>
              <a:gdLst>
                <a:gd name="T0" fmla="*/ 14 w 14"/>
                <a:gd name="T1" fmla="*/ 31 h 32"/>
                <a:gd name="T2" fmla="*/ 11 w 14"/>
                <a:gd name="T3" fmla="*/ 32 h 32"/>
                <a:gd name="T4" fmla="*/ 4 w 14"/>
                <a:gd name="T5" fmla="*/ 25 h 32"/>
                <a:gd name="T6" fmla="*/ 4 w 14"/>
                <a:gd name="T7" fmla="*/ 10 h 32"/>
                <a:gd name="T8" fmla="*/ 0 w 14"/>
                <a:gd name="T9" fmla="*/ 10 h 32"/>
                <a:gd name="T10" fmla="*/ 0 w 14"/>
                <a:gd name="T11" fmla="*/ 7 h 32"/>
                <a:gd name="T12" fmla="*/ 4 w 14"/>
                <a:gd name="T13" fmla="*/ 7 h 32"/>
                <a:gd name="T14" fmla="*/ 4 w 14"/>
                <a:gd name="T15" fmla="*/ 1 h 32"/>
                <a:gd name="T16" fmla="*/ 8 w 14"/>
                <a:gd name="T17" fmla="*/ 0 h 32"/>
                <a:gd name="T18" fmla="*/ 8 w 14"/>
                <a:gd name="T19" fmla="*/ 7 h 32"/>
                <a:gd name="T20" fmla="*/ 14 w 14"/>
                <a:gd name="T21" fmla="*/ 7 h 32"/>
                <a:gd name="T22" fmla="*/ 14 w 14"/>
                <a:gd name="T23" fmla="*/ 10 h 32"/>
                <a:gd name="T24" fmla="*/ 8 w 14"/>
                <a:gd name="T25" fmla="*/ 10 h 32"/>
                <a:gd name="T26" fmla="*/ 8 w 14"/>
                <a:gd name="T27" fmla="*/ 24 h 32"/>
                <a:gd name="T28" fmla="*/ 9 w 14"/>
                <a:gd name="T29" fmla="*/ 27 h 32"/>
                <a:gd name="T30" fmla="*/ 12 w 14"/>
                <a:gd name="T31" fmla="*/ 28 h 32"/>
                <a:gd name="T32" fmla="*/ 14 w 14"/>
                <a:gd name="T33" fmla="*/ 28 h 32"/>
                <a:gd name="T34" fmla="*/ 14 w 14"/>
                <a:gd name="T35"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 h="32">
                  <a:moveTo>
                    <a:pt x="14" y="31"/>
                  </a:moveTo>
                  <a:cubicBezTo>
                    <a:pt x="13" y="31"/>
                    <a:pt x="12" y="32"/>
                    <a:pt x="11" y="32"/>
                  </a:cubicBezTo>
                  <a:cubicBezTo>
                    <a:pt x="6" y="32"/>
                    <a:pt x="4" y="29"/>
                    <a:pt x="4" y="25"/>
                  </a:cubicBezTo>
                  <a:cubicBezTo>
                    <a:pt x="4" y="10"/>
                    <a:pt x="4" y="10"/>
                    <a:pt x="4" y="10"/>
                  </a:cubicBezTo>
                  <a:cubicBezTo>
                    <a:pt x="0" y="10"/>
                    <a:pt x="0" y="10"/>
                    <a:pt x="0" y="10"/>
                  </a:cubicBezTo>
                  <a:cubicBezTo>
                    <a:pt x="0" y="7"/>
                    <a:pt x="0" y="7"/>
                    <a:pt x="0" y="7"/>
                  </a:cubicBezTo>
                  <a:cubicBezTo>
                    <a:pt x="4" y="7"/>
                    <a:pt x="4" y="7"/>
                    <a:pt x="4" y="7"/>
                  </a:cubicBezTo>
                  <a:cubicBezTo>
                    <a:pt x="4" y="1"/>
                    <a:pt x="4" y="1"/>
                    <a:pt x="4" y="1"/>
                  </a:cubicBezTo>
                  <a:cubicBezTo>
                    <a:pt x="8" y="0"/>
                    <a:pt x="8" y="0"/>
                    <a:pt x="8" y="0"/>
                  </a:cubicBezTo>
                  <a:cubicBezTo>
                    <a:pt x="8" y="7"/>
                    <a:pt x="8" y="7"/>
                    <a:pt x="8" y="7"/>
                  </a:cubicBezTo>
                  <a:cubicBezTo>
                    <a:pt x="14" y="7"/>
                    <a:pt x="14" y="7"/>
                    <a:pt x="14" y="7"/>
                  </a:cubicBezTo>
                  <a:cubicBezTo>
                    <a:pt x="14" y="10"/>
                    <a:pt x="14" y="10"/>
                    <a:pt x="14" y="10"/>
                  </a:cubicBezTo>
                  <a:cubicBezTo>
                    <a:pt x="8" y="10"/>
                    <a:pt x="8" y="10"/>
                    <a:pt x="8" y="10"/>
                  </a:cubicBezTo>
                  <a:cubicBezTo>
                    <a:pt x="8" y="24"/>
                    <a:pt x="8" y="24"/>
                    <a:pt x="8" y="24"/>
                  </a:cubicBezTo>
                  <a:cubicBezTo>
                    <a:pt x="8" y="25"/>
                    <a:pt x="9" y="27"/>
                    <a:pt x="9" y="27"/>
                  </a:cubicBezTo>
                  <a:cubicBezTo>
                    <a:pt x="10" y="28"/>
                    <a:pt x="11" y="28"/>
                    <a:pt x="12" y="28"/>
                  </a:cubicBezTo>
                  <a:cubicBezTo>
                    <a:pt x="13" y="28"/>
                    <a:pt x="14" y="28"/>
                    <a:pt x="14" y="28"/>
                  </a:cubicBezTo>
                  <a:lnTo>
                    <a:pt x="14" y="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
        <p:nvSpPr>
          <p:cNvPr id="611" name="Freeform 33"/>
          <p:cNvSpPr>
            <a:spLocks noChangeAspect="1" noEditPoints="1"/>
          </p:cNvSpPr>
          <p:nvPr/>
        </p:nvSpPr>
        <p:spPr bwMode="auto">
          <a:xfrm>
            <a:off x="2297807" y="5688524"/>
            <a:ext cx="820701" cy="340219"/>
          </a:xfrm>
          <a:custGeom>
            <a:avLst/>
            <a:gdLst>
              <a:gd name="T0" fmla="*/ 88 w 232"/>
              <a:gd name="T1" fmla="*/ 84 h 96"/>
              <a:gd name="T2" fmla="*/ 84 w 232"/>
              <a:gd name="T3" fmla="*/ 72 h 96"/>
              <a:gd name="T4" fmla="*/ 60 w 232"/>
              <a:gd name="T5" fmla="*/ 60 h 96"/>
              <a:gd name="T6" fmla="*/ 60 w 232"/>
              <a:gd name="T7" fmla="*/ 56 h 96"/>
              <a:gd name="T8" fmla="*/ 84 w 232"/>
              <a:gd name="T9" fmla="*/ 44 h 96"/>
              <a:gd name="T10" fmla="*/ 84 w 232"/>
              <a:gd name="T11" fmla="*/ 36 h 96"/>
              <a:gd name="T12" fmla="*/ 60 w 232"/>
              <a:gd name="T13" fmla="*/ 24 h 96"/>
              <a:gd name="T14" fmla="*/ 60 w 232"/>
              <a:gd name="T15" fmla="*/ 20 h 96"/>
              <a:gd name="T16" fmla="*/ 92 w 232"/>
              <a:gd name="T17" fmla="*/ 16 h 96"/>
              <a:gd name="T18" fmla="*/ 0 w 232"/>
              <a:gd name="T19" fmla="*/ 83 h 96"/>
              <a:gd name="T20" fmla="*/ 48 w 232"/>
              <a:gd name="T21" fmla="*/ 28 h 96"/>
              <a:gd name="T22" fmla="*/ 36 w 232"/>
              <a:gd name="T23" fmla="*/ 53 h 96"/>
              <a:gd name="T24" fmla="*/ 36 w 232"/>
              <a:gd name="T25" fmla="*/ 56 h 96"/>
              <a:gd name="T26" fmla="*/ 35 w 232"/>
              <a:gd name="T27" fmla="*/ 54 h 96"/>
              <a:gd name="T28" fmla="*/ 30 w 232"/>
              <a:gd name="T29" fmla="*/ 29 h 96"/>
              <a:gd name="T30" fmla="*/ 18 w 232"/>
              <a:gd name="T31" fmla="*/ 53 h 96"/>
              <a:gd name="T32" fmla="*/ 18 w 232"/>
              <a:gd name="T33" fmla="*/ 56 h 96"/>
              <a:gd name="T34" fmla="*/ 18 w 232"/>
              <a:gd name="T35" fmla="*/ 53 h 96"/>
              <a:gd name="T36" fmla="*/ 14 w 232"/>
              <a:gd name="T37" fmla="*/ 30 h 96"/>
              <a:gd name="T38" fmla="*/ 21 w 232"/>
              <a:gd name="T39" fmla="*/ 63 h 96"/>
              <a:gd name="T40" fmla="*/ 26 w 232"/>
              <a:gd name="T41" fmla="*/ 40 h 96"/>
              <a:gd name="T42" fmla="*/ 26 w 232"/>
              <a:gd name="T43" fmla="*/ 38 h 96"/>
              <a:gd name="T44" fmla="*/ 27 w 232"/>
              <a:gd name="T45" fmla="*/ 41 h 96"/>
              <a:gd name="T46" fmla="*/ 39 w 232"/>
              <a:gd name="T47" fmla="*/ 64 h 96"/>
              <a:gd name="T48" fmla="*/ 159 w 232"/>
              <a:gd name="T49" fmla="*/ 65 h 96"/>
              <a:gd name="T50" fmla="*/ 147 w 232"/>
              <a:gd name="T51" fmla="*/ 37 h 96"/>
              <a:gd name="T52" fmla="*/ 139 w 232"/>
              <a:gd name="T53" fmla="*/ 65 h 96"/>
              <a:gd name="T54" fmla="*/ 129 w 232"/>
              <a:gd name="T55" fmla="*/ 31 h 96"/>
              <a:gd name="T56" fmla="*/ 137 w 232"/>
              <a:gd name="T57" fmla="*/ 61 h 96"/>
              <a:gd name="T58" fmla="*/ 149 w 232"/>
              <a:gd name="T59" fmla="*/ 31 h 96"/>
              <a:gd name="T60" fmla="*/ 156 w 232"/>
              <a:gd name="T61" fmla="*/ 61 h 96"/>
              <a:gd name="T62" fmla="*/ 168 w 232"/>
              <a:gd name="T63" fmla="*/ 31 h 96"/>
              <a:gd name="T64" fmla="*/ 180 w 232"/>
              <a:gd name="T65" fmla="*/ 66 h 96"/>
              <a:gd name="T66" fmla="*/ 172 w 232"/>
              <a:gd name="T67" fmla="*/ 44 h 96"/>
              <a:gd name="T68" fmla="*/ 192 w 232"/>
              <a:gd name="T69" fmla="*/ 53 h 96"/>
              <a:gd name="T70" fmla="*/ 180 w 232"/>
              <a:gd name="T71" fmla="*/ 44 h 96"/>
              <a:gd name="T72" fmla="*/ 174 w 232"/>
              <a:gd name="T73" fmla="*/ 60 h 96"/>
              <a:gd name="T74" fmla="*/ 188 w 232"/>
              <a:gd name="T75" fmla="*/ 53 h 96"/>
              <a:gd name="T76" fmla="*/ 202 w 232"/>
              <a:gd name="T77" fmla="*/ 47 h 96"/>
              <a:gd name="T78" fmla="*/ 197 w 232"/>
              <a:gd name="T79" fmla="*/ 65 h 96"/>
              <a:gd name="T80" fmla="*/ 200 w 232"/>
              <a:gd name="T81" fmla="*/ 46 h 96"/>
              <a:gd name="T82" fmla="*/ 207 w 232"/>
              <a:gd name="T83" fmla="*/ 41 h 96"/>
              <a:gd name="T84" fmla="*/ 232 w 232"/>
              <a:gd name="T85" fmla="*/ 65 h 96"/>
              <a:gd name="T86" fmla="*/ 228 w 232"/>
              <a:gd name="T87" fmla="*/ 61 h 96"/>
              <a:gd name="T88" fmla="*/ 210 w 232"/>
              <a:gd name="T89" fmla="*/ 54 h 96"/>
              <a:gd name="T90" fmla="*/ 228 w 232"/>
              <a:gd name="T91" fmla="*/ 44 h 96"/>
              <a:gd name="T92" fmla="*/ 232 w 232"/>
              <a:gd name="T93" fmla="*/ 29 h 96"/>
              <a:gd name="T94" fmla="*/ 228 w 232"/>
              <a:gd name="T95" fmla="*/ 51 h 96"/>
              <a:gd name="T96" fmla="*/ 216 w 232"/>
              <a:gd name="T97" fmla="*/ 46 h 96"/>
              <a:gd name="T98" fmla="*/ 221 w 232"/>
              <a:gd name="T99" fmla="*/ 6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2" h="96">
                <a:moveTo>
                  <a:pt x="92" y="16"/>
                </a:moveTo>
                <a:cubicBezTo>
                  <a:pt x="92" y="80"/>
                  <a:pt x="92" y="80"/>
                  <a:pt x="92" y="80"/>
                </a:cubicBezTo>
                <a:cubicBezTo>
                  <a:pt x="92" y="83"/>
                  <a:pt x="90" y="84"/>
                  <a:pt x="88" y="84"/>
                </a:cubicBezTo>
                <a:cubicBezTo>
                  <a:pt x="60" y="84"/>
                  <a:pt x="60" y="84"/>
                  <a:pt x="60" y="84"/>
                </a:cubicBezTo>
                <a:cubicBezTo>
                  <a:pt x="60" y="72"/>
                  <a:pt x="60" y="72"/>
                  <a:pt x="60" y="72"/>
                </a:cubicBezTo>
                <a:cubicBezTo>
                  <a:pt x="84" y="72"/>
                  <a:pt x="84" y="72"/>
                  <a:pt x="84" y="72"/>
                </a:cubicBezTo>
                <a:cubicBezTo>
                  <a:pt x="84" y="68"/>
                  <a:pt x="84" y="68"/>
                  <a:pt x="84" y="68"/>
                </a:cubicBezTo>
                <a:cubicBezTo>
                  <a:pt x="60" y="68"/>
                  <a:pt x="60" y="68"/>
                  <a:pt x="60" y="68"/>
                </a:cubicBezTo>
                <a:cubicBezTo>
                  <a:pt x="60" y="60"/>
                  <a:pt x="60" y="60"/>
                  <a:pt x="60" y="60"/>
                </a:cubicBezTo>
                <a:cubicBezTo>
                  <a:pt x="84" y="60"/>
                  <a:pt x="84" y="60"/>
                  <a:pt x="84" y="60"/>
                </a:cubicBezTo>
                <a:cubicBezTo>
                  <a:pt x="84" y="56"/>
                  <a:pt x="84" y="56"/>
                  <a:pt x="84" y="56"/>
                </a:cubicBezTo>
                <a:cubicBezTo>
                  <a:pt x="60" y="56"/>
                  <a:pt x="60" y="56"/>
                  <a:pt x="60" y="56"/>
                </a:cubicBezTo>
                <a:cubicBezTo>
                  <a:pt x="60" y="48"/>
                  <a:pt x="60" y="48"/>
                  <a:pt x="60" y="48"/>
                </a:cubicBezTo>
                <a:cubicBezTo>
                  <a:pt x="84" y="48"/>
                  <a:pt x="84" y="48"/>
                  <a:pt x="84" y="48"/>
                </a:cubicBezTo>
                <a:cubicBezTo>
                  <a:pt x="84" y="44"/>
                  <a:pt x="84" y="44"/>
                  <a:pt x="84" y="44"/>
                </a:cubicBezTo>
                <a:cubicBezTo>
                  <a:pt x="60" y="44"/>
                  <a:pt x="60" y="44"/>
                  <a:pt x="60" y="44"/>
                </a:cubicBezTo>
                <a:cubicBezTo>
                  <a:pt x="60" y="36"/>
                  <a:pt x="60" y="36"/>
                  <a:pt x="60" y="36"/>
                </a:cubicBezTo>
                <a:cubicBezTo>
                  <a:pt x="84" y="36"/>
                  <a:pt x="84" y="36"/>
                  <a:pt x="84" y="36"/>
                </a:cubicBezTo>
                <a:cubicBezTo>
                  <a:pt x="84" y="32"/>
                  <a:pt x="84" y="32"/>
                  <a:pt x="84" y="32"/>
                </a:cubicBezTo>
                <a:cubicBezTo>
                  <a:pt x="60" y="32"/>
                  <a:pt x="60" y="32"/>
                  <a:pt x="60" y="32"/>
                </a:cubicBezTo>
                <a:cubicBezTo>
                  <a:pt x="60" y="24"/>
                  <a:pt x="60" y="24"/>
                  <a:pt x="60" y="24"/>
                </a:cubicBezTo>
                <a:cubicBezTo>
                  <a:pt x="84" y="24"/>
                  <a:pt x="84" y="24"/>
                  <a:pt x="84" y="24"/>
                </a:cubicBezTo>
                <a:cubicBezTo>
                  <a:pt x="84" y="20"/>
                  <a:pt x="84" y="20"/>
                  <a:pt x="84" y="20"/>
                </a:cubicBezTo>
                <a:cubicBezTo>
                  <a:pt x="60" y="20"/>
                  <a:pt x="60" y="20"/>
                  <a:pt x="60" y="20"/>
                </a:cubicBezTo>
                <a:cubicBezTo>
                  <a:pt x="60" y="12"/>
                  <a:pt x="60" y="12"/>
                  <a:pt x="60" y="12"/>
                </a:cubicBezTo>
                <a:cubicBezTo>
                  <a:pt x="88" y="12"/>
                  <a:pt x="88" y="12"/>
                  <a:pt x="88" y="12"/>
                </a:cubicBezTo>
                <a:cubicBezTo>
                  <a:pt x="90" y="12"/>
                  <a:pt x="92" y="14"/>
                  <a:pt x="92" y="16"/>
                </a:cubicBezTo>
                <a:close/>
                <a:moveTo>
                  <a:pt x="56" y="0"/>
                </a:moveTo>
                <a:cubicBezTo>
                  <a:pt x="56" y="96"/>
                  <a:pt x="56" y="96"/>
                  <a:pt x="56" y="96"/>
                </a:cubicBezTo>
                <a:cubicBezTo>
                  <a:pt x="0" y="83"/>
                  <a:pt x="0" y="83"/>
                  <a:pt x="0" y="83"/>
                </a:cubicBezTo>
                <a:cubicBezTo>
                  <a:pt x="0" y="13"/>
                  <a:pt x="0" y="13"/>
                  <a:pt x="0" y="13"/>
                </a:cubicBezTo>
                <a:lnTo>
                  <a:pt x="56" y="0"/>
                </a:lnTo>
                <a:close/>
                <a:moveTo>
                  <a:pt x="48" y="28"/>
                </a:moveTo>
                <a:cubicBezTo>
                  <a:pt x="40" y="29"/>
                  <a:pt x="40" y="29"/>
                  <a:pt x="40" y="29"/>
                </a:cubicBezTo>
                <a:cubicBezTo>
                  <a:pt x="36" y="52"/>
                  <a:pt x="36" y="52"/>
                  <a:pt x="36" y="52"/>
                </a:cubicBezTo>
                <a:cubicBezTo>
                  <a:pt x="36" y="53"/>
                  <a:pt x="36" y="53"/>
                  <a:pt x="36" y="53"/>
                </a:cubicBezTo>
                <a:cubicBezTo>
                  <a:pt x="36" y="54"/>
                  <a:pt x="36" y="54"/>
                  <a:pt x="36" y="54"/>
                </a:cubicBezTo>
                <a:cubicBezTo>
                  <a:pt x="36" y="55"/>
                  <a:pt x="36" y="55"/>
                  <a:pt x="36" y="55"/>
                </a:cubicBezTo>
                <a:cubicBezTo>
                  <a:pt x="36" y="56"/>
                  <a:pt x="36" y="56"/>
                  <a:pt x="36" y="56"/>
                </a:cubicBezTo>
                <a:cubicBezTo>
                  <a:pt x="36" y="56"/>
                  <a:pt x="36" y="56"/>
                  <a:pt x="36" y="56"/>
                </a:cubicBezTo>
                <a:cubicBezTo>
                  <a:pt x="36" y="56"/>
                  <a:pt x="35" y="55"/>
                  <a:pt x="35" y="55"/>
                </a:cubicBezTo>
                <a:cubicBezTo>
                  <a:pt x="35" y="55"/>
                  <a:pt x="35" y="54"/>
                  <a:pt x="35" y="54"/>
                </a:cubicBezTo>
                <a:cubicBezTo>
                  <a:pt x="35" y="54"/>
                  <a:pt x="35" y="53"/>
                  <a:pt x="35" y="53"/>
                </a:cubicBezTo>
                <a:cubicBezTo>
                  <a:pt x="35" y="53"/>
                  <a:pt x="35" y="53"/>
                  <a:pt x="35" y="52"/>
                </a:cubicBezTo>
                <a:cubicBezTo>
                  <a:pt x="30" y="29"/>
                  <a:pt x="30" y="29"/>
                  <a:pt x="30" y="29"/>
                </a:cubicBezTo>
                <a:cubicBezTo>
                  <a:pt x="23" y="30"/>
                  <a:pt x="23" y="30"/>
                  <a:pt x="23" y="30"/>
                </a:cubicBezTo>
                <a:cubicBezTo>
                  <a:pt x="18" y="52"/>
                  <a:pt x="18" y="52"/>
                  <a:pt x="18" y="52"/>
                </a:cubicBezTo>
                <a:cubicBezTo>
                  <a:pt x="18" y="52"/>
                  <a:pt x="18" y="52"/>
                  <a:pt x="18" y="53"/>
                </a:cubicBezTo>
                <a:cubicBezTo>
                  <a:pt x="18" y="53"/>
                  <a:pt x="18" y="53"/>
                  <a:pt x="18" y="54"/>
                </a:cubicBezTo>
                <a:cubicBezTo>
                  <a:pt x="18" y="54"/>
                  <a:pt x="18" y="54"/>
                  <a:pt x="18" y="55"/>
                </a:cubicBezTo>
                <a:cubicBezTo>
                  <a:pt x="18" y="55"/>
                  <a:pt x="18" y="55"/>
                  <a:pt x="18" y="56"/>
                </a:cubicBezTo>
                <a:cubicBezTo>
                  <a:pt x="18" y="56"/>
                  <a:pt x="18" y="56"/>
                  <a:pt x="18" y="56"/>
                </a:cubicBezTo>
                <a:cubicBezTo>
                  <a:pt x="18" y="55"/>
                  <a:pt x="18" y="55"/>
                  <a:pt x="18" y="54"/>
                </a:cubicBezTo>
                <a:cubicBezTo>
                  <a:pt x="18" y="54"/>
                  <a:pt x="18" y="54"/>
                  <a:pt x="18" y="53"/>
                </a:cubicBezTo>
                <a:cubicBezTo>
                  <a:pt x="18" y="53"/>
                  <a:pt x="18" y="53"/>
                  <a:pt x="18" y="53"/>
                </a:cubicBezTo>
                <a:cubicBezTo>
                  <a:pt x="18" y="52"/>
                  <a:pt x="18" y="52"/>
                  <a:pt x="17" y="52"/>
                </a:cubicBezTo>
                <a:cubicBezTo>
                  <a:pt x="14" y="30"/>
                  <a:pt x="14" y="30"/>
                  <a:pt x="14" y="30"/>
                </a:cubicBezTo>
                <a:cubicBezTo>
                  <a:pt x="8" y="31"/>
                  <a:pt x="8" y="31"/>
                  <a:pt x="8" y="31"/>
                </a:cubicBezTo>
                <a:cubicBezTo>
                  <a:pt x="14" y="63"/>
                  <a:pt x="14" y="63"/>
                  <a:pt x="14" y="63"/>
                </a:cubicBezTo>
                <a:cubicBezTo>
                  <a:pt x="21" y="63"/>
                  <a:pt x="21" y="63"/>
                  <a:pt x="21" y="63"/>
                </a:cubicBezTo>
                <a:cubicBezTo>
                  <a:pt x="26" y="42"/>
                  <a:pt x="26" y="42"/>
                  <a:pt x="26" y="42"/>
                </a:cubicBezTo>
                <a:cubicBezTo>
                  <a:pt x="26" y="41"/>
                  <a:pt x="26" y="41"/>
                  <a:pt x="26" y="41"/>
                </a:cubicBezTo>
                <a:cubicBezTo>
                  <a:pt x="26" y="40"/>
                  <a:pt x="26" y="40"/>
                  <a:pt x="26" y="40"/>
                </a:cubicBezTo>
                <a:cubicBezTo>
                  <a:pt x="26" y="40"/>
                  <a:pt x="26" y="39"/>
                  <a:pt x="26" y="39"/>
                </a:cubicBezTo>
                <a:cubicBezTo>
                  <a:pt x="26" y="39"/>
                  <a:pt x="26" y="38"/>
                  <a:pt x="26" y="38"/>
                </a:cubicBezTo>
                <a:cubicBezTo>
                  <a:pt x="26" y="38"/>
                  <a:pt x="26" y="38"/>
                  <a:pt x="26" y="38"/>
                </a:cubicBezTo>
                <a:cubicBezTo>
                  <a:pt x="26" y="38"/>
                  <a:pt x="26" y="38"/>
                  <a:pt x="26" y="39"/>
                </a:cubicBezTo>
                <a:cubicBezTo>
                  <a:pt x="27" y="39"/>
                  <a:pt x="27" y="39"/>
                  <a:pt x="27" y="40"/>
                </a:cubicBezTo>
                <a:cubicBezTo>
                  <a:pt x="27" y="40"/>
                  <a:pt x="27" y="40"/>
                  <a:pt x="27" y="41"/>
                </a:cubicBezTo>
                <a:cubicBezTo>
                  <a:pt x="27" y="41"/>
                  <a:pt x="27" y="41"/>
                  <a:pt x="27" y="42"/>
                </a:cubicBezTo>
                <a:cubicBezTo>
                  <a:pt x="32" y="64"/>
                  <a:pt x="32" y="64"/>
                  <a:pt x="32" y="64"/>
                </a:cubicBezTo>
                <a:cubicBezTo>
                  <a:pt x="39" y="64"/>
                  <a:pt x="39" y="64"/>
                  <a:pt x="39" y="64"/>
                </a:cubicBezTo>
                <a:lnTo>
                  <a:pt x="48" y="28"/>
                </a:lnTo>
                <a:close/>
                <a:moveTo>
                  <a:pt x="168" y="31"/>
                </a:moveTo>
                <a:cubicBezTo>
                  <a:pt x="159" y="65"/>
                  <a:pt x="159" y="65"/>
                  <a:pt x="159" y="65"/>
                </a:cubicBezTo>
                <a:cubicBezTo>
                  <a:pt x="154" y="65"/>
                  <a:pt x="154" y="65"/>
                  <a:pt x="154" y="65"/>
                </a:cubicBezTo>
                <a:cubicBezTo>
                  <a:pt x="147" y="40"/>
                  <a:pt x="147" y="40"/>
                  <a:pt x="147" y="40"/>
                </a:cubicBezTo>
                <a:cubicBezTo>
                  <a:pt x="147" y="40"/>
                  <a:pt x="147" y="38"/>
                  <a:pt x="147" y="37"/>
                </a:cubicBezTo>
                <a:cubicBezTo>
                  <a:pt x="146" y="37"/>
                  <a:pt x="146" y="37"/>
                  <a:pt x="146" y="37"/>
                </a:cubicBezTo>
                <a:cubicBezTo>
                  <a:pt x="146" y="38"/>
                  <a:pt x="146" y="39"/>
                  <a:pt x="146" y="40"/>
                </a:cubicBezTo>
                <a:cubicBezTo>
                  <a:pt x="139" y="65"/>
                  <a:pt x="139" y="65"/>
                  <a:pt x="139" y="65"/>
                </a:cubicBezTo>
                <a:cubicBezTo>
                  <a:pt x="134" y="65"/>
                  <a:pt x="134" y="65"/>
                  <a:pt x="134" y="65"/>
                </a:cubicBezTo>
                <a:cubicBezTo>
                  <a:pt x="124" y="31"/>
                  <a:pt x="124" y="31"/>
                  <a:pt x="124" y="31"/>
                </a:cubicBezTo>
                <a:cubicBezTo>
                  <a:pt x="129" y="31"/>
                  <a:pt x="129" y="31"/>
                  <a:pt x="129" y="31"/>
                </a:cubicBezTo>
                <a:cubicBezTo>
                  <a:pt x="136" y="57"/>
                  <a:pt x="136" y="57"/>
                  <a:pt x="136" y="57"/>
                </a:cubicBezTo>
                <a:cubicBezTo>
                  <a:pt x="136" y="58"/>
                  <a:pt x="136" y="59"/>
                  <a:pt x="137" y="61"/>
                </a:cubicBezTo>
                <a:cubicBezTo>
                  <a:pt x="137" y="61"/>
                  <a:pt x="137" y="61"/>
                  <a:pt x="137" y="61"/>
                </a:cubicBezTo>
                <a:cubicBezTo>
                  <a:pt x="137" y="60"/>
                  <a:pt x="137" y="58"/>
                  <a:pt x="137" y="57"/>
                </a:cubicBezTo>
                <a:cubicBezTo>
                  <a:pt x="145" y="31"/>
                  <a:pt x="145" y="31"/>
                  <a:pt x="145" y="31"/>
                </a:cubicBezTo>
                <a:cubicBezTo>
                  <a:pt x="149" y="31"/>
                  <a:pt x="149" y="31"/>
                  <a:pt x="149" y="31"/>
                </a:cubicBezTo>
                <a:cubicBezTo>
                  <a:pt x="156" y="57"/>
                  <a:pt x="156" y="57"/>
                  <a:pt x="156" y="57"/>
                </a:cubicBezTo>
                <a:cubicBezTo>
                  <a:pt x="156" y="58"/>
                  <a:pt x="156" y="59"/>
                  <a:pt x="156" y="61"/>
                </a:cubicBezTo>
                <a:cubicBezTo>
                  <a:pt x="156" y="61"/>
                  <a:pt x="156" y="61"/>
                  <a:pt x="156" y="61"/>
                </a:cubicBezTo>
                <a:cubicBezTo>
                  <a:pt x="156" y="60"/>
                  <a:pt x="157" y="59"/>
                  <a:pt x="157" y="57"/>
                </a:cubicBezTo>
                <a:cubicBezTo>
                  <a:pt x="164" y="31"/>
                  <a:pt x="164" y="31"/>
                  <a:pt x="164" y="31"/>
                </a:cubicBezTo>
                <a:lnTo>
                  <a:pt x="168" y="31"/>
                </a:lnTo>
                <a:close/>
                <a:moveTo>
                  <a:pt x="192" y="53"/>
                </a:moveTo>
                <a:cubicBezTo>
                  <a:pt x="192" y="57"/>
                  <a:pt x="191" y="60"/>
                  <a:pt x="189" y="62"/>
                </a:cubicBezTo>
                <a:cubicBezTo>
                  <a:pt x="187" y="64"/>
                  <a:pt x="184" y="66"/>
                  <a:pt x="180" y="66"/>
                </a:cubicBezTo>
                <a:cubicBezTo>
                  <a:pt x="176" y="66"/>
                  <a:pt x="174" y="64"/>
                  <a:pt x="171" y="62"/>
                </a:cubicBezTo>
                <a:cubicBezTo>
                  <a:pt x="169" y="60"/>
                  <a:pt x="168" y="57"/>
                  <a:pt x="168" y="53"/>
                </a:cubicBezTo>
                <a:cubicBezTo>
                  <a:pt x="168" y="49"/>
                  <a:pt x="169" y="46"/>
                  <a:pt x="172" y="44"/>
                </a:cubicBezTo>
                <a:cubicBezTo>
                  <a:pt x="174" y="42"/>
                  <a:pt x="177" y="40"/>
                  <a:pt x="181" y="40"/>
                </a:cubicBezTo>
                <a:cubicBezTo>
                  <a:pt x="184" y="40"/>
                  <a:pt x="187" y="42"/>
                  <a:pt x="189" y="44"/>
                </a:cubicBezTo>
                <a:cubicBezTo>
                  <a:pt x="191" y="46"/>
                  <a:pt x="192" y="49"/>
                  <a:pt x="192" y="53"/>
                </a:cubicBezTo>
                <a:close/>
                <a:moveTo>
                  <a:pt x="188" y="53"/>
                </a:moveTo>
                <a:cubicBezTo>
                  <a:pt x="188" y="50"/>
                  <a:pt x="187" y="48"/>
                  <a:pt x="186" y="46"/>
                </a:cubicBezTo>
                <a:cubicBezTo>
                  <a:pt x="185" y="45"/>
                  <a:pt x="183" y="44"/>
                  <a:pt x="180" y="44"/>
                </a:cubicBezTo>
                <a:cubicBezTo>
                  <a:pt x="178" y="44"/>
                  <a:pt x="176" y="45"/>
                  <a:pt x="174" y="46"/>
                </a:cubicBezTo>
                <a:cubicBezTo>
                  <a:pt x="173" y="48"/>
                  <a:pt x="172" y="50"/>
                  <a:pt x="172" y="53"/>
                </a:cubicBezTo>
                <a:cubicBezTo>
                  <a:pt x="172" y="56"/>
                  <a:pt x="173" y="58"/>
                  <a:pt x="174" y="60"/>
                </a:cubicBezTo>
                <a:cubicBezTo>
                  <a:pt x="176" y="62"/>
                  <a:pt x="178" y="62"/>
                  <a:pt x="180" y="62"/>
                </a:cubicBezTo>
                <a:cubicBezTo>
                  <a:pt x="183" y="62"/>
                  <a:pt x="185" y="62"/>
                  <a:pt x="186" y="60"/>
                </a:cubicBezTo>
                <a:cubicBezTo>
                  <a:pt x="187" y="58"/>
                  <a:pt x="188" y="56"/>
                  <a:pt x="188" y="53"/>
                </a:cubicBezTo>
                <a:close/>
                <a:moveTo>
                  <a:pt x="209" y="45"/>
                </a:moveTo>
                <a:cubicBezTo>
                  <a:pt x="208" y="44"/>
                  <a:pt x="207" y="44"/>
                  <a:pt x="206" y="44"/>
                </a:cubicBezTo>
                <a:cubicBezTo>
                  <a:pt x="204" y="44"/>
                  <a:pt x="203" y="45"/>
                  <a:pt x="202" y="47"/>
                </a:cubicBezTo>
                <a:cubicBezTo>
                  <a:pt x="201" y="48"/>
                  <a:pt x="200" y="50"/>
                  <a:pt x="200" y="53"/>
                </a:cubicBezTo>
                <a:cubicBezTo>
                  <a:pt x="200" y="65"/>
                  <a:pt x="200" y="65"/>
                  <a:pt x="200" y="65"/>
                </a:cubicBezTo>
                <a:cubicBezTo>
                  <a:pt x="197" y="65"/>
                  <a:pt x="197" y="65"/>
                  <a:pt x="197" y="65"/>
                </a:cubicBezTo>
                <a:cubicBezTo>
                  <a:pt x="197" y="41"/>
                  <a:pt x="197" y="41"/>
                  <a:pt x="197" y="41"/>
                </a:cubicBezTo>
                <a:cubicBezTo>
                  <a:pt x="200" y="41"/>
                  <a:pt x="200" y="41"/>
                  <a:pt x="200" y="41"/>
                </a:cubicBezTo>
                <a:cubicBezTo>
                  <a:pt x="200" y="46"/>
                  <a:pt x="200" y="46"/>
                  <a:pt x="200" y="46"/>
                </a:cubicBezTo>
                <a:cubicBezTo>
                  <a:pt x="201" y="46"/>
                  <a:pt x="201" y="46"/>
                  <a:pt x="201" y="46"/>
                </a:cubicBezTo>
                <a:cubicBezTo>
                  <a:pt x="201" y="44"/>
                  <a:pt x="202" y="43"/>
                  <a:pt x="203" y="42"/>
                </a:cubicBezTo>
                <a:cubicBezTo>
                  <a:pt x="204" y="41"/>
                  <a:pt x="205" y="41"/>
                  <a:pt x="207" y="41"/>
                </a:cubicBezTo>
                <a:cubicBezTo>
                  <a:pt x="208" y="41"/>
                  <a:pt x="209" y="41"/>
                  <a:pt x="209" y="41"/>
                </a:cubicBezTo>
                <a:lnTo>
                  <a:pt x="209" y="45"/>
                </a:lnTo>
                <a:close/>
                <a:moveTo>
                  <a:pt x="232" y="65"/>
                </a:moveTo>
                <a:cubicBezTo>
                  <a:pt x="228" y="65"/>
                  <a:pt x="228" y="65"/>
                  <a:pt x="228" y="65"/>
                </a:cubicBezTo>
                <a:cubicBezTo>
                  <a:pt x="228" y="61"/>
                  <a:pt x="228" y="61"/>
                  <a:pt x="228" y="61"/>
                </a:cubicBezTo>
                <a:cubicBezTo>
                  <a:pt x="228" y="61"/>
                  <a:pt x="228" y="61"/>
                  <a:pt x="228" y="61"/>
                </a:cubicBezTo>
                <a:cubicBezTo>
                  <a:pt x="226" y="64"/>
                  <a:pt x="223" y="66"/>
                  <a:pt x="219" y="66"/>
                </a:cubicBezTo>
                <a:cubicBezTo>
                  <a:pt x="216" y="66"/>
                  <a:pt x="214" y="65"/>
                  <a:pt x="212" y="62"/>
                </a:cubicBezTo>
                <a:cubicBezTo>
                  <a:pt x="210" y="60"/>
                  <a:pt x="210" y="57"/>
                  <a:pt x="210" y="54"/>
                </a:cubicBezTo>
                <a:cubicBezTo>
                  <a:pt x="210" y="50"/>
                  <a:pt x="211" y="46"/>
                  <a:pt x="213" y="44"/>
                </a:cubicBezTo>
                <a:cubicBezTo>
                  <a:pt x="215" y="42"/>
                  <a:pt x="217" y="40"/>
                  <a:pt x="221" y="40"/>
                </a:cubicBezTo>
                <a:cubicBezTo>
                  <a:pt x="224" y="40"/>
                  <a:pt x="226" y="42"/>
                  <a:pt x="228" y="44"/>
                </a:cubicBezTo>
                <a:cubicBezTo>
                  <a:pt x="228" y="44"/>
                  <a:pt x="228" y="44"/>
                  <a:pt x="228" y="44"/>
                </a:cubicBezTo>
                <a:cubicBezTo>
                  <a:pt x="228" y="29"/>
                  <a:pt x="228" y="29"/>
                  <a:pt x="228" y="29"/>
                </a:cubicBezTo>
                <a:cubicBezTo>
                  <a:pt x="232" y="29"/>
                  <a:pt x="232" y="29"/>
                  <a:pt x="232" y="29"/>
                </a:cubicBezTo>
                <a:lnTo>
                  <a:pt x="232" y="65"/>
                </a:lnTo>
                <a:close/>
                <a:moveTo>
                  <a:pt x="228" y="54"/>
                </a:moveTo>
                <a:cubicBezTo>
                  <a:pt x="228" y="51"/>
                  <a:pt x="228" y="51"/>
                  <a:pt x="228" y="51"/>
                </a:cubicBezTo>
                <a:cubicBezTo>
                  <a:pt x="228" y="49"/>
                  <a:pt x="227" y="47"/>
                  <a:pt x="226" y="46"/>
                </a:cubicBezTo>
                <a:cubicBezTo>
                  <a:pt x="225" y="44"/>
                  <a:pt x="223" y="44"/>
                  <a:pt x="221" y="44"/>
                </a:cubicBezTo>
                <a:cubicBezTo>
                  <a:pt x="219" y="44"/>
                  <a:pt x="217" y="45"/>
                  <a:pt x="216" y="46"/>
                </a:cubicBezTo>
                <a:cubicBezTo>
                  <a:pt x="214" y="48"/>
                  <a:pt x="213" y="50"/>
                  <a:pt x="213" y="53"/>
                </a:cubicBezTo>
                <a:cubicBezTo>
                  <a:pt x="213" y="56"/>
                  <a:pt x="214" y="58"/>
                  <a:pt x="215" y="60"/>
                </a:cubicBezTo>
                <a:cubicBezTo>
                  <a:pt x="217" y="62"/>
                  <a:pt x="218" y="62"/>
                  <a:pt x="221" y="62"/>
                </a:cubicBezTo>
                <a:cubicBezTo>
                  <a:pt x="223" y="62"/>
                  <a:pt x="224" y="62"/>
                  <a:pt x="226" y="60"/>
                </a:cubicBezTo>
                <a:cubicBezTo>
                  <a:pt x="227" y="59"/>
                  <a:pt x="228" y="57"/>
                  <a:pt x="228"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pic>
        <p:nvPicPr>
          <p:cNvPr id="612" name="Picture 611"/>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297807" y="6102539"/>
            <a:ext cx="1037428" cy="250587"/>
          </a:xfrm>
          <a:prstGeom prst="rect">
            <a:avLst/>
          </a:prstGeom>
        </p:spPr>
      </p:pic>
      <p:sp>
        <p:nvSpPr>
          <p:cNvPr id="614" name="Rectangle 613"/>
          <p:cNvSpPr/>
          <p:nvPr/>
        </p:nvSpPr>
        <p:spPr bwMode="auto">
          <a:xfrm>
            <a:off x="4234559" y="2932475"/>
            <a:ext cx="3733067" cy="87895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endPar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endParaRPr>
          </a:p>
        </p:txBody>
      </p:sp>
      <p:sp>
        <p:nvSpPr>
          <p:cNvPr id="616" name="Rectangle 615"/>
          <p:cNvSpPr/>
          <p:nvPr/>
        </p:nvSpPr>
        <p:spPr bwMode="auto">
          <a:xfrm>
            <a:off x="4234559" y="2932475"/>
            <a:ext cx="3733067" cy="8789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CONNECT TO </a:t>
            </a:r>
            <a:b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b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OFFICE 365 SERVICES</a:t>
            </a:r>
          </a:p>
        </p:txBody>
      </p:sp>
      <p:grpSp>
        <p:nvGrpSpPr>
          <p:cNvPr id="2" name="Group 1"/>
          <p:cNvGrpSpPr/>
          <p:nvPr/>
        </p:nvGrpSpPr>
        <p:grpSpPr>
          <a:xfrm>
            <a:off x="4234559" y="3811426"/>
            <a:ext cx="3733067" cy="2775723"/>
            <a:chOff x="4318705" y="3887512"/>
            <a:chExt cx="3809455" cy="2832522"/>
          </a:xfrm>
        </p:grpSpPr>
        <p:sp>
          <p:nvSpPr>
            <p:cNvPr id="615" name="Rectangle 614"/>
            <p:cNvSpPr/>
            <p:nvPr/>
          </p:nvSpPr>
          <p:spPr bwMode="auto">
            <a:xfrm>
              <a:off x="4318705" y="3887512"/>
              <a:ext cx="3809455" cy="2806701"/>
            </a:xfrm>
            <a:prstGeom prst="rect">
              <a:avLst/>
            </a:prstGeom>
            <a:solidFill>
              <a:srgbClr val="56226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17" name="Group 616"/>
            <p:cNvGrpSpPr/>
            <p:nvPr/>
          </p:nvGrpSpPr>
          <p:grpSpPr>
            <a:xfrm>
              <a:off x="4438782" y="4623735"/>
              <a:ext cx="3568568" cy="2096299"/>
              <a:chOff x="4438782" y="4444622"/>
              <a:chExt cx="3568568" cy="2096299"/>
            </a:xfrm>
          </p:grpSpPr>
          <p:sp>
            <p:nvSpPr>
              <p:cNvPr id="618" name="Freeform 5"/>
              <p:cNvSpPr>
                <a:spLocks noEditPoints="1"/>
              </p:cNvSpPr>
              <p:nvPr/>
            </p:nvSpPr>
            <p:spPr bwMode="auto">
              <a:xfrm>
                <a:off x="5569353" y="4911722"/>
                <a:ext cx="415730" cy="384482"/>
              </a:xfrm>
              <a:custGeom>
                <a:avLst/>
                <a:gdLst>
                  <a:gd name="T0" fmla="*/ 1446 w 2030"/>
                  <a:gd name="T1" fmla="*/ 1047 h 1877"/>
                  <a:gd name="T2" fmla="*/ 1218 w 2030"/>
                  <a:gd name="T3" fmla="*/ 583 h 1877"/>
                  <a:gd name="T4" fmla="*/ 901 w 2030"/>
                  <a:gd name="T5" fmla="*/ 375 h 1877"/>
                  <a:gd name="T6" fmla="*/ 773 w 2030"/>
                  <a:gd name="T7" fmla="*/ 109 h 1877"/>
                  <a:gd name="T8" fmla="*/ 555 w 2030"/>
                  <a:gd name="T9" fmla="*/ 109 h 1877"/>
                  <a:gd name="T10" fmla="*/ 317 w 2030"/>
                  <a:gd name="T11" fmla="*/ 593 h 1877"/>
                  <a:gd name="T12" fmla="*/ 0 w 2030"/>
                  <a:gd name="T13" fmla="*/ 810 h 1877"/>
                  <a:gd name="T14" fmla="*/ 317 w 2030"/>
                  <a:gd name="T15" fmla="*/ 1027 h 1877"/>
                  <a:gd name="T16" fmla="*/ 327 w 2030"/>
                  <a:gd name="T17" fmla="*/ 1531 h 1877"/>
                  <a:gd name="T18" fmla="*/ 1010 w 2030"/>
                  <a:gd name="T19" fmla="*/ 1531 h 1877"/>
                  <a:gd name="T20" fmla="*/ 1297 w 2030"/>
                  <a:gd name="T21" fmla="*/ 1462 h 1877"/>
                  <a:gd name="T22" fmla="*/ 2030 w 2030"/>
                  <a:gd name="T23" fmla="*/ 1353 h 1877"/>
                  <a:gd name="T24" fmla="*/ 703 w 2030"/>
                  <a:gd name="T25" fmla="*/ 1195 h 1877"/>
                  <a:gd name="T26" fmla="*/ 783 w 2030"/>
                  <a:gd name="T27" fmla="*/ 1067 h 1877"/>
                  <a:gd name="T28" fmla="*/ 703 w 2030"/>
                  <a:gd name="T29" fmla="*/ 1195 h 1877"/>
                  <a:gd name="T30" fmla="*/ 703 w 2030"/>
                  <a:gd name="T31" fmla="*/ 711 h 1877"/>
                  <a:gd name="T32" fmla="*/ 882 w 2030"/>
                  <a:gd name="T33" fmla="*/ 770 h 1877"/>
                  <a:gd name="T34" fmla="*/ 703 w 2030"/>
                  <a:gd name="T35" fmla="*/ 948 h 1877"/>
                  <a:gd name="T36" fmla="*/ 466 w 2030"/>
                  <a:gd name="T37" fmla="*/ 780 h 1877"/>
                  <a:gd name="T38" fmla="*/ 624 w 2030"/>
                  <a:gd name="T39" fmla="*/ 919 h 1877"/>
                  <a:gd name="T40" fmla="*/ 466 w 2030"/>
                  <a:gd name="T41" fmla="*/ 810 h 1877"/>
                  <a:gd name="T42" fmla="*/ 703 w 2030"/>
                  <a:gd name="T43" fmla="*/ 227 h 1877"/>
                  <a:gd name="T44" fmla="*/ 773 w 2030"/>
                  <a:gd name="T45" fmla="*/ 583 h 1877"/>
                  <a:gd name="T46" fmla="*/ 703 w 2030"/>
                  <a:gd name="T47" fmla="*/ 632 h 1877"/>
                  <a:gd name="T48" fmla="*/ 703 w 2030"/>
                  <a:gd name="T49" fmla="*/ 227 h 1877"/>
                  <a:gd name="T50" fmla="*/ 1000 w 2030"/>
                  <a:gd name="T51" fmla="*/ 800 h 1877"/>
                  <a:gd name="T52" fmla="*/ 1387 w 2030"/>
                  <a:gd name="T53" fmla="*/ 1096 h 1877"/>
                  <a:gd name="T54" fmla="*/ 882 w 2030"/>
                  <a:gd name="T55" fmla="*/ 1017 h 1877"/>
                  <a:gd name="T56" fmla="*/ 961 w 2030"/>
                  <a:gd name="T57" fmla="*/ 800 h 1877"/>
                  <a:gd name="T58" fmla="*/ 624 w 2030"/>
                  <a:gd name="T59" fmla="*/ 652 h 1877"/>
                  <a:gd name="T60" fmla="*/ 387 w 2030"/>
                  <a:gd name="T61" fmla="*/ 642 h 1877"/>
                  <a:gd name="T62" fmla="*/ 624 w 2030"/>
                  <a:gd name="T63" fmla="*/ 247 h 1877"/>
                  <a:gd name="T64" fmla="*/ 436 w 2030"/>
                  <a:gd name="T65" fmla="*/ 928 h 1877"/>
                  <a:gd name="T66" fmla="*/ 624 w 2030"/>
                  <a:gd name="T67" fmla="*/ 1195 h 1877"/>
                  <a:gd name="T68" fmla="*/ 387 w 2030"/>
                  <a:gd name="T69" fmla="*/ 988 h 1877"/>
                  <a:gd name="T70" fmla="*/ 990 w 2030"/>
                  <a:gd name="T71" fmla="*/ 1432 h 1877"/>
                  <a:gd name="T72" fmla="*/ 862 w 2030"/>
                  <a:gd name="T73" fmla="*/ 1096 h 1877"/>
                  <a:gd name="T74" fmla="*/ 1278 w 2030"/>
                  <a:gd name="T75" fmla="*/ 1353 h 1877"/>
                  <a:gd name="T76" fmla="*/ 990 w 2030"/>
                  <a:gd name="T77" fmla="*/ 1432 h 1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30" h="1877">
                    <a:moveTo>
                      <a:pt x="1654" y="978"/>
                    </a:moveTo>
                    <a:cubicBezTo>
                      <a:pt x="1575" y="978"/>
                      <a:pt x="1505" y="1007"/>
                      <a:pt x="1446" y="1047"/>
                    </a:cubicBezTo>
                    <a:cubicBezTo>
                      <a:pt x="1169" y="721"/>
                      <a:pt x="1169" y="721"/>
                      <a:pt x="1169" y="721"/>
                    </a:cubicBezTo>
                    <a:cubicBezTo>
                      <a:pt x="1198" y="681"/>
                      <a:pt x="1218" y="632"/>
                      <a:pt x="1218" y="583"/>
                    </a:cubicBezTo>
                    <a:cubicBezTo>
                      <a:pt x="1218" y="454"/>
                      <a:pt x="1119" y="355"/>
                      <a:pt x="1000" y="355"/>
                    </a:cubicBezTo>
                    <a:cubicBezTo>
                      <a:pt x="961" y="355"/>
                      <a:pt x="931" y="365"/>
                      <a:pt x="901" y="375"/>
                    </a:cubicBezTo>
                    <a:cubicBezTo>
                      <a:pt x="753" y="168"/>
                      <a:pt x="753" y="168"/>
                      <a:pt x="753" y="168"/>
                    </a:cubicBezTo>
                    <a:cubicBezTo>
                      <a:pt x="763" y="148"/>
                      <a:pt x="773" y="128"/>
                      <a:pt x="773" y="109"/>
                    </a:cubicBezTo>
                    <a:cubicBezTo>
                      <a:pt x="773" y="49"/>
                      <a:pt x="723" y="0"/>
                      <a:pt x="664" y="0"/>
                    </a:cubicBezTo>
                    <a:cubicBezTo>
                      <a:pt x="604" y="0"/>
                      <a:pt x="555" y="49"/>
                      <a:pt x="555" y="109"/>
                    </a:cubicBezTo>
                    <a:cubicBezTo>
                      <a:pt x="555" y="128"/>
                      <a:pt x="565" y="158"/>
                      <a:pt x="575" y="168"/>
                    </a:cubicBezTo>
                    <a:cubicBezTo>
                      <a:pt x="317" y="593"/>
                      <a:pt x="317" y="593"/>
                      <a:pt x="317" y="593"/>
                    </a:cubicBezTo>
                    <a:cubicBezTo>
                      <a:pt x="287" y="583"/>
                      <a:pt x="268" y="583"/>
                      <a:pt x="238" y="583"/>
                    </a:cubicBezTo>
                    <a:cubicBezTo>
                      <a:pt x="109" y="583"/>
                      <a:pt x="0" y="681"/>
                      <a:pt x="0" y="810"/>
                    </a:cubicBezTo>
                    <a:cubicBezTo>
                      <a:pt x="0" y="938"/>
                      <a:pt x="109" y="1047"/>
                      <a:pt x="238" y="1047"/>
                    </a:cubicBezTo>
                    <a:cubicBezTo>
                      <a:pt x="258" y="1047"/>
                      <a:pt x="287" y="1037"/>
                      <a:pt x="317" y="1027"/>
                    </a:cubicBezTo>
                    <a:cubicBezTo>
                      <a:pt x="456" y="1264"/>
                      <a:pt x="456" y="1264"/>
                      <a:pt x="456" y="1264"/>
                    </a:cubicBezTo>
                    <a:cubicBezTo>
                      <a:pt x="377" y="1323"/>
                      <a:pt x="327" y="1422"/>
                      <a:pt x="327" y="1531"/>
                    </a:cubicBezTo>
                    <a:cubicBezTo>
                      <a:pt x="327" y="1719"/>
                      <a:pt x="476" y="1877"/>
                      <a:pt x="664" y="1877"/>
                    </a:cubicBezTo>
                    <a:cubicBezTo>
                      <a:pt x="852" y="1877"/>
                      <a:pt x="1010" y="1719"/>
                      <a:pt x="1010" y="1531"/>
                    </a:cubicBezTo>
                    <a:cubicBezTo>
                      <a:pt x="1010" y="1531"/>
                      <a:pt x="1000" y="1521"/>
                      <a:pt x="1000" y="1511"/>
                    </a:cubicBezTo>
                    <a:cubicBezTo>
                      <a:pt x="1297" y="1462"/>
                      <a:pt x="1297" y="1462"/>
                      <a:pt x="1297" y="1462"/>
                    </a:cubicBezTo>
                    <a:cubicBezTo>
                      <a:pt x="1337" y="1620"/>
                      <a:pt x="1486" y="1728"/>
                      <a:pt x="1654" y="1728"/>
                    </a:cubicBezTo>
                    <a:cubicBezTo>
                      <a:pt x="1862" y="1728"/>
                      <a:pt x="2030" y="1561"/>
                      <a:pt x="2030" y="1353"/>
                    </a:cubicBezTo>
                    <a:cubicBezTo>
                      <a:pt x="2030" y="1146"/>
                      <a:pt x="1862" y="978"/>
                      <a:pt x="1654" y="978"/>
                    </a:cubicBezTo>
                    <a:close/>
                    <a:moveTo>
                      <a:pt x="703" y="1195"/>
                    </a:moveTo>
                    <a:cubicBezTo>
                      <a:pt x="703" y="1037"/>
                      <a:pt x="703" y="1037"/>
                      <a:pt x="703" y="1037"/>
                    </a:cubicBezTo>
                    <a:cubicBezTo>
                      <a:pt x="783" y="1067"/>
                      <a:pt x="783" y="1067"/>
                      <a:pt x="783" y="1067"/>
                    </a:cubicBezTo>
                    <a:cubicBezTo>
                      <a:pt x="733" y="1205"/>
                      <a:pt x="733" y="1205"/>
                      <a:pt x="733" y="1205"/>
                    </a:cubicBezTo>
                    <a:cubicBezTo>
                      <a:pt x="723" y="1195"/>
                      <a:pt x="713" y="1195"/>
                      <a:pt x="703" y="1195"/>
                    </a:cubicBezTo>
                    <a:close/>
                    <a:moveTo>
                      <a:pt x="703" y="948"/>
                    </a:moveTo>
                    <a:cubicBezTo>
                      <a:pt x="703" y="711"/>
                      <a:pt x="703" y="711"/>
                      <a:pt x="703" y="711"/>
                    </a:cubicBezTo>
                    <a:cubicBezTo>
                      <a:pt x="802" y="681"/>
                      <a:pt x="802" y="681"/>
                      <a:pt x="802" y="681"/>
                    </a:cubicBezTo>
                    <a:cubicBezTo>
                      <a:pt x="822" y="721"/>
                      <a:pt x="852" y="751"/>
                      <a:pt x="882" y="770"/>
                    </a:cubicBezTo>
                    <a:cubicBezTo>
                      <a:pt x="812" y="988"/>
                      <a:pt x="812" y="988"/>
                      <a:pt x="812" y="988"/>
                    </a:cubicBezTo>
                    <a:cubicBezTo>
                      <a:pt x="703" y="948"/>
                      <a:pt x="703" y="948"/>
                      <a:pt x="703" y="948"/>
                    </a:cubicBezTo>
                    <a:cubicBezTo>
                      <a:pt x="703" y="948"/>
                      <a:pt x="703" y="948"/>
                      <a:pt x="703" y="948"/>
                    </a:cubicBezTo>
                    <a:close/>
                    <a:moveTo>
                      <a:pt x="466" y="780"/>
                    </a:moveTo>
                    <a:cubicBezTo>
                      <a:pt x="624" y="731"/>
                      <a:pt x="624" y="731"/>
                      <a:pt x="624" y="731"/>
                    </a:cubicBezTo>
                    <a:cubicBezTo>
                      <a:pt x="624" y="919"/>
                      <a:pt x="624" y="919"/>
                      <a:pt x="624" y="919"/>
                    </a:cubicBezTo>
                    <a:cubicBezTo>
                      <a:pt x="466" y="859"/>
                      <a:pt x="466" y="859"/>
                      <a:pt x="466" y="859"/>
                    </a:cubicBezTo>
                    <a:cubicBezTo>
                      <a:pt x="466" y="839"/>
                      <a:pt x="466" y="830"/>
                      <a:pt x="466" y="810"/>
                    </a:cubicBezTo>
                    <a:cubicBezTo>
                      <a:pt x="466" y="800"/>
                      <a:pt x="466" y="790"/>
                      <a:pt x="466" y="780"/>
                    </a:cubicBezTo>
                    <a:close/>
                    <a:moveTo>
                      <a:pt x="703" y="227"/>
                    </a:moveTo>
                    <a:cubicBezTo>
                      <a:pt x="842" y="425"/>
                      <a:pt x="842" y="425"/>
                      <a:pt x="842" y="425"/>
                    </a:cubicBezTo>
                    <a:cubicBezTo>
                      <a:pt x="802" y="464"/>
                      <a:pt x="773" y="523"/>
                      <a:pt x="773" y="583"/>
                    </a:cubicBezTo>
                    <a:cubicBezTo>
                      <a:pt x="773" y="593"/>
                      <a:pt x="773" y="602"/>
                      <a:pt x="773" y="602"/>
                    </a:cubicBezTo>
                    <a:cubicBezTo>
                      <a:pt x="703" y="632"/>
                      <a:pt x="703" y="632"/>
                      <a:pt x="703" y="632"/>
                    </a:cubicBezTo>
                    <a:cubicBezTo>
                      <a:pt x="703" y="227"/>
                      <a:pt x="703" y="227"/>
                      <a:pt x="703" y="227"/>
                    </a:cubicBezTo>
                    <a:cubicBezTo>
                      <a:pt x="703" y="227"/>
                      <a:pt x="703" y="227"/>
                      <a:pt x="703" y="227"/>
                    </a:cubicBezTo>
                    <a:close/>
                    <a:moveTo>
                      <a:pt x="961" y="800"/>
                    </a:moveTo>
                    <a:cubicBezTo>
                      <a:pt x="971" y="800"/>
                      <a:pt x="981" y="800"/>
                      <a:pt x="1000" y="800"/>
                    </a:cubicBezTo>
                    <a:cubicBezTo>
                      <a:pt x="1040" y="800"/>
                      <a:pt x="1070" y="790"/>
                      <a:pt x="1109" y="770"/>
                    </a:cubicBezTo>
                    <a:cubicBezTo>
                      <a:pt x="1387" y="1096"/>
                      <a:pt x="1387" y="1096"/>
                      <a:pt x="1387" y="1096"/>
                    </a:cubicBezTo>
                    <a:cubicBezTo>
                      <a:pt x="1357" y="1126"/>
                      <a:pt x="1337" y="1156"/>
                      <a:pt x="1317" y="1185"/>
                    </a:cubicBezTo>
                    <a:cubicBezTo>
                      <a:pt x="882" y="1017"/>
                      <a:pt x="882" y="1017"/>
                      <a:pt x="882" y="1017"/>
                    </a:cubicBezTo>
                    <a:cubicBezTo>
                      <a:pt x="961" y="800"/>
                      <a:pt x="961" y="800"/>
                      <a:pt x="961" y="800"/>
                    </a:cubicBezTo>
                    <a:cubicBezTo>
                      <a:pt x="961" y="800"/>
                      <a:pt x="961" y="800"/>
                      <a:pt x="961" y="800"/>
                    </a:cubicBezTo>
                    <a:close/>
                    <a:moveTo>
                      <a:pt x="624" y="247"/>
                    </a:moveTo>
                    <a:cubicBezTo>
                      <a:pt x="624" y="652"/>
                      <a:pt x="624" y="652"/>
                      <a:pt x="624" y="652"/>
                    </a:cubicBezTo>
                    <a:cubicBezTo>
                      <a:pt x="436" y="711"/>
                      <a:pt x="436" y="711"/>
                      <a:pt x="436" y="711"/>
                    </a:cubicBezTo>
                    <a:cubicBezTo>
                      <a:pt x="426" y="681"/>
                      <a:pt x="406" y="662"/>
                      <a:pt x="387" y="642"/>
                    </a:cubicBezTo>
                    <a:cubicBezTo>
                      <a:pt x="624" y="247"/>
                      <a:pt x="624" y="247"/>
                      <a:pt x="624" y="247"/>
                    </a:cubicBezTo>
                    <a:cubicBezTo>
                      <a:pt x="624" y="247"/>
                      <a:pt x="624" y="247"/>
                      <a:pt x="624" y="247"/>
                    </a:cubicBezTo>
                    <a:close/>
                    <a:moveTo>
                      <a:pt x="387" y="988"/>
                    </a:moveTo>
                    <a:cubicBezTo>
                      <a:pt x="406" y="968"/>
                      <a:pt x="416" y="948"/>
                      <a:pt x="436" y="928"/>
                    </a:cubicBezTo>
                    <a:cubicBezTo>
                      <a:pt x="624" y="1007"/>
                      <a:pt x="624" y="1007"/>
                      <a:pt x="624" y="1007"/>
                    </a:cubicBezTo>
                    <a:cubicBezTo>
                      <a:pt x="624" y="1195"/>
                      <a:pt x="624" y="1195"/>
                      <a:pt x="624" y="1195"/>
                    </a:cubicBezTo>
                    <a:cubicBezTo>
                      <a:pt x="585" y="1195"/>
                      <a:pt x="555" y="1205"/>
                      <a:pt x="525" y="1225"/>
                    </a:cubicBezTo>
                    <a:cubicBezTo>
                      <a:pt x="387" y="988"/>
                      <a:pt x="387" y="988"/>
                      <a:pt x="387" y="988"/>
                    </a:cubicBezTo>
                    <a:cubicBezTo>
                      <a:pt x="387" y="988"/>
                      <a:pt x="387" y="988"/>
                      <a:pt x="387" y="988"/>
                    </a:cubicBezTo>
                    <a:close/>
                    <a:moveTo>
                      <a:pt x="990" y="1432"/>
                    </a:moveTo>
                    <a:cubicBezTo>
                      <a:pt x="961" y="1343"/>
                      <a:pt x="901" y="1264"/>
                      <a:pt x="812" y="1225"/>
                    </a:cubicBezTo>
                    <a:cubicBezTo>
                      <a:pt x="862" y="1096"/>
                      <a:pt x="862" y="1096"/>
                      <a:pt x="862" y="1096"/>
                    </a:cubicBezTo>
                    <a:cubicBezTo>
                      <a:pt x="1288" y="1254"/>
                      <a:pt x="1288" y="1254"/>
                      <a:pt x="1288" y="1254"/>
                    </a:cubicBezTo>
                    <a:cubicBezTo>
                      <a:pt x="1278" y="1294"/>
                      <a:pt x="1278" y="1323"/>
                      <a:pt x="1278" y="1353"/>
                    </a:cubicBezTo>
                    <a:cubicBezTo>
                      <a:pt x="1278" y="1363"/>
                      <a:pt x="1278" y="1373"/>
                      <a:pt x="1278" y="1383"/>
                    </a:cubicBezTo>
                    <a:cubicBezTo>
                      <a:pt x="990" y="1432"/>
                      <a:pt x="990" y="1432"/>
                      <a:pt x="990" y="1432"/>
                    </a:cubicBezTo>
                    <a:cubicBezTo>
                      <a:pt x="990" y="1432"/>
                      <a:pt x="990" y="1432"/>
                      <a:pt x="990" y="1432"/>
                    </a:cubicBezTo>
                    <a:close/>
                  </a:path>
                </a:pathLst>
              </a:cu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960">
                  <a:solidFill>
                    <a:srgbClr val="FFFFFF"/>
                  </a:solidFill>
                </a:endParaRPr>
              </a:p>
            </p:txBody>
          </p:sp>
          <p:grpSp>
            <p:nvGrpSpPr>
              <p:cNvPr id="619" name="Group 618"/>
              <p:cNvGrpSpPr/>
              <p:nvPr/>
            </p:nvGrpSpPr>
            <p:grpSpPr>
              <a:xfrm>
                <a:off x="4438782" y="4444622"/>
                <a:ext cx="3568568" cy="2096299"/>
                <a:chOff x="4438782" y="4444622"/>
                <a:chExt cx="3568568" cy="2096299"/>
              </a:xfrm>
            </p:grpSpPr>
            <p:sp>
              <p:nvSpPr>
                <p:cNvPr id="620" name="TextBox 619"/>
                <p:cNvSpPr txBox="1"/>
                <p:nvPr/>
              </p:nvSpPr>
              <p:spPr>
                <a:xfrm>
                  <a:off x="4487524" y="4444622"/>
                  <a:ext cx="812022"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Users and </a:t>
                  </a:r>
                  <a:br>
                    <a:rPr lang="en-US" sz="1175" dirty="0">
                      <a:gradFill>
                        <a:gsLst>
                          <a:gs pos="2917">
                            <a:srgbClr val="FFFFFF"/>
                          </a:gs>
                          <a:gs pos="30000">
                            <a:srgbClr val="FFFFFF"/>
                          </a:gs>
                        </a:gsLst>
                        <a:lin ang="5400000" scaled="0"/>
                      </a:gradFill>
                    </a:rPr>
                  </a:br>
                  <a:r>
                    <a:rPr lang="en-US" sz="1175" dirty="0">
                      <a:gradFill>
                        <a:gsLst>
                          <a:gs pos="2917">
                            <a:srgbClr val="FFFFFF"/>
                          </a:gs>
                          <a:gs pos="30000">
                            <a:srgbClr val="FFFFFF"/>
                          </a:gs>
                        </a:gsLst>
                        <a:lin ang="5400000" scaled="0"/>
                      </a:gradFill>
                    </a:rPr>
                    <a:t>groups</a:t>
                  </a:r>
                </a:p>
              </p:txBody>
            </p:sp>
            <p:sp>
              <p:nvSpPr>
                <p:cNvPr id="621" name="TextBox 620"/>
                <p:cNvSpPr txBox="1"/>
                <p:nvPr/>
              </p:nvSpPr>
              <p:spPr>
                <a:xfrm>
                  <a:off x="5371207" y="4444622"/>
                  <a:ext cx="812022" cy="312438"/>
                </a:xfrm>
                <a:prstGeom prst="rect">
                  <a:avLst/>
                </a:prstGeom>
                <a:noFill/>
              </p:spPr>
              <p:txBody>
                <a:bodyPr wrap="square" lIns="0" tIns="0" rIns="0" bIns="0" rtlCol="0">
                  <a:noAutofit/>
                </a:bodyPr>
                <a:lstStyle>
                  <a:defPPr>
                    <a:defRPr lang="en-US"/>
                  </a:defPPr>
                  <a:lvl1pPr algn="ctr">
                    <a:lnSpc>
                      <a:spcPct val="90000"/>
                    </a:lnSpc>
                    <a:spcAft>
                      <a:spcPts val="600"/>
                    </a:spcAft>
                    <a:defRPr sz="1200">
                      <a:gradFill>
                        <a:gsLst>
                          <a:gs pos="2917">
                            <a:schemeClr val="tx1"/>
                          </a:gs>
                          <a:gs pos="30000">
                            <a:schemeClr val="tx1"/>
                          </a:gs>
                        </a:gsLst>
                        <a:lin ang="5400000" scaled="0"/>
                      </a:gradFill>
                    </a:defRPr>
                  </a:lvl1pPr>
                </a:lstStyle>
                <a:p>
                  <a:pPr defTabSz="914004"/>
                  <a:r>
                    <a:rPr lang="en-US" sz="1175" dirty="0">
                      <a:gradFill>
                        <a:gsLst>
                          <a:gs pos="2917">
                            <a:srgbClr val="FFFFFF"/>
                          </a:gs>
                          <a:gs pos="30000">
                            <a:srgbClr val="FFFFFF"/>
                          </a:gs>
                        </a:gsLst>
                        <a:lin ang="5400000" scaled="0"/>
                      </a:gradFill>
                    </a:rPr>
                    <a:t>Files</a:t>
                  </a:r>
                </a:p>
              </p:txBody>
            </p:sp>
            <p:sp>
              <p:nvSpPr>
                <p:cNvPr id="622" name="TextBox 621"/>
                <p:cNvSpPr txBox="1"/>
                <p:nvPr/>
              </p:nvSpPr>
              <p:spPr>
                <a:xfrm>
                  <a:off x="6270324" y="4444622"/>
                  <a:ext cx="812022" cy="312438"/>
                </a:xfrm>
                <a:prstGeom prst="rect">
                  <a:avLst/>
                </a:prstGeom>
                <a:noFill/>
              </p:spPr>
              <p:txBody>
                <a:bodyPr wrap="square" lIns="0" tIns="0" rIns="0" bIns="0" rtlCol="0">
                  <a:noAutofit/>
                </a:bodyPr>
                <a:lstStyle>
                  <a:defPPr>
                    <a:defRPr lang="en-US"/>
                  </a:defPPr>
                  <a:lvl1pPr algn="ctr">
                    <a:lnSpc>
                      <a:spcPct val="90000"/>
                    </a:lnSpc>
                    <a:spcAft>
                      <a:spcPts val="600"/>
                    </a:spcAft>
                    <a:defRPr sz="1200">
                      <a:gradFill>
                        <a:gsLst>
                          <a:gs pos="2917">
                            <a:schemeClr val="tx1"/>
                          </a:gs>
                          <a:gs pos="30000">
                            <a:schemeClr val="tx1"/>
                          </a:gs>
                        </a:gsLst>
                        <a:lin ang="5400000" scaled="0"/>
                      </a:gradFill>
                    </a:defRPr>
                  </a:lvl1pPr>
                </a:lstStyle>
                <a:p>
                  <a:pPr defTabSz="914004"/>
                  <a:r>
                    <a:rPr lang="en-US" sz="1175" dirty="0">
                      <a:gradFill>
                        <a:gsLst>
                          <a:gs pos="2917">
                            <a:srgbClr val="FFFFFF"/>
                          </a:gs>
                          <a:gs pos="30000">
                            <a:srgbClr val="FFFFFF"/>
                          </a:gs>
                        </a:gsLst>
                        <a:lin ang="5400000" scaled="0"/>
                      </a:gradFill>
                    </a:rPr>
                    <a:t>Mail</a:t>
                  </a:r>
                </a:p>
              </p:txBody>
            </p:sp>
            <p:sp>
              <p:nvSpPr>
                <p:cNvPr id="623" name="TextBox 622"/>
                <p:cNvSpPr txBox="1"/>
                <p:nvPr/>
              </p:nvSpPr>
              <p:spPr>
                <a:xfrm>
                  <a:off x="7195328" y="4444622"/>
                  <a:ext cx="812022" cy="312438"/>
                </a:xfrm>
                <a:prstGeom prst="rect">
                  <a:avLst/>
                </a:prstGeom>
                <a:noFill/>
              </p:spPr>
              <p:txBody>
                <a:bodyPr wrap="square" lIns="0" tIns="0" rIns="0" bIns="0" rtlCol="0">
                  <a:noAutofit/>
                </a:bodyPr>
                <a:lstStyle>
                  <a:defPPr>
                    <a:defRPr lang="en-US"/>
                  </a:defPPr>
                  <a:lvl1pPr algn="ctr">
                    <a:lnSpc>
                      <a:spcPct val="90000"/>
                    </a:lnSpc>
                    <a:spcAft>
                      <a:spcPts val="600"/>
                    </a:spcAft>
                    <a:defRPr sz="1200">
                      <a:gradFill>
                        <a:gsLst>
                          <a:gs pos="2917">
                            <a:schemeClr val="tx1"/>
                          </a:gs>
                          <a:gs pos="30000">
                            <a:schemeClr val="tx1"/>
                          </a:gs>
                        </a:gsLst>
                        <a:lin ang="5400000" scaled="0"/>
                      </a:gradFill>
                    </a:defRPr>
                  </a:lvl1pPr>
                </a:lstStyle>
                <a:p>
                  <a:pPr defTabSz="914004"/>
                  <a:r>
                    <a:rPr lang="en-US" sz="1175" dirty="0">
                      <a:gradFill>
                        <a:gsLst>
                          <a:gs pos="2917">
                            <a:srgbClr val="FFFFFF"/>
                          </a:gs>
                          <a:gs pos="30000">
                            <a:srgbClr val="FFFFFF"/>
                          </a:gs>
                        </a:gsLst>
                        <a:lin ang="5400000" scaled="0"/>
                      </a:gradFill>
                    </a:rPr>
                    <a:t>Calendar</a:t>
                  </a:r>
                </a:p>
              </p:txBody>
            </p:sp>
            <p:sp>
              <p:nvSpPr>
                <p:cNvPr id="624" name="TextBox 623"/>
                <p:cNvSpPr txBox="1"/>
                <p:nvPr/>
              </p:nvSpPr>
              <p:spPr>
                <a:xfrm>
                  <a:off x="4487524" y="5415577"/>
                  <a:ext cx="812022"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Contacts</a:t>
                  </a:r>
                </a:p>
              </p:txBody>
            </p:sp>
            <p:sp>
              <p:nvSpPr>
                <p:cNvPr id="625" name="TextBox 624"/>
                <p:cNvSpPr txBox="1"/>
                <p:nvPr/>
              </p:nvSpPr>
              <p:spPr>
                <a:xfrm>
                  <a:off x="5077770" y="5415577"/>
                  <a:ext cx="1398896" cy="312438"/>
                </a:xfrm>
                <a:prstGeom prst="rect">
                  <a:avLst/>
                </a:prstGeom>
                <a:noFill/>
              </p:spPr>
              <p:txBody>
                <a:bodyPr wrap="square" lIns="0" tIns="0" rIns="0" bIns="0" rtlCol="0">
                  <a:noAutofit/>
                </a:bodyPr>
                <a:lstStyle/>
                <a:p>
                  <a:pPr algn="ctr" defTabSz="914004">
                    <a:lnSpc>
                      <a:spcPct val="90000"/>
                    </a:lnSpc>
                    <a:spcAft>
                      <a:spcPts val="588"/>
                    </a:spcAft>
                  </a:pPr>
                  <a:r>
                    <a:rPr lang="en-US" sz="1175" spc="-29" dirty="0">
                      <a:gradFill>
                        <a:gsLst>
                          <a:gs pos="2917">
                            <a:srgbClr val="FFFFFF"/>
                          </a:gs>
                          <a:gs pos="30000">
                            <a:srgbClr val="FFFFFF"/>
                          </a:gs>
                        </a:gsLst>
                        <a:lin ang="5400000" scaled="0"/>
                      </a:gradFill>
                    </a:rPr>
                    <a:t>Office Graph</a:t>
                  </a:r>
                </a:p>
              </p:txBody>
            </p:sp>
            <p:sp>
              <p:nvSpPr>
                <p:cNvPr id="626" name="TextBox 625"/>
                <p:cNvSpPr txBox="1"/>
                <p:nvPr/>
              </p:nvSpPr>
              <p:spPr>
                <a:xfrm>
                  <a:off x="7195328" y="5415577"/>
                  <a:ext cx="812022" cy="312438"/>
                </a:xfrm>
                <a:prstGeom prst="rect">
                  <a:avLst/>
                </a:prstGeom>
                <a:noFill/>
              </p:spPr>
              <p:txBody>
                <a:bodyPr wrap="square" lIns="0" tIns="0" rIns="0" bIns="0" rtlCol="0">
                  <a:noAutofit/>
                </a:bodyPr>
                <a:lstStyle/>
                <a:p>
                  <a:pPr algn="ctr" defTabSz="914004">
                    <a:lnSpc>
                      <a:spcPct val="90000"/>
                    </a:lnSpc>
                    <a:spcAft>
                      <a:spcPts val="588"/>
                    </a:spcAft>
                  </a:pPr>
                  <a:r>
                    <a:rPr lang="en-US" sz="1175" spc="-29" dirty="0">
                      <a:gradFill>
                        <a:gsLst>
                          <a:gs pos="2917">
                            <a:srgbClr val="FFFFFF"/>
                          </a:gs>
                          <a:gs pos="30000">
                            <a:srgbClr val="FFFFFF"/>
                          </a:gs>
                        </a:gsLst>
                        <a:lin ang="5400000" scaled="0"/>
                      </a:gradFill>
                    </a:rPr>
                    <a:t>Documents</a:t>
                  </a:r>
                </a:p>
              </p:txBody>
            </p:sp>
            <p:sp>
              <p:nvSpPr>
                <p:cNvPr id="627" name="TextBox 626"/>
                <p:cNvSpPr txBox="1"/>
                <p:nvPr/>
              </p:nvSpPr>
              <p:spPr>
                <a:xfrm>
                  <a:off x="6198803" y="5415577"/>
                  <a:ext cx="955064" cy="312438"/>
                </a:xfrm>
                <a:prstGeom prst="rect">
                  <a:avLst/>
                </a:prstGeom>
                <a:noFill/>
              </p:spPr>
              <p:txBody>
                <a:bodyPr wrap="square" lIns="0" tIns="0" rIns="0" bIns="0" rtlCol="0">
                  <a:noAutofit/>
                </a:bodyPr>
                <a:lstStyle/>
                <a:p>
                  <a:pPr algn="ctr" defTabSz="914004">
                    <a:lnSpc>
                      <a:spcPct val="90000"/>
                    </a:lnSpc>
                    <a:spcAft>
                      <a:spcPts val="588"/>
                    </a:spcAft>
                  </a:pPr>
                  <a:r>
                    <a:rPr lang="en-US" sz="1175" spc="-29" dirty="0">
                      <a:gradFill>
                        <a:gsLst>
                          <a:gs pos="2917">
                            <a:srgbClr val="FFFFFF"/>
                          </a:gs>
                          <a:gs pos="30000">
                            <a:srgbClr val="FFFFFF"/>
                          </a:gs>
                        </a:gsLst>
                        <a:lin ang="5400000" scaled="0"/>
                      </a:gradFill>
                    </a:rPr>
                    <a:t>Presentations</a:t>
                  </a:r>
                </a:p>
              </p:txBody>
            </p:sp>
            <p:sp>
              <p:nvSpPr>
                <p:cNvPr id="628" name="Freeform 7"/>
                <p:cNvSpPr>
                  <a:spLocks noChangeAspect="1" noEditPoints="1"/>
                </p:cNvSpPr>
                <p:nvPr/>
              </p:nvSpPr>
              <p:spPr bwMode="auto">
                <a:xfrm>
                  <a:off x="6462861" y="5731634"/>
                  <a:ext cx="446061" cy="468570"/>
                </a:xfrm>
                <a:custGeom>
                  <a:avLst/>
                  <a:gdLst>
                    <a:gd name="T0" fmla="*/ 92 w 92"/>
                    <a:gd name="T1" fmla="*/ 40 h 96"/>
                    <a:gd name="T2" fmla="*/ 84 w 92"/>
                    <a:gd name="T3" fmla="*/ 56 h 96"/>
                    <a:gd name="T4" fmla="*/ 84 w 92"/>
                    <a:gd name="T5" fmla="*/ 76 h 96"/>
                    <a:gd name="T6" fmla="*/ 92 w 92"/>
                    <a:gd name="T7" fmla="*/ 60 h 96"/>
                    <a:gd name="T8" fmla="*/ 84 w 92"/>
                    <a:gd name="T9" fmla="*/ 76 h 96"/>
                    <a:gd name="T10" fmla="*/ 80 w 92"/>
                    <a:gd name="T11" fmla="*/ 16 h 96"/>
                    <a:gd name="T12" fmla="*/ 60 w 92"/>
                    <a:gd name="T13" fmla="*/ 12 h 96"/>
                    <a:gd name="T14" fmla="*/ 72 w 92"/>
                    <a:gd name="T15" fmla="*/ 20 h 96"/>
                    <a:gd name="T16" fmla="*/ 60 w 92"/>
                    <a:gd name="T17" fmla="*/ 24 h 96"/>
                    <a:gd name="T18" fmla="*/ 72 w 92"/>
                    <a:gd name="T19" fmla="*/ 32 h 96"/>
                    <a:gd name="T20" fmla="*/ 60 w 92"/>
                    <a:gd name="T21" fmla="*/ 36 h 96"/>
                    <a:gd name="T22" fmla="*/ 72 w 92"/>
                    <a:gd name="T23" fmla="*/ 44 h 96"/>
                    <a:gd name="T24" fmla="*/ 60 w 92"/>
                    <a:gd name="T25" fmla="*/ 48 h 96"/>
                    <a:gd name="T26" fmla="*/ 72 w 92"/>
                    <a:gd name="T27" fmla="*/ 56 h 96"/>
                    <a:gd name="T28" fmla="*/ 60 w 92"/>
                    <a:gd name="T29" fmla="*/ 60 h 96"/>
                    <a:gd name="T30" fmla="*/ 72 w 92"/>
                    <a:gd name="T31" fmla="*/ 68 h 96"/>
                    <a:gd name="T32" fmla="*/ 60 w 92"/>
                    <a:gd name="T33" fmla="*/ 72 h 96"/>
                    <a:gd name="T34" fmla="*/ 76 w 92"/>
                    <a:gd name="T35" fmla="*/ 84 h 96"/>
                    <a:gd name="T36" fmla="*/ 80 w 92"/>
                    <a:gd name="T37" fmla="*/ 36 h 96"/>
                    <a:gd name="T38" fmla="*/ 92 w 92"/>
                    <a:gd name="T39" fmla="*/ 20 h 96"/>
                    <a:gd name="T40" fmla="*/ 56 w 92"/>
                    <a:gd name="T41" fmla="*/ 0 h 96"/>
                    <a:gd name="T42" fmla="*/ 0 w 92"/>
                    <a:gd name="T43" fmla="*/ 83 h 96"/>
                    <a:gd name="T44" fmla="*/ 56 w 92"/>
                    <a:gd name="T45" fmla="*/ 0 h 96"/>
                    <a:gd name="T46" fmla="*/ 36 w 92"/>
                    <a:gd name="T47" fmla="*/ 29 h 96"/>
                    <a:gd name="T48" fmla="*/ 37 w 92"/>
                    <a:gd name="T49" fmla="*/ 52 h 96"/>
                    <a:gd name="T50" fmla="*/ 37 w 92"/>
                    <a:gd name="T51" fmla="*/ 55 h 96"/>
                    <a:gd name="T52" fmla="*/ 37 w 92"/>
                    <a:gd name="T53" fmla="*/ 56 h 96"/>
                    <a:gd name="T54" fmla="*/ 36 w 92"/>
                    <a:gd name="T55" fmla="*/ 54 h 96"/>
                    <a:gd name="T56" fmla="*/ 35 w 92"/>
                    <a:gd name="T57" fmla="*/ 52 h 96"/>
                    <a:gd name="T58" fmla="*/ 13 w 92"/>
                    <a:gd name="T59" fmla="*/ 30 h 96"/>
                    <a:gd name="T60" fmla="*/ 20 w 92"/>
                    <a:gd name="T61" fmla="*/ 67 h 96"/>
                    <a:gd name="T62" fmla="*/ 20 w 92"/>
                    <a:gd name="T63" fmla="*/ 44 h 96"/>
                    <a:gd name="T64" fmla="*/ 20 w 92"/>
                    <a:gd name="T65" fmla="*/ 41 h 96"/>
                    <a:gd name="T66" fmla="*/ 20 w 92"/>
                    <a:gd name="T67" fmla="*/ 40 h 96"/>
                    <a:gd name="T68" fmla="*/ 21 w 92"/>
                    <a:gd name="T69" fmla="*/ 42 h 96"/>
                    <a:gd name="T70" fmla="*/ 22 w 92"/>
                    <a:gd name="T71" fmla="*/ 43 h 96"/>
                    <a:gd name="T72" fmla="*/ 44 w 92"/>
                    <a:gd name="T73" fmla="*/ 6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2" h="96">
                      <a:moveTo>
                        <a:pt x="84" y="40"/>
                      </a:moveTo>
                      <a:cubicBezTo>
                        <a:pt x="92" y="40"/>
                        <a:pt x="92" y="40"/>
                        <a:pt x="92" y="40"/>
                      </a:cubicBezTo>
                      <a:cubicBezTo>
                        <a:pt x="92" y="56"/>
                        <a:pt x="92" y="56"/>
                        <a:pt x="92" y="56"/>
                      </a:cubicBezTo>
                      <a:cubicBezTo>
                        <a:pt x="84" y="56"/>
                        <a:pt x="84" y="56"/>
                        <a:pt x="84" y="56"/>
                      </a:cubicBezTo>
                      <a:lnTo>
                        <a:pt x="84" y="40"/>
                      </a:lnTo>
                      <a:close/>
                      <a:moveTo>
                        <a:pt x="84" y="76"/>
                      </a:moveTo>
                      <a:cubicBezTo>
                        <a:pt x="92" y="76"/>
                        <a:pt x="92" y="76"/>
                        <a:pt x="92" y="76"/>
                      </a:cubicBezTo>
                      <a:cubicBezTo>
                        <a:pt x="92" y="60"/>
                        <a:pt x="92" y="60"/>
                        <a:pt x="92" y="60"/>
                      </a:cubicBezTo>
                      <a:cubicBezTo>
                        <a:pt x="84" y="60"/>
                        <a:pt x="84" y="60"/>
                        <a:pt x="84" y="60"/>
                      </a:cubicBezTo>
                      <a:lnTo>
                        <a:pt x="84" y="76"/>
                      </a:lnTo>
                      <a:close/>
                      <a:moveTo>
                        <a:pt x="80" y="20"/>
                      </a:moveTo>
                      <a:cubicBezTo>
                        <a:pt x="80" y="16"/>
                        <a:pt x="80" y="16"/>
                        <a:pt x="80" y="16"/>
                      </a:cubicBezTo>
                      <a:cubicBezTo>
                        <a:pt x="80" y="15"/>
                        <a:pt x="77" y="12"/>
                        <a:pt x="76" y="12"/>
                      </a:cubicBezTo>
                      <a:cubicBezTo>
                        <a:pt x="60" y="12"/>
                        <a:pt x="60" y="12"/>
                        <a:pt x="60" y="12"/>
                      </a:cubicBezTo>
                      <a:cubicBezTo>
                        <a:pt x="60" y="20"/>
                        <a:pt x="60" y="20"/>
                        <a:pt x="60" y="20"/>
                      </a:cubicBezTo>
                      <a:cubicBezTo>
                        <a:pt x="72" y="20"/>
                        <a:pt x="72" y="20"/>
                        <a:pt x="72" y="20"/>
                      </a:cubicBezTo>
                      <a:cubicBezTo>
                        <a:pt x="72" y="24"/>
                        <a:pt x="72" y="24"/>
                        <a:pt x="72" y="24"/>
                      </a:cubicBezTo>
                      <a:cubicBezTo>
                        <a:pt x="60" y="24"/>
                        <a:pt x="60" y="24"/>
                        <a:pt x="60" y="24"/>
                      </a:cubicBezTo>
                      <a:cubicBezTo>
                        <a:pt x="60" y="32"/>
                        <a:pt x="60" y="32"/>
                        <a:pt x="60" y="32"/>
                      </a:cubicBezTo>
                      <a:cubicBezTo>
                        <a:pt x="72" y="32"/>
                        <a:pt x="72" y="32"/>
                        <a:pt x="72" y="32"/>
                      </a:cubicBezTo>
                      <a:cubicBezTo>
                        <a:pt x="72" y="36"/>
                        <a:pt x="72" y="36"/>
                        <a:pt x="72" y="36"/>
                      </a:cubicBezTo>
                      <a:cubicBezTo>
                        <a:pt x="60" y="36"/>
                        <a:pt x="60" y="36"/>
                        <a:pt x="60" y="36"/>
                      </a:cubicBezTo>
                      <a:cubicBezTo>
                        <a:pt x="60" y="44"/>
                        <a:pt x="60" y="44"/>
                        <a:pt x="60" y="44"/>
                      </a:cubicBezTo>
                      <a:cubicBezTo>
                        <a:pt x="72" y="44"/>
                        <a:pt x="72" y="44"/>
                        <a:pt x="72" y="44"/>
                      </a:cubicBezTo>
                      <a:cubicBezTo>
                        <a:pt x="72" y="48"/>
                        <a:pt x="72" y="48"/>
                        <a:pt x="72" y="48"/>
                      </a:cubicBezTo>
                      <a:cubicBezTo>
                        <a:pt x="60" y="48"/>
                        <a:pt x="60" y="48"/>
                        <a:pt x="60" y="48"/>
                      </a:cubicBezTo>
                      <a:cubicBezTo>
                        <a:pt x="60" y="56"/>
                        <a:pt x="60" y="56"/>
                        <a:pt x="60" y="56"/>
                      </a:cubicBezTo>
                      <a:cubicBezTo>
                        <a:pt x="72" y="56"/>
                        <a:pt x="72" y="56"/>
                        <a:pt x="72" y="56"/>
                      </a:cubicBezTo>
                      <a:cubicBezTo>
                        <a:pt x="72" y="60"/>
                        <a:pt x="72" y="60"/>
                        <a:pt x="72" y="60"/>
                      </a:cubicBezTo>
                      <a:cubicBezTo>
                        <a:pt x="60" y="60"/>
                        <a:pt x="60" y="60"/>
                        <a:pt x="60" y="60"/>
                      </a:cubicBezTo>
                      <a:cubicBezTo>
                        <a:pt x="60" y="68"/>
                        <a:pt x="60" y="68"/>
                        <a:pt x="60" y="68"/>
                      </a:cubicBezTo>
                      <a:cubicBezTo>
                        <a:pt x="72" y="68"/>
                        <a:pt x="72" y="68"/>
                        <a:pt x="72" y="68"/>
                      </a:cubicBezTo>
                      <a:cubicBezTo>
                        <a:pt x="72" y="72"/>
                        <a:pt x="72" y="72"/>
                        <a:pt x="72" y="72"/>
                      </a:cubicBezTo>
                      <a:cubicBezTo>
                        <a:pt x="60" y="72"/>
                        <a:pt x="60" y="72"/>
                        <a:pt x="60" y="72"/>
                      </a:cubicBezTo>
                      <a:cubicBezTo>
                        <a:pt x="60" y="84"/>
                        <a:pt x="60" y="84"/>
                        <a:pt x="60" y="84"/>
                      </a:cubicBezTo>
                      <a:cubicBezTo>
                        <a:pt x="76" y="84"/>
                        <a:pt x="76" y="84"/>
                        <a:pt x="76" y="84"/>
                      </a:cubicBezTo>
                      <a:cubicBezTo>
                        <a:pt x="77" y="84"/>
                        <a:pt x="80" y="81"/>
                        <a:pt x="80" y="80"/>
                      </a:cubicBezTo>
                      <a:cubicBezTo>
                        <a:pt x="80" y="36"/>
                        <a:pt x="80" y="36"/>
                        <a:pt x="80" y="36"/>
                      </a:cubicBezTo>
                      <a:cubicBezTo>
                        <a:pt x="92" y="36"/>
                        <a:pt x="92" y="36"/>
                        <a:pt x="92" y="36"/>
                      </a:cubicBezTo>
                      <a:cubicBezTo>
                        <a:pt x="92" y="20"/>
                        <a:pt x="92" y="20"/>
                        <a:pt x="92" y="20"/>
                      </a:cubicBezTo>
                      <a:lnTo>
                        <a:pt x="80" y="20"/>
                      </a:lnTo>
                      <a:close/>
                      <a:moveTo>
                        <a:pt x="56" y="0"/>
                      </a:moveTo>
                      <a:cubicBezTo>
                        <a:pt x="56" y="96"/>
                        <a:pt x="56" y="96"/>
                        <a:pt x="56" y="96"/>
                      </a:cubicBezTo>
                      <a:cubicBezTo>
                        <a:pt x="0" y="83"/>
                        <a:pt x="0" y="83"/>
                        <a:pt x="0" y="83"/>
                      </a:cubicBezTo>
                      <a:cubicBezTo>
                        <a:pt x="0" y="13"/>
                        <a:pt x="0" y="13"/>
                        <a:pt x="0" y="13"/>
                      </a:cubicBezTo>
                      <a:lnTo>
                        <a:pt x="56" y="0"/>
                      </a:lnTo>
                      <a:close/>
                      <a:moveTo>
                        <a:pt x="44" y="28"/>
                      </a:moveTo>
                      <a:cubicBezTo>
                        <a:pt x="36" y="29"/>
                        <a:pt x="36" y="29"/>
                        <a:pt x="36" y="29"/>
                      </a:cubicBezTo>
                      <a:cubicBezTo>
                        <a:pt x="36" y="50"/>
                        <a:pt x="36" y="50"/>
                        <a:pt x="36" y="50"/>
                      </a:cubicBezTo>
                      <a:cubicBezTo>
                        <a:pt x="36" y="51"/>
                        <a:pt x="37" y="52"/>
                        <a:pt x="37" y="52"/>
                      </a:cubicBezTo>
                      <a:cubicBezTo>
                        <a:pt x="37" y="53"/>
                        <a:pt x="37" y="53"/>
                        <a:pt x="37" y="54"/>
                      </a:cubicBezTo>
                      <a:cubicBezTo>
                        <a:pt x="37" y="54"/>
                        <a:pt x="37" y="54"/>
                        <a:pt x="37" y="55"/>
                      </a:cubicBezTo>
                      <a:cubicBezTo>
                        <a:pt x="37" y="55"/>
                        <a:pt x="37" y="55"/>
                        <a:pt x="37" y="56"/>
                      </a:cubicBezTo>
                      <a:cubicBezTo>
                        <a:pt x="37" y="56"/>
                        <a:pt x="37" y="56"/>
                        <a:pt x="37" y="56"/>
                      </a:cubicBezTo>
                      <a:cubicBezTo>
                        <a:pt x="36" y="55"/>
                        <a:pt x="36" y="55"/>
                        <a:pt x="36" y="55"/>
                      </a:cubicBezTo>
                      <a:cubicBezTo>
                        <a:pt x="36" y="54"/>
                        <a:pt x="36" y="54"/>
                        <a:pt x="36" y="54"/>
                      </a:cubicBezTo>
                      <a:cubicBezTo>
                        <a:pt x="35" y="54"/>
                        <a:pt x="35" y="53"/>
                        <a:pt x="35" y="53"/>
                      </a:cubicBezTo>
                      <a:cubicBezTo>
                        <a:pt x="35" y="53"/>
                        <a:pt x="35" y="53"/>
                        <a:pt x="35" y="52"/>
                      </a:cubicBezTo>
                      <a:cubicBezTo>
                        <a:pt x="21" y="29"/>
                        <a:pt x="21" y="29"/>
                        <a:pt x="21" y="29"/>
                      </a:cubicBezTo>
                      <a:cubicBezTo>
                        <a:pt x="13" y="30"/>
                        <a:pt x="13" y="30"/>
                        <a:pt x="13" y="30"/>
                      </a:cubicBezTo>
                      <a:cubicBezTo>
                        <a:pt x="13" y="66"/>
                        <a:pt x="13" y="66"/>
                        <a:pt x="13" y="66"/>
                      </a:cubicBezTo>
                      <a:cubicBezTo>
                        <a:pt x="20" y="67"/>
                        <a:pt x="20" y="67"/>
                        <a:pt x="20" y="67"/>
                      </a:cubicBezTo>
                      <a:cubicBezTo>
                        <a:pt x="20" y="46"/>
                        <a:pt x="20" y="46"/>
                        <a:pt x="20" y="46"/>
                      </a:cubicBezTo>
                      <a:cubicBezTo>
                        <a:pt x="20" y="46"/>
                        <a:pt x="20" y="45"/>
                        <a:pt x="20" y="44"/>
                      </a:cubicBezTo>
                      <a:cubicBezTo>
                        <a:pt x="20" y="44"/>
                        <a:pt x="20" y="43"/>
                        <a:pt x="20" y="43"/>
                      </a:cubicBezTo>
                      <a:cubicBezTo>
                        <a:pt x="20" y="42"/>
                        <a:pt x="20" y="42"/>
                        <a:pt x="20" y="41"/>
                      </a:cubicBezTo>
                      <a:cubicBezTo>
                        <a:pt x="20" y="41"/>
                        <a:pt x="20" y="41"/>
                        <a:pt x="20" y="40"/>
                      </a:cubicBezTo>
                      <a:cubicBezTo>
                        <a:pt x="20" y="40"/>
                        <a:pt x="20" y="40"/>
                        <a:pt x="20" y="40"/>
                      </a:cubicBezTo>
                      <a:cubicBezTo>
                        <a:pt x="20" y="40"/>
                        <a:pt x="20" y="41"/>
                        <a:pt x="20" y="41"/>
                      </a:cubicBezTo>
                      <a:cubicBezTo>
                        <a:pt x="20" y="41"/>
                        <a:pt x="21" y="41"/>
                        <a:pt x="21" y="42"/>
                      </a:cubicBezTo>
                      <a:cubicBezTo>
                        <a:pt x="21" y="42"/>
                        <a:pt x="21" y="42"/>
                        <a:pt x="21" y="42"/>
                      </a:cubicBezTo>
                      <a:cubicBezTo>
                        <a:pt x="21" y="43"/>
                        <a:pt x="22" y="43"/>
                        <a:pt x="22" y="43"/>
                      </a:cubicBezTo>
                      <a:cubicBezTo>
                        <a:pt x="36" y="68"/>
                        <a:pt x="36" y="68"/>
                        <a:pt x="36" y="68"/>
                      </a:cubicBezTo>
                      <a:cubicBezTo>
                        <a:pt x="44" y="68"/>
                        <a:pt x="44" y="68"/>
                        <a:pt x="44" y="68"/>
                      </a:cubicBezTo>
                      <a:lnTo>
                        <a:pt x="44" y="28"/>
                      </a:lnTo>
                      <a:close/>
                    </a:path>
                  </a:pathLst>
                </a:custGeom>
                <a:solidFill>
                  <a:schemeClr val="tx1"/>
                </a:solidFill>
                <a:ln>
                  <a:noFill/>
                </a:ln>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29" name="Freeform 5"/>
                <p:cNvSpPr>
                  <a:spLocks noChangeAspect="1" noEditPoints="1"/>
                </p:cNvSpPr>
                <p:nvPr/>
              </p:nvSpPr>
              <p:spPr bwMode="auto">
                <a:xfrm>
                  <a:off x="5671185" y="5731634"/>
                  <a:ext cx="424574" cy="415227"/>
                </a:xfrm>
                <a:custGeom>
                  <a:avLst/>
                  <a:gdLst>
                    <a:gd name="T0" fmla="*/ 62 w 98"/>
                    <a:gd name="T1" fmla="*/ 26 h 96"/>
                    <a:gd name="T2" fmla="*/ 60 w 98"/>
                    <a:gd name="T3" fmla="*/ 23 h 96"/>
                    <a:gd name="T4" fmla="*/ 64 w 98"/>
                    <a:gd name="T5" fmla="*/ 19 h 96"/>
                    <a:gd name="T6" fmla="*/ 67 w 98"/>
                    <a:gd name="T7" fmla="*/ 20 h 96"/>
                    <a:gd name="T8" fmla="*/ 67 w 98"/>
                    <a:gd name="T9" fmla="*/ 20 h 96"/>
                    <a:gd name="T10" fmla="*/ 79 w 98"/>
                    <a:gd name="T11" fmla="*/ 36 h 96"/>
                    <a:gd name="T12" fmla="*/ 69 w 98"/>
                    <a:gd name="T13" fmla="*/ 36 h 96"/>
                    <a:gd name="T14" fmla="*/ 69 w 98"/>
                    <a:gd name="T15" fmla="*/ 36 h 96"/>
                    <a:gd name="T16" fmla="*/ 66 w 98"/>
                    <a:gd name="T17" fmla="*/ 36 h 96"/>
                    <a:gd name="T18" fmla="*/ 66 w 98"/>
                    <a:gd name="T19" fmla="*/ 36 h 96"/>
                    <a:gd name="T20" fmla="*/ 66 w 98"/>
                    <a:gd name="T21" fmla="*/ 36 h 96"/>
                    <a:gd name="T22" fmla="*/ 60 w 98"/>
                    <a:gd name="T23" fmla="*/ 38 h 96"/>
                    <a:gd name="T24" fmla="*/ 60 w 98"/>
                    <a:gd name="T25" fmla="*/ 29 h 96"/>
                    <a:gd name="T26" fmla="*/ 63 w 98"/>
                    <a:gd name="T27" fmla="*/ 28 h 96"/>
                    <a:gd name="T28" fmla="*/ 62 w 98"/>
                    <a:gd name="T29" fmla="*/ 26 h 96"/>
                    <a:gd name="T30" fmla="*/ 60 w 98"/>
                    <a:gd name="T31" fmla="*/ 64 h 96"/>
                    <a:gd name="T32" fmla="*/ 65 w 98"/>
                    <a:gd name="T33" fmla="*/ 65 h 96"/>
                    <a:gd name="T34" fmla="*/ 65 w 98"/>
                    <a:gd name="T35" fmla="*/ 66 h 96"/>
                    <a:gd name="T36" fmla="*/ 66 w 98"/>
                    <a:gd name="T37" fmla="*/ 66 h 96"/>
                    <a:gd name="T38" fmla="*/ 68 w 98"/>
                    <a:gd name="T39" fmla="*/ 66 h 96"/>
                    <a:gd name="T40" fmla="*/ 60 w 98"/>
                    <a:gd name="T41" fmla="*/ 55 h 96"/>
                    <a:gd name="T42" fmla="*/ 60 w 98"/>
                    <a:gd name="T43" fmla="*/ 64 h 96"/>
                    <a:gd name="T44" fmla="*/ 98 w 98"/>
                    <a:gd name="T45" fmla="*/ 47 h 96"/>
                    <a:gd name="T46" fmla="*/ 81 w 98"/>
                    <a:gd name="T47" fmla="*/ 28 h 96"/>
                    <a:gd name="T48" fmla="*/ 81 w 98"/>
                    <a:gd name="T49" fmla="*/ 28 h 96"/>
                    <a:gd name="T50" fmla="*/ 80 w 98"/>
                    <a:gd name="T51" fmla="*/ 28 h 96"/>
                    <a:gd name="T52" fmla="*/ 79 w 98"/>
                    <a:gd name="T53" fmla="*/ 28 h 96"/>
                    <a:gd name="T54" fmla="*/ 87 w 98"/>
                    <a:gd name="T55" fmla="*/ 39 h 96"/>
                    <a:gd name="T56" fmla="*/ 90 w 98"/>
                    <a:gd name="T57" fmla="*/ 47 h 96"/>
                    <a:gd name="T58" fmla="*/ 80 w 98"/>
                    <a:gd name="T59" fmla="*/ 58 h 96"/>
                    <a:gd name="T60" fmla="*/ 80 w 98"/>
                    <a:gd name="T61" fmla="*/ 58 h 96"/>
                    <a:gd name="T62" fmla="*/ 79 w 98"/>
                    <a:gd name="T63" fmla="*/ 58 h 96"/>
                    <a:gd name="T64" fmla="*/ 78 w 98"/>
                    <a:gd name="T65" fmla="*/ 58 h 96"/>
                    <a:gd name="T66" fmla="*/ 78 w 98"/>
                    <a:gd name="T67" fmla="*/ 58 h 96"/>
                    <a:gd name="T68" fmla="*/ 67 w 98"/>
                    <a:gd name="T69" fmla="*/ 58 h 96"/>
                    <a:gd name="T70" fmla="*/ 79 w 98"/>
                    <a:gd name="T71" fmla="*/ 73 h 96"/>
                    <a:gd name="T72" fmla="*/ 79 w 98"/>
                    <a:gd name="T73" fmla="*/ 73 h 96"/>
                    <a:gd name="T74" fmla="*/ 82 w 98"/>
                    <a:gd name="T75" fmla="*/ 75 h 96"/>
                    <a:gd name="T76" fmla="*/ 86 w 98"/>
                    <a:gd name="T77" fmla="*/ 70 h 96"/>
                    <a:gd name="T78" fmla="*/ 85 w 98"/>
                    <a:gd name="T79" fmla="*/ 68 h 96"/>
                    <a:gd name="T80" fmla="*/ 84 w 98"/>
                    <a:gd name="T81" fmla="*/ 66 h 96"/>
                    <a:gd name="T82" fmla="*/ 98 w 98"/>
                    <a:gd name="T83" fmla="*/ 47 h 96"/>
                    <a:gd name="T84" fmla="*/ 56 w 98"/>
                    <a:gd name="T85" fmla="*/ 0 h 96"/>
                    <a:gd name="T86" fmla="*/ 56 w 98"/>
                    <a:gd name="T87" fmla="*/ 96 h 96"/>
                    <a:gd name="T88" fmla="*/ 0 w 98"/>
                    <a:gd name="T89" fmla="*/ 83 h 96"/>
                    <a:gd name="T90" fmla="*/ 0 w 98"/>
                    <a:gd name="T91" fmla="*/ 13 h 96"/>
                    <a:gd name="T92" fmla="*/ 56 w 98"/>
                    <a:gd name="T93" fmla="*/ 0 h 96"/>
                    <a:gd name="T94" fmla="*/ 40 w 98"/>
                    <a:gd name="T95" fmla="*/ 60 h 96"/>
                    <a:gd name="T96" fmla="*/ 26 w 98"/>
                    <a:gd name="T97" fmla="*/ 60 h 96"/>
                    <a:gd name="T98" fmla="*/ 26 w 98"/>
                    <a:gd name="T99" fmla="*/ 28 h 96"/>
                    <a:gd name="T100" fmla="*/ 20 w 98"/>
                    <a:gd name="T101" fmla="*/ 28 h 96"/>
                    <a:gd name="T102" fmla="*/ 20 w 98"/>
                    <a:gd name="T103" fmla="*/ 66 h 96"/>
                    <a:gd name="T104" fmla="*/ 40 w 98"/>
                    <a:gd name="T105" fmla="*/ 67 h 96"/>
                    <a:gd name="T106" fmla="*/ 40 w 98"/>
                    <a:gd name="T107" fmla="*/ 6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96">
                      <a:moveTo>
                        <a:pt x="62" y="26"/>
                      </a:moveTo>
                      <a:cubicBezTo>
                        <a:pt x="61" y="25"/>
                        <a:pt x="60" y="24"/>
                        <a:pt x="60" y="23"/>
                      </a:cubicBezTo>
                      <a:cubicBezTo>
                        <a:pt x="60" y="20"/>
                        <a:pt x="62" y="19"/>
                        <a:pt x="64" y="19"/>
                      </a:cubicBezTo>
                      <a:cubicBezTo>
                        <a:pt x="66" y="19"/>
                        <a:pt x="67" y="19"/>
                        <a:pt x="67" y="20"/>
                      </a:cubicBezTo>
                      <a:cubicBezTo>
                        <a:pt x="67" y="20"/>
                        <a:pt x="67" y="20"/>
                        <a:pt x="67" y="20"/>
                      </a:cubicBezTo>
                      <a:cubicBezTo>
                        <a:pt x="79" y="36"/>
                        <a:pt x="79" y="36"/>
                        <a:pt x="79" y="36"/>
                      </a:cubicBezTo>
                      <a:cubicBezTo>
                        <a:pt x="69" y="36"/>
                        <a:pt x="69" y="36"/>
                        <a:pt x="69" y="36"/>
                      </a:cubicBezTo>
                      <a:cubicBezTo>
                        <a:pt x="69" y="36"/>
                        <a:pt x="69" y="36"/>
                        <a:pt x="69" y="36"/>
                      </a:cubicBezTo>
                      <a:cubicBezTo>
                        <a:pt x="66" y="36"/>
                        <a:pt x="66" y="36"/>
                        <a:pt x="66" y="36"/>
                      </a:cubicBezTo>
                      <a:cubicBezTo>
                        <a:pt x="66" y="36"/>
                        <a:pt x="66" y="36"/>
                        <a:pt x="66" y="36"/>
                      </a:cubicBezTo>
                      <a:cubicBezTo>
                        <a:pt x="66" y="36"/>
                        <a:pt x="66" y="36"/>
                        <a:pt x="66" y="36"/>
                      </a:cubicBezTo>
                      <a:cubicBezTo>
                        <a:pt x="63" y="36"/>
                        <a:pt x="61" y="37"/>
                        <a:pt x="60" y="38"/>
                      </a:cubicBezTo>
                      <a:cubicBezTo>
                        <a:pt x="60" y="29"/>
                        <a:pt x="60" y="29"/>
                        <a:pt x="60" y="29"/>
                      </a:cubicBezTo>
                      <a:cubicBezTo>
                        <a:pt x="61" y="28"/>
                        <a:pt x="62" y="28"/>
                        <a:pt x="63" y="28"/>
                      </a:cubicBezTo>
                      <a:lnTo>
                        <a:pt x="62" y="26"/>
                      </a:lnTo>
                      <a:close/>
                      <a:moveTo>
                        <a:pt x="60" y="64"/>
                      </a:moveTo>
                      <a:cubicBezTo>
                        <a:pt x="61" y="65"/>
                        <a:pt x="63" y="65"/>
                        <a:pt x="65" y="65"/>
                      </a:cubicBezTo>
                      <a:cubicBezTo>
                        <a:pt x="65" y="66"/>
                        <a:pt x="65" y="66"/>
                        <a:pt x="65" y="66"/>
                      </a:cubicBezTo>
                      <a:cubicBezTo>
                        <a:pt x="66" y="66"/>
                        <a:pt x="66" y="66"/>
                        <a:pt x="66" y="66"/>
                      </a:cubicBezTo>
                      <a:cubicBezTo>
                        <a:pt x="68" y="66"/>
                        <a:pt x="68" y="66"/>
                        <a:pt x="68" y="66"/>
                      </a:cubicBezTo>
                      <a:cubicBezTo>
                        <a:pt x="60" y="55"/>
                        <a:pt x="60" y="55"/>
                        <a:pt x="60" y="55"/>
                      </a:cubicBezTo>
                      <a:lnTo>
                        <a:pt x="60" y="64"/>
                      </a:lnTo>
                      <a:close/>
                      <a:moveTo>
                        <a:pt x="98" y="47"/>
                      </a:moveTo>
                      <a:cubicBezTo>
                        <a:pt x="98" y="37"/>
                        <a:pt x="91" y="28"/>
                        <a:pt x="81" y="28"/>
                      </a:cubicBezTo>
                      <a:cubicBezTo>
                        <a:pt x="81" y="28"/>
                        <a:pt x="81" y="28"/>
                        <a:pt x="81" y="28"/>
                      </a:cubicBezTo>
                      <a:cubicBezTo>
                        <a:pt x="80" y="28"/>
                        <a:pt x="80" y="28"/>
                        <a:pt x="80" y="28"/>
                      </a:cubicBezTo>
                      <a:cubicBezTo>
                        <a:pt x="79" y="28"/>
                        <a:pt x="79" y="28"/>
                        <a:pt x="79" y="28"/>
                      </a:cubicBezTo>
                      <a:cubicBezTo>
                        <a:pt x="87" y="39"/>
                        <a:pt x="87" y="39"/>
                        <a:pt x="87" y="39"/>
                      </a:cubicBezTo>
                      <a:cubicBezTo>
                        <a:pt x="89" y="41"/>
                        <a:pt x="90" y="44"/>
                        <a:pt x="90" y="47"/>
                      </a:cubicBezTo>
                      <a:cubicBezTo>
                        <a:pt x="90" y="53"/>
                        <a:pt x="86" y="57"/>
                        <a:pt x="80" y="58"/>
                      </a:cubicBezTo>
                      <a:cubicBezTo>
                        <a:pt x="80" y="58"/>
                        <a:pt x="80" y="58"/>
                        <a:pt x="80" y="58"/>
                      </a:cubicBezTo>
                      <a:cubicBezTo>
                        <a:pt x="79" y="58"/>
                        <a:pt x="79" y="58"/>
                        <a:pt x="79" y="58"/>
                      </a:cubicBezTo>
                      <a:cubicBezTo>
                        <a:pt x="78" y="58"/>
                        <a:pt x="78" y="58"/>
                        <a:pt x="78" y="58"/>
                      </a:cubicBezTo>
                      <a:cubicBezTo>
                        <a:pt x="78" y="58"/>
                        <a:pt x="78" y="58"/>
                        <a:pt x="78" y="58"/>
                      </a:cubicBezTo>
                      <a:cubicBezTo>
                        <a:pt x="67" y="58"/>
                        <a:pt x="67" y="58"/>
                        <a:pt x="67" y="58"/>
                      </a:cubicBezTo>
                      <a:cubicBezTo>
                        <a:pt x="79" y="73"/>
                        <a:pt x="79" y="73"/>
                        <a:pt x="79" y="73"/>
                      </a:cubicBezTo>
                      <a:cubicBezTo>
                        <a:pt x="79" y="73"/>
                        <a:pt x="79" y="73"/>
                        <a:pt x="79" y="73"/>
                      </a:cubicBezTo>
                      <a:cubicBezTo>
                        <a:pt x="80" y="74"/>
                        <a:pt x="81" y="75"/>
                        <a:pt x="82" y="75"/>
                      </a:cubicBezTo>
                      <a:cubicBezTo>
                        <a:pt x="85" y="75"/>
                        <a:pt x="86" y="73"/>
                        <a:pt x="86" y="70"/>
                      </a:cubicBezTo>
                      <a:cubicBezTo>
                        <a:pt x="86" y="69"/>
                        <a:pt x="86" y="68"/>
                        <a:pt x="85" y="68"/>
                      </a:cubicBezTo>
                      <a:cubicBezTo>
                        <a:pt x="84" y="66"/>
                        <a:pt x="84" y="66"/>
                        <a:pt x="84" y="66"/>
                      </a:cubicBezTo>
                      <a:cubicBezTo>
                        <a:pt x="93" y="64"/>
                        <a:pt x="98" y="56"/>
                        <a:pt x="98" y="47"/>
                      </a:cubicBezTo>
                      <a:close/>
                      <a:moveTo>
                        <a:pt x="56" y="0"/>
                      </a:moveTo>
                      <a:cubicBezTo>
                        <a:pt x="56" y="96"/>
                        <a:pt x="56" y="96"/>
                        <a:pt x="56" y="96"/>
                      </a:cubicBezTo>
                      <a:cubicBezTo>
                        <a:pt x="0" y="83"/>
                        <a:pt x="0" y="83"/>
                        <a:pt x="0" y="83"/>
                      </a:cubicBezTo>
                      <a:cubicBezTo>
                        <a:pt x="0" y="13"/>
                        <a:pt x="0" y="13"/>
                        <a:pt x="0" y="13"/>
                      </a:cubicBezTo>
                      <a:lnTo>
                        <a:pt x="56" y="0"/>
                      </a:lnTo>
                      <a:close/>
                      <a:moveTo>
                        <a:pt x="40" y="60"/>
                      </a:moveTo>
                      <a:cubicBezTo>
                        <a:pt x="26" y="60"/>
                        <a:pt x="26" y="60"/>
                        <a:pt x="26" y="60"/>
                      </a:cubicBezTo>
                      <a:cubicBezTo>
                        <a:pt x="26" y="28"/>
                        <a:pt x="26" y="28"/>
                        <a:pt x="26" y="28"/>
                      </a:cubicBezTo>
                      <a:cubicBezTo>
                        <a:pt x="20" y="28"/>
                        <a:pt x="20" y="28"/>
                        <a:pt x="20" y="28"/>
                      </a:cubicBezTo>
                      <a:cubicBezTo>
                        <a:pt x="20" y="66"/>
                        <a:pt x="20" y="66"/>
                        <a:pt x="20" y="66"/>
                      </a:cubicBezTo>
                      <a:cubicBezTo>
                        <a:pt x="40" y="67"/>
                        <a:pt x="40" y="67"/>
                        <a:pt x="40" y="67"/>
                      </a:cubicBezTo>
                      <a:lnTo>
                        <a:pt x="40" y="60"/>
                      </a:lnTo>
                      <a:close/>
                    </a:path>
                  </a:pathLst>
                </a:custGeom>
                <a:solidFill>
                  <a:schemeClr val="tx1"/>
                </a:solidFill>
                <a:ln>
                  <a:noFill/>
                </a:ln>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pic>
              <p:nvPicPr>
                <p:cNvPr id="630" name="Picture 629"/>
                <p:cNvPicPr>
                  <a:picLocks noChangeAspect="1"/>
                </p:cNvPicPr>
                <p:nvPr/>
              </p:nvPicPr>
              <p:blipFill>
                <a:blip r:embed="rId9" cstate="screen">
                  <a:extLst>
                    <a:ext uri="{BEBA8EAE-BF5A-486C-A8C5-ECC9F3942E4B}">
                      <a14:imgProps xmlns:a14="http://schemas.microsoft.com/office/drawing/2010/main">
                        <a14:imgLayer r:embed="rId10">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7344756" y="5788784"/>
                  <a:ext cx="402632" cy="350470"/>
                </a:xfrm>
                <a:prstGeom prst="rect">
                  <a:avLst/>
                </a:prstGeom>
              </p:spPr>
            </p:pic>
            <p:grpSp>
              <p:nvGrpSpPr>
                <p:cNvPr id="631" name="Group 8"/>
                <p:cNvGrpSpPr>
                  <a:grpSpLocks noChangeAspect="1"/>
                </p:cNvGrpSpPr>
                <p:nvPr/>
              </p:nvGrpSpPr>
              <p:grpSpPr bwMode="auto">
                <a:xfrm>
                  <a:off x="7342345" y="4895634"/>
                  <a:ext cx="517988" cy="400570"/>
                  <a:chOff x="1226" y="121"/>
                  <a:chExt cx="5382" cy="4162"/>
                </a:xfrm>
                <a:solidFill>
                  <a:schemeClr val="tx1"/>
                </a:solidFill>
              </p:grpSpPr>
              <p:sp>
                <p:nvSpPr>
                  <p:cNvPr id="644" name="Freeform 9"/>
                  <p:cNvSpPr>
                    <a:spLocks/>
                  </p:cNvSpPr>
                  <p:nvPr/>
                </p:nvSpPr>
                <p:spPr bwMode="auto">
                  <a:xfrm>
                    <a:off x="1694" y="121"/>
                    <a:ext cx="4446" cy="1244"/>
                  </a:xfrm>
                  <a:custGeom>
                    <a:avLst/>
                    <a:gdLst>
                      <a:gd name="T0" fmla="*/ 1857 w 1880"/>
                      <a:gd name="T1" fmla="*/ 266 h 526"/>
                      <a:gd name="T2" fmla="*/ 1701 w 1880"/>
                      <a:gd name="T3" fmla="*/ 266 h 526"/>
                      <a:gd name="T4" fmla="*/ 1626 w 1880"/>
                      <a:gd name="T5" fmla="*/ 0 h 526"/>
                      <a:gd name="T6" fmla="*/ 689 w 1880"/>
                      <a:gd name="T7" fmla="*/ 266 h 526"/>
                      <a:gd name="T8" fmla="*/ 579 w 1880"/>
                      <a:gd name="T9" fmla="*/ 266 h 526"/>
                      <a:gd name="T10" fmla="*/ 457 w 1880"/>
                      <a:gd name="T11" fmla="*/ 162 h 526"/>
                      <a:gd name="T12" fmla="*/ 417 w 1880"/>
                      <a:gd name="T13" fmla="*/ 144 h 526"/>
                      <a:gd name="T14" fmla="*/ 24 w 1880"/>
                      <a:gd name="T15" fmla="*/ 144 h 526"/>
                      <a:gd name="T16" fmla="*/ 0 w 1880"/>
                      <a:gd name="T17" fmla="*/ 167 h 526"/>
                      <a:gd name="T18" fmla="*/ 0 w 1880"/>
                      <a:gd name="T19" fmla="*/ 526 h 526"/>
                      <a:gd name="T20" fmla="*/ 180 w 1880"/>
                      <a:gd name="T21" fmla="*/ 526 h 526"/>
                      <a:gd name="T22" fmla="*/ 1550 w 1880"/>
                      <a:gd name="T23" fmla="*/ 133 h 526"/>
                      <a:gd name="T24" fmla="*/ 1660 w 1880"/>
                      <a:gd name="T25" fmla="*/ 526 h 526"/>
                      <a:gd name="T26" fmla="*/ 1880 w 1880"/>
                      <a:gd name="T27" fmla="*/ 526 h 526"/>
                      <a:gd name="T28" fmla="*/ 1880 w 1880"/>
                      <a:gd name="T29" fmla="*/ 289 h 526"/>
                      <a:gd name="T30" fmla="*/ 1857 w 1880"/>
                      <a:gd name="T31" fmla="*/ 266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80" h="526">
                        <a:moveTo>
                          <a:pt x="1857" y="266"/>
                        </a:moveTo>
                        <a:cubicBezTo>
                          <a:pt x="1701" y="266"/>
                          <a:pt x="1701" y="266"/>
                          <a:pt x="1701" y="266"/>
                        </a:cubicBezTo>
                        <a:cubicBezTo>
                          <a:pt x="1626" y="0"/>
                          <a:pt x="1626" y="0"/>
                          <a:pt x="1626" y="0"/>
                        </a:cubicBezTo>
                        <a:cubicBezTo>
                          <a:pt x="689" y="266"/>
                          <a:pt x="689" y="266"/>
                          <a:pt x="689" y="266"/>
                        </a:cubicBezTo>
                        <a:cubicBezTo>
                          <a:pt x="579" y="266"/>
                          <a:pt x="579" y="266"/>
                          <a:pt x="579" y="266"/>
                        </a:cubicBezTo>
                        <a:cubicBezTo>
                          <a:pt x="457" y="162"/>
                          <a:pt x="457" y="162"/>
                          <a:pt x="457" y="162"/>
                        </a:cubicBezTo>
                        <a:cubicBezTo>
                          <a:pt x="452" y="150"/>
                          <a:pt x="428" y="144"/>
                          <a:pt x="417" y="144"/>
                        </a:cubicBezTo>
                        <a:cubicBezTo>
                          <a:pt x="24" y="144"/>
                          <a:pt x="24" y="144"/>
                          <a:pt x="24" y="144"/>
                        </a:cubicBezTo>
                        <a:cubicBezTo>
                          <a:pt x="12" y="144"/>
                          <a:pt x="0" y="156"/>
                          <a:pt x="0" y="167"/>
                        </a:cubicBezTo>
                        <a:cubicBezTo>
                          <a:pt x="0" y="526"/>
                          <a:pt x="0" y="526"/>
                          <a:pt x="0" y="526"/>
                        </a:cubicBezTo>
                        <a:cubicBezTo>
                          <a:pt x="180" y="526"/>
                          <a:pt x="180" y="526"/>
                          <a:pt x="180" y="526"/>
                        </a:cubicBezTo>
                        <a:cubicBezTo>
                          <a:pt x="1550" y="133"/>
                          <a:pt x="1550" y="133"/>
                          <a:pt x="1550" y="133"/>
                        </a:cubicBezTo>
                        <a:cubicBezTo>
                          <a:pt x="1660" y="526"/>
                          <a:pt x="1660" y="526"/>
                          <a:pt x="1660" y="526"/>
                        </a:cubicBezTo>
                        <a:cubicBezTo>
                          <a:pt x="1880" y="526"/>
                          <a:pt x="1880" y="526"/>
                          <a:pt x="1880" y="526"/>
                        </a:cubicBezTo>
                        <a:cubicBezTo>
                          <a:pt x="1880" y="289"/>
                          <a:pt x="1880" y="289"/>
                          <a:pt x="1880" y="289"/>
                        </a:cubicBezTo>
                        <a:cubicBezTo>
                          <a:pt x="1880" y="277"/>
                          <a:pt x="1868" y="266"/>
                          <a:pt x="1857" y="2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5" name="Freeform 10"/>
                  <p:cNvSpPr>
                    <a:spLocks/>
                  </p:cNvSpPr>
                  <p:nvPr/>
                </p:nvSpPr>
                <p:spPr bwMode="auto">
                  <a:xfrm>
                    <a:off x="1226" y="1559"/>
                    <a:ext cx="5382" cy="2724"/>
                  </a:xfrm>
                  <a:custGeom>
                    <a:avLst/>
                    <a:gdLst>
                      <a:gd name="T0" fmla="*/ 2259 w 2276"/>
                      <a:gd name="T1" fmla="*/ 0 h 1151"/>
                      <a:gd name="T2" fmla="*/ 23 w 2276"/>
                      <a:gd name="T3" fmla="*/ 0 h 1151"/>
                      <a:gd name="T4" fmla="*/ 0 w 2276"/>
                      <a:gd name="T5" fmla="*/ 23 h 1151"/>
                      <a:gd name="T6" fmla="*/ 191 w 2276"/>
                      <a:gd name="T7" fmla="*/ 1104 h 1151"/>
                      <a:gd name="T8" fmla="*/ 243 w 2276"/>
                      <a:gd name="T9" fmla="*/ 1151 h 1151"/>
                      <a:gd name="T10" fmla="*/ 2033 w 2276"/>
                      <a:gd name="T11" fmla="*/ 1151 h 1151"/>
                      <a:gd name="T12" fmla="*/ 2085 w 2276"/>
                      <a:gd name="T13" fmla="*/ 1104 h 1151"/>
                      <a:gd name="T14" fmla="*/ 2276 w 2276"/>
                      <a:gd name="T15" fmla="*/ 23 h 1151"/>
                      <a:gd name="T16" fmla="*/ 2259 w 2276"/>
                      <a:gd name="T17" fmla="*/ 0 h 1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6" h="1151">
                        <a:moveTo>
                          <a:pt x="2259" y="0"/>
                        </a:moveTo>
                        <a:cubicBezTo>
                          <a:pt x="23" y="0"/>
                          <a:pt x="23" y="0"/>
                          <a:pt x="23" y="0"/>
                        </a:cubicBezTo>
                        <a:cubicBezTo>
                          <a:pt x="6" y="0"/>
                          <a:pt x="0" y="11"/>
                          <a:pt x="0" y="23"/>
                        </a:cubicBezTo>
                        <a:cubicBezTo>
                          <a:pt x="191" y="1104"/>
                          <a:pt x="191" y="1104"/>
                          <a:pt x="191" y="1104"/>
                        </a:cubicBezTo>
                        <a:cubicBezTo>
                          <a:pt x="191" y="1133"/>
                          <a:pt x="220" y="1151"/>
                          <a:pt x="243" y="1151"/>
                        </a:cubicBezTo>
                        <a:cubicBezTo>
                          <a:pt x="2033" y="1151"/>
                          <a:pt x="2033" y="1151"/>
                          <a:pt x="2033" y="1151"/>
                        </a:cubicBezTo>
                        <a:cubicBezTo>
                          <a:pt x="2056" y="1151"/>
                          <a:pt x="2085" y="1133"/>
                          <a:pt x="2085" y="1104"/>
                        </a:cubicBezTo>
                        <a:cubicBezTo>
                          <a:pt x="2276" y="23"/>
                          <a:pt x="2276" y="23"/>
                          <a:pt x="2276" y="23"/>
                        </a:cubicBezTo>
                        <a:cubicBezTo>
                          <a:pt x="2276" y="11"/>
                          <a:pt x="2270" y="0"/>
                          <a:pt x="22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
              <p:nvSpPr>
                <p:cNvPr id="632" name="Freeform 14"/>
                <p:cNvSpPr>
                  <a:spLocks noEditPoints="1"/>
                </p:cNvSpPr>
                <p:nvPr/>
              </p:nvSpPr>
              <p:spPr bwMode="auto">
                <a:xfrm>
                  <a:off x="6450910" y="4767442"/>
                  <a:ext cx="450850" cy="528762"/>
                </a:xfrm>
                <a:custGeom>
                  <a:avLst/>
                  <a:gdLst>
                    <a:gd name="T0" fmla="*/ 0 w 1834"/>
                    <a:gd name="T1" fmla="*/ 1186 h 2152"/>
                    <a:gd name="T2" fmla="*/ 1834 w 1834"/>
                    <a:gd name="T3" fmla="*/ 1186 h 2152"/>
                    <a:gd name="T4" fmla="*/ 1834 w 1834"/>
                    <a:gd name="T5" fmla="*/ 1962 h 2152"/>
                    <a:gd name="T6" fmla="*/ 1650 w 1834"/>
                    <a:gd name="T7" fmla="*/ 2152 h 2152"/>
                    <a:gd name="T8" fmla="*/ 189 w 1834"/>
                    <a:gd name="T9" fmla="*/ 2152 h 2152"/>
                    <a:gd name="T10" fmla="*/ 0 w 1834"/>
                    <a:gd name="T11" fmla="*/ 1962 h 2152"/>
                    <a:gd name="T12" fmla="*/ 0 w 1834"/>
                    <a:gd name="T13" fmla="*/ 1186 h 2152"/>
                    <a:gd name="T14" fmla="*/ 0 w 1834"/>
                    <a:gd name="T15" fmla="*/ 1186 h 2152"/>
                    <a:gd name="T16" fmla="*/ 543 w 1834"/>
                    <a:gd name="T17" fmla="*/ 832 h 2152"/>
                    <a:gd name="T18" fmla="*/ 234 w 1834"/>
                    <a:gd name="T19" fmla="*/ 832 h 2152"/>
                    <a:gd name="T20" fmla="*/ 79 w 1834"/>
                    <a:gd name="T21" fmla="*/ 1146 h 2152"/>
                    <a:gd name="T22" fmla="*/ 384 w 1834"/>
                    <a:gd name="T23" fmla="*/ 1146 h 2152"/>
                    <a:gd name="T24" fmla="*/ 543 w 1834"/>
                    <a:gd name="T25" fmla="*/ 832 h 2152"/>
                    <a:gd name="T26" fmla="*/ 543 w 1834"/>
                    <a:gd name="T27" fmla="*/ 832 h 2152"/>
                    <a:gd name="T28" fmla="*/ 917 w 1834"/>
                    <a:gd name="T29" fmla="*/ 1146 h 2152"/>
                    <a:gd name="T30" fmla="*/ 1076 w 1834"/>
                    <a:gd name="T31" fmla="*/ 832 h 2152"/>
                    <a:gd name="T32" fmla="*/ 767 w 1834"/>
                    <a:gd name="T33" fmla="*/ 832 h 2152"/>
                    <a:gd name="T34" fmla="*/ 613 w 1834"/>
                    <a:gd name="T35" fmla="*/ 1146 h 2152"/>
                    <a:gd name="T36" fmla="*/ 917 w 1834"/>
                    <a:gd name="T37" fmla="*/ 1146 h 2152"/>
                    <a:gd name="T38" fmla="*/ 917 w 1834"/>
                    <a:gd name="T39" fmla="*/ 1146 h 2152"/>
                    <a:gd name="T40" fmla="*/ 1146 w 1834"/>
                    <a:gd name="T41" fmla="*/ 1146 h 2152"/>
                    <a:gd name="T42" fmla="*/ 1450 w 1834"/>
                    <a:gd name="T43" fmla="*/ 1146 h 2152"/>
                    <a:gd name="T44" fmla="*/ 1610 w 1834"/>
                    <a:gd name="T45" fmla="*/ 832 h 2152"/>
                    <a:gd name="T46" fmla="*/ 1301 w 1834"/>
                    <a:gd name="T47" fmla="*/ 832 h 2152"/>
                    <a:gd name="T48" fmla="*/ 1146 w 1834"/>
                    <a:gd name="T49" fmla="*/ 1146 h 2152"/>
                    <a:gd name="T50" fmla="*/ 1146 w 1834"/>
                    <a:gd name="T51" fmla="*/ 1146 h 2152"/>
                    <a:gd name="T52" fmla="*/ 1680 w 1834"/>
                    <a:gd name="T53" fmla="*/ 1146 h 2152"/>
                    <a:gd name="T54" fmla="*/ 1834 w 1834"/>
                    <a:gd name="T55" fmla="*/ 1146 h 2152"/>
                    <a:gd name="T56" fmla="*/ 1834 w 1834"/>
                    <a:gd name="T57" fmla="*/ 832 h 2152"/>
                    <a:gd name="T58" fmla="*/ 1680 w 1834"/>
                    <a:gd name="T59" fmla="*/ 1146 h 2152"/>
                    <a:gd name="T60" fmla="*/ 1680 w 1834"/>
                    <a:gd name="T61" fmla="*/ 1146 h 2152"/>
                    <a:gd name="T62" fmla="*/ 234 w 1834"/>
                    <a:gd name="T63" fmla="*/ 707 h 2152"/>
                    <a:gd name="T64" fmla="*/ 234 w 1834"/>
                    <a:gd name="T65" fmla="*/ 707 h 2152"/>
                    <a:gd name="T66" fmla="*/ 1530 w 1834"/>
                    <a:gd name="T67" fmla="*/ 369 h 2152"/>
                    <a:gd name="T68" fmla="*/ 1560 w 1834"/>
                    <a:gd name="T69" fmla="*/ 364 h 2152"/>
                    <a:gd name="T70" fmla="*/ 1560 w 1834"/>
                    <a:gd name="T71" fmla="*/ 364 h 2152"/>
                    <a:gd name="T72" fmla="*/ 1779 w 1834"/>
                    <a:gd name="T73" fmla="*/ 304 h 2152"/>
                    <a:gd name="T74" fmla="*/ 1779 w 1834"/>
                    <a:gd name="T75" fmla="*/ 304 h 2152"/>
                    <a:gd name="T76" fmla="*/ 1779 w 1834"/>
                    <a:gd name="T77" fmla="*/ 304 h 2152"/>
                    <a:gd name="T78" fmla="*/ 1700 w 1834"/>
                    <a:gd name="T79" fmla="*/ 0 h 2152"/>
                    <a:gd name="T80" fmla="*/ 1550 w 1834"/>
                    <a:gd name="T81" fmla="*/ 40 h 2152"/>
                    <a:gd name="T82" fmla="*/ 1745 w 1834"/>
                    <a:gd name="T83" fmla="*/ 264 h 2152"/>
                    <a:gd name="T84" fmla="*/ 1525 w 1834"/>
                    <a:gd name="T85" fmla="*/ 324 h 2152"/>
                    <a:gd name="T86" fmla="*/ 1326 w 1834"/>
                    <a:gd name="T87" fmla="*/ 100 h 2152"/>
                    <a:gd name="T88" fmla="*/ 1032 w 1834"/>
                    <a:gd name="T89" fmla="*/ 175 h 2152"/>
                    <a:gd name="T90" fmla="*/ 1226 w 1834"/>
                    <a:gd name="T91" fmla="*/ 399 h 2152"/>
                    <a:gd name="T92" fmla="*/ 1007 w 1834"/>
                    <a:gd name="T93" fmla="*/ 459 h 2152"/>
                    <a:gd name="T94" fmla="*/ 812 w 1834"/>
                    <a:gd name="T95" fmla="*/ 234 h 2152"/>
                    <a:gd name="T96" fmla="*/ 518 w 1834"/>
                    <a:gd name="T97" fmla="*/ 309 h 2152"/>
                    <a:gd name="T98" fmla="*/ 713 w 1834"/>
                    <a:gd name="T99" fmla="*/ 533 h 2152"/>
                    <a:gd name="T100" fmla="*/ 493 w 1834"/>
                    <a:gd name="T101" fmla="*/ 593 h 2152"/>
                    <a:gd name="T102" fmla="*/ 294 w 1834"/>
                    <a:gd name="T103" fmla="*/ 369 h 2152"/>
                    <a:gd name="T104" fmla="*/ 0 w 1834"/>
                    <a:gd name="T105" fmla="*/ 444 h 2152"/>
                    <a:gd name="T106" fmla="*/ 229 w 1834"/>
                    <a:gd name="T107" fmla="*/ 707 h 2152"/>
                    <a:gd name="T108" fmla="*/ 234 w 1834"/>
                    <a:gd name="T109" fmla="*/ 707 h 2152"/>
                    <a:gd name="T110" fmla="*/ 234 w 1834"/>
                    <a:gd name="T111" fmla="*/ 707 h 2152"/>
                    <a:gd name="T112" fmla="*/ 74 w 1834"/>
                    <a:gd name="T113" fmla="*/ 707 h 2152"/>
                    <a:gd name="T114" fmla="*/ 0 w 1834"/>
                    <a:gd name="T115" fmla="*/ 782 h 2152"/>
                    <a:gd name="T116" fmla="*/ 74 w 1834"/>
                    <a:gd name="T117" fmla="*/ 852 h 2152"/>
                    <a:gd name="T118" fmla="*/ 144 w 1834"/>
                    <a:gd name="T119" fmla="*/ 782 h 2152"/>
                    <a:gd name="T120" fmla="*/ 74 w 1834"/>
                    <a:gd name="T121" fmla="*/ 707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34" h="2152">
                      <a:moveTo>
                        <a:pt x="0" y="1186"/>
                      </a:moveTo>
                      <a:cubicBezTo>
                        <a:pt x="1834" y="1186"/>
                        <a:pt x="1834" y="1186"/>
                        <a:pt x="1834" y="1186"/>
                      </a:cubicBezTo>
                      <a:cubicBezTo>
                        <a:pt x="1834" y="1962"/>
                        <a:pt x="1834" y="1962"/>
                        <a:pt x="1834" y="1962"/>
                      </a:cubicBezTo>
                      <a:cubicBezTo>
                        <a:pt x="1834" y="2067"/>
                        <a:pt x="1750" y="2152"/>
                        <a:pt x="1650" y="2152"/>
                      </a:cubicBezTo>
                      <a:cubicBezTo>
                        <a:pt x="189" y="2152"/>
                        <a:pt x="189" y="2152"/>
                        <a:pt x="189" y="2152"/>
                      </a:cubicBezTo>
                      <a:cubicBezTo>
                        <a:pt x="84" y="2152"/>
                        <a:pt x="0" y="2067"/>
                        <a:pt x="0" y="1962"/>
                      </a:cubicBezTo>
                      <a:cubicBezTo>
                        <a:pt x="0" y="1186"/>
                        <a:pt x="0" y="1186"/>
                        <a:pt x="0" y="1186"/>
                      </a:cubicBezTo>
                      <a:cubicBezTo>
                        <a:pt x="0" y="1186"/>
                        <a:pt x="0" y="1186"/>
                        <a:pt x="0" y="1186"/>
                      </a:cubicBezTo>
                      <a:close/>
                      <a:moveTo>
                        <a:pt x="543" y="832"/>
                      </a:moveTo>
                      <a:cubicBezTo>
                        <a:pt x="234" y="832"/>
                        <a:pt x="234" y="832"/>
                        <a:pt x="234" y="832"/>
                      </a:cubicBezTo>
                      <a:cubicBezTo>
                        <a:pt x="79" y="1146"/>
                        <a:pt x="79" y="1146"/>
                        <a:pt x="79" y="1146"/>
                      </a:cubicBezTo>
                      <a:cubicBezTo>
                        <a:pt x="384" y="1146"/>
                        <a:pt x="384" y="1146"/>
                        <a:pt x="384" y="1146"/>
                      </a:cubicBezTo>
                      <a:cubicBezTo>
                        <a:pt x="543" y="832"/>
                        <a:pt x="543" y="832"/>
                        <a:pt x="543" y="832"/>
                      </a:cubicBezTo>
                      <a:cubicBezTo>
                        <a:pt x="543" y="832"/>
                        <a:pt x="543" y="832"/>
                        <a:pt x="543" y="832"/>
                      </a:cubicBezTo>
                      <a:close/>
                      <a:moveTo>
                        <a:pt x="917" y="1146"/>
                      </a:moveTo>
                      <a:cubicBezTo>
                        <a:pt x="1076" y="832"/>
                        <a:pt x="1076" y="832"/>
                        <a:pt x="1076" y="832"/>
                      </a:cubicBezTo>
                      <a:cubicBezTo>
                        <a:pt x="767" y="832"/>
                        <a:pt x="767" y="832"/>
                        <a:pt x="767" y="832"/>
                      </a:cubicBezTo>
                      <a:cubicBezTo>
                        <a:pt x="613" y="1146"/>
                        <a:pt x="613" y="1146"/>
                        <a:pt x="613" y="1146"/>
                      </a:cubicBezTo>
                      <a:cubicBezTo>
                        <a:pt x="917" y="1146"/>
                        <a:pt x="917" y="1146"/>
                        <a:pt x="917" y="1146"/>
                      </a:cubicBezTo>
                      <a:cubicBezTo>
                        <a:pt x="917" y="1146"/>
                        <a:pt x="917" y="1146"/>
                        <a:pt x="917" y="1146"/>
                      </a:cubicBezTo>
                      <a:close/>
                      <a:moveTo>
                        <a:pt x="1146" y="1146"/>
                      </a:moveTo>
                      <a:cubicBezTo>
                        <a:pt x="1450" y="1146"/>
                        <a:pt x="1450" y="1146"/>
                        <a:pt x="1450" y="1146"/>
                      </a:cubicBezTo>
                      <a:cubicBezTo>
                        <a:pt x="1610" y="832"/>
                        <a:pt x="1610" y="832"/>
                        <a:pt x="1610" y="832"/>
                      </a:cubicBezTo>
                      <a:cubicBezTo>
                        <a:pt x="1301" y="832"/>
                        <a:pt x="1301" y="832"/>
                        <a:pt x="1301" y="832"/>
                      </a:cubicBezTo>
                      <a:cubicBezTo>
                        <a:pt x="1146" y="1146"/>
                        <a:pt x="1146" y="1146"/>
                        <a:pt x="1146" y="1146"/>
                      </a:cubicBezTo>
                      <a:cubicBezTo>
                        <a:pt x="1146" y="1146"/>
                        <a:pt x="1146" y="1146"/>
                        <a:pt x="1146" y="1146"/>
                      </a:cubicBezTo>
                      <a:close/>
                      <a:moveTo>
                        <a:pt x="1680" y="1146"/>
                      </a:moveTo>
                      <a:cubicBezTo>
                        <a:pt x="1834" y="1146"/>
                        <a:pt x="1834" y="1146"/>
                        <a:pt x="1834" y="1146"/>
                      </a:cubicBezTo>
                      <a:cubicBezTo>
                        <a:pt x="1834" y="832"/>
                        <a:pt x="1834" y="832"/>
                        <a:pt x="1834" y="832"/>
                      </a:cubicBezTo>
                      <a:cubicBezTo>
                        <a:pt x="1680" y="1146"/>
                        <a:pt x="1680" y="1146"/>
                        <a:pt x="1680" y="1146"/>
                      </a:cubicBezTo>
                      <a:cubicBezTo>
                        <a:pt x="1680" y="1146"/>
                        <a:pt x="1680" y="1146"/>
                        <a:pt x="1680" y="1146"/>
                      </a:cubicBezTo>
                      <a:close/>
                      <a:moveTo>
                        <a:pt x="234" y="707"/>
                      </a:moveTo>
                      <a:cubicBezTo>
                        <a:pt x="234" y="707"/>
                        <a:pt x="234" y="707"/>
                        <a:pt x="234" y="707"/>
                      </a:cubicBezTo>
                      <a:cubicBezTo>
                        <a:pt x="1530" y="369"/>
                        <a:pt x="1530" y="369"/>
                        <a:pt x="1530" y="369"/>
                      </a:cubicBezTo>
                      <a:cubicBezTo>
                        <a:pt x="1560" y="364"/>
                        <a:pt x="1560" y="364"/>
                        <a:pt x="1560" y="364"/>
                      </a:cubicBezTo>
                      <a:cubicBezTo>
                        <a:pt x="1560" y="364"/>
                        <a:pt x="1560" y="364"/>
                        <a:pt x="1560" y="364"/>
                      </a:cubicBezTo>
                      <a:cubicBezTo>
                        <a:pt x="1779" y="304"/>
                        <a:pt x="1779" y="304"/>
                        <a:pt x="1779" y="304"/>
                      </a:cubicBezTo>
                      <a:cubicBezTo>
                        <a:pt x="1779" y="304"/>
                        <a:pt x="1779" y="304"/>
                        <a:pt x="1779" y="304"/>
                      </a:cubicBezTo>
                      <a:cubicBezTo>
                        <a:pt x="1779" y="304"/>
                        <a:pt x="1779" y="304"/>
                        <a:pt x="1779" y="304"/>
                      </a:cubicBezTo>
                      <a:cubicBezTo>
                        <a:pt x="1700" y="0"/>
                        <a:pt x="1700" y="0"/>
                        <a:pt x="1700" y="0"/>
                      </a:cubicBezTo>
                      <a:cubicBezTo>
                        <a:pt x="1550" y="40"/>
                        <a:pt x="1550" y="40"/>
                        <a:pt x="1550" y="40"/>
                      </a:cubicBezTo>
                      <a:cubicBezTo>
                        <a:pt x="1745" y="264"/>
                        <a:pt x="1745" y="264"/>
                        <a:pt x="1745" y="264"/>
                      </a:cubicBezTo>
                      <a:cubicBezTo>
                        <a:pt x="1525" y="324"/>
                        <a:pt x="1525" y="324"/>
                        <a:pt x="1525" y="324"/>
                      </a:cubicBezTo>
                      <a:cubicBezTo>
                        <a:pt x="1326" y="100"/>
                        <a:pt x="1326" y="100"/>
                        <a:pt x="1326" y="100"/>
                      </a:cubicBezTo>
                      <a:cubicBezTo>
                        <a:pt x="1032" y="175"/>
                        <a:pt x="1032" y="175"/>
                        <a:pt x="1032" y="175"/>
                      </a:cubicBezTo>
                      <a:cubicBezTo>
                        <a:pt x="1226" y="399"/>
                        <a:pt x="1226" y="399"/>
                        <a:pt x="1226" y="399"/>
                      </a:cubicBezTo>
                      <a:cubicBezTo>
                        <a:pt x="1007" y="459"/>
                        <a:pt x="1007" y="459"/>
                        <a:pt x="1007" y="459"/>
                      </a:cubicBezTo>
                      <a:cubicBezTo>
                        <a:pt x="812" y="234"/>
                        <a:pt x="812" y="234"/>
                        <a:pt x="812" y="234"/>
                      </a:cubicBezTo>
                      <a:cubicBezTo>
                        <a:pt x="518" y="309"/>
                        <a:pt x="518" y="309"/>
                        <a:pt x="518" y="309"/>
                      </a:cubicBezTo>
                      <a:cubicBezTo>
                        <a:pt x="713" y="533"/>
                        <a:pt x="713" y="533"/>
                        <a:pt x="713" y="533"/>
                      </a:cubicBezTo>
                      <a:cubicBezTo>
                        <a:pt x="493" y="593"/>
                        <a:pt x="493" y="593"/>
                        <a:pt x="493" y="593"/>
                      </a:cubicBezTo>
                      <a:cubicBezTo>
                        <a:pt x="294" y="369"/>
                        <a:pt x="294" y="369"/>
                        <a:pt x="294" y="369"/>
                      </a:cubicBezTo>
                      <a:cubicBezTo>
                        <a:pt x="0" y="444"/>
                        <a:pt x="0" y="444"/>
                        <a:pt x="0" y="444"/>
                      </a:cubicBezTo>
                      <a:cubicBezTo>
                        <a:pt x="229" y="707"/>
                        <a:pt x="229" y="707"/>
                        <a:pt x="229" y="707"/>
                      </a:cubicBezTo>
                      <a:cubicBezTo>
                        <a:pt x="234" y="707"/>
                        <a:pt x="234" y="707"/>
                        <a:pt x="234" y="707"/>
                      </a:cubicBezTo>
                      <a:cubicBezTo>
                        <a:pt x="234" y="707"/>
                        <a:pt x="234" y="707"/>
                        <a:pt x="234" y="707"/>
                      </a:cubicBezTo>
                      <a:close/>
                      <a:moveTo>
                        <a:pt x="74" y="707"/>
                      </a:moveTo>
                      <a:cubicBezTo>
                        <a:pt x="35" y="707"/>
                        <a:pt x="0" y="742"/>
                        <a:pt x="0" y="782"/>
                      </a:cubicBezTo>
                      <a:cubicBezTo>
                        <a:pt x="0" y="822"/>
                        <a:pt x="35" y="852"/>
                        <a:pt x="74" y="852"/>
                      </a:cubicBezTo>
                      <a:cubicBezTo>
                        <a:pt x="114" y="852"/>
                        <a:pt x="144" y="822"/>
                        <a:pt x="144" y="782"/>
                      </a:cubicBezTo>
                      <a:cubicBezTo>
                        <a:pt x="144" y="742"/>
                        <a:pt x="114" y="707"/>
                        <a:pt x="74" y="707"/>
                      </a:cubicBezTo>
                      <a:close/>
                    </a:path>
                  </a:pathLst>
                </a:custGeom>
                <a:solidFill>
                  <a:schemeClr val="tx1"/>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33" name="TextBox 632"/>
                <p:cNvSpPr txBox="1"/>
                <p:nvPr/>
              </p:nvSpPr>
              <p:spPr>
                <a:xfrm>
                  <a:off x="4438782" y="6228483"/>
                  <a:ext cx="909506"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Spreadsheets</a:t>
                  </a:r>
                </a:p>
              </p:txBody>
            </p:sp>
            <p:grpSp>
              <p:nvGrpSpPr>
                <p:cNvPr id="634" name="Group 17"/>
                <p:cNvGrpSpPr>
                  <a:grpSpLocks noChangeAspect="1"/>
                </p:cNvGrpSpPr>
                <p:nvPr/>
              </p:nvGrpSpPr>
              <p:grpSpPr bwMode="auto">
                <a:xfrm>
                  <a:off x="4615163" y="5731988"/>
                  <a:ext cx="556744" cy="402112"/>
                  <a:chOff x="889" y="17"/>
                  <a:chExt cx="6056" cy="4374"/>
                </a:xfrm>
                <a:solidFill>
                  <a:schemeClr val="tx1"/>
                </a:solidFill>
              </p:grpSpPr>
              <p:sp>
                <p:nvSpPr>
                  <p:cNvPr id="638" name="Freeform 18"/>
                  <p:cNvSpPr>
                    <a:spLocks noEditPoints="1"/>
                  </p:cNvSpPr>
                  <p:nvPr/>
                </p:nvSpPr>
                <p:spPr bwMode="auto">
                  <a:xfrm>
                    <a:off x="889" y="17"/>
                    <a:ext cx="6056" cy="4374"/>
                  </a:xfrm>
                  <a:custGeom>
                    <a:avLst/>
                    <a:gdLst>
                      <a:gd name="T0" fmla="*/ 0 w 2560"/>
                      <a:gd name="T1" fmla="*/ 228 h 1849"/>
                      <a:gd name="T2" fmla="*/ 0 w 2560"/>
                      <a:gd name="T3" fmla="*/ 1797 h 1849"/>
                      <a:gd name="T4" fmla="*/ 53 w 2560"/>
                      <a:gd name="T5" fmla="*/ 1849 h 1849"/>
                      <a:gd name="T6" fmla="*/ 2508 w 2560"/>
                      <a:gd name="T7" fmla="*/ 1849 h 1849"/>
                      <a:gd name="T8" fmla="*/ 2560 w 2560"/>
                      <a:gd name="T9" fmla="*/ 1797 h 1849"/>
                      <a:gd name="T10" fmla="*/ 2560 w 2560"/>
                      <a:gd name="T11" fmla="*/ 52 h 1849"/>
                      <a:gd name="T12" fmla="*/ 2508 w 2560"/>
                      <a:gd name="T13" fmla="*/ 0 h 1849"/>
                      <a:gd name="T14" fmla="*/ 823 w 2560"/>
                      <a:gd name="T15" fmla="*/ 0 h 1849"/>
                      <a:gd name="T16" fmla="*/ 399 w 2560"/>
                      <a:gd name="T17" fmla="*/ 391 h 1849"/>
                      <a:gd name="T18" fmla="*/ 0 w 2560"/>
                      <a:gd name="T19" fmla="*/ 228 h 1849"/>
                      <a:gd name="T20" fmla="*/ 0 w 2560"/>
                      <a:gd name="T21" fmla="*/ 228 h 1849"/>
                      <a:gd name="T22" fmla="*/ 2430 w 2560"/>
                      <a:gd name="T23" fmla="*/ 130 h 1849"/>
                      <a:gd name="T24" fmla="*/ 2430 w 2560"/>
                      <a:gd name="T25" fmla="*/ 1719 h 1849"/>
                      <a:gd name="T26" fmla="*/ 131 w 2560"/>
                      <a:gd name="T27" fmla="*/ 1719 h 1849"/>
                      <a:gd name="T28" fmla="*/ 131 w 2560"/>
                      <a:gd name="T29" fmla="*/ 482 h 1849"/>
                      <a:gd name="T30" fmla="*/ 477 w 2560"/>
                      <a:gd name="T31" fmla="*/ 710 h 1849"/>
                      <a:gd name="T32" fmla="*/ 875 w 2560"/>
                      <a:gd name="T33" fmla="*/ 130 h 1849"/>
                      <a:gd name="T34" fmla="*/ 2430 w 2560"/>
                      <a:gd name="T35" fmla="*/ 130 h 1849"/>
                      <a:gd name="T36" fmla="*/ 2430 w 2560"/>
                      <a:gd name="T37" fmla="*/ 130 h 1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60" h="1849">
                        <a:moveTo>
                          <a:pt x="0" y="228"/>
                        </a:moveTo>
                        <a:cubicBezTo>
                          <a:pt x="0" y="1797"/>
                          <a:pt x="0" y="1797"/>
                          <a:pt x="0" y="1797"/>
                        </a:cubicBezTo>
                        <a:cubicBezTo>
                          <a:pt x="0" y="1830"/>
                          <a:pt x="20" y="1849"/>
                          <a:pt x="53" y="1849"/>
                        </a:cubicBezTo>
                        <a:cubicBezTo>
                          <a:pt x="2508" y="1849"/>
                          <a:pt x="2508" y="1849"/>
                          <a:pt x="2508" y="1849"/>
                        </a:cubicBezTo>
                        <a:cubicBezTo>
                          <a:pt x="2541" y="1849"/>
                          <a:pt x="2560" y="1830"/>
                          <a:pt x="2560" y="1797"/>
                        </a:cubicBezTo>
                        <a:cubicBezTo>
                          <a:pt x="2560" y="52"/>
                          <a:pt x="2560" y="52"/>
                          <a:pt x="2560" y="52"/>
                        </a:cubicBezTo>
                        <a:cubicBezTo>
                          <a:pt x="2560" y="20"/>
                          <a:pt x="2541" y="0"/>
                          <a:pt x="2508" y="0"/>
                        </a:cubicBezTo>
                        <a:cubicBezTo>
                          <a:pt x="823" y="0"/>
                          <a:pt x="823" y="0"/>
                          <a:pt x="823" y="0"/>
                        </a:cubicBezTo>
                        <a:cubicBezTo>
                          <a:pt x="399" y="391"/>
                          <a:pt x="399" y="391"/>
                          <a:pt x="399" y="391"/>
                        </a:cubicBezTo>
                        <a:cubicBezTo>
                          <a:pt x="0" y="228"/>
                          <a:pt x="0" y="228"/>
                          <a:pt x="0" y="228"/>
                        </a:cubicBezTo>
                        <a:cubicBezTo>
                          <a:pt x="0" y="228"/>
                          <a:pt x="0" y="228"/>
                          <a:pt x="0" y="228"/>
                        </a:cubicBezTo>
                        <a:close/>
                        <a:moveTo>
                          <a:pt x="2430" y="130"/>
                        </a:moveTo>
                        <a:cubicBezTo>
                          <a:pt x="2430" y="1719"/>
                          <a:pt x="2430" y="1719"/>
                          <a:pt x="2430" y="1719"/>
                        </a:cubicBezTo>
                        <a:cubicBezTo>
                          <a:pt x="131" y="1719"/>
                          <a:pt x="131" y="1719"/>
                          <a:pt x="131" y="1719"/>
                        </a:cubicBezTo>
                        <a:cubicBezTo>
                          <a:pt x="131" y="482"/>
                          <a:pt x="131" y="482"/>
                          <a:pt x="131" y="482"/>
                        </a:cubicBezTo>
                        <a:cubicBezTo>
                          <a:pt x="477" y="710"/>
                          <a:pt x="477" y="710"/>
                          <a:pt x="477" y="710"/>
                        </a:cubicBezTo>
                        <a:cubicBezTo>
                          <a:pt x="875" y="130"/>
                          <a:pt x="875" y="130"/>
                          <a:pt x="875" y="130"/>
                        </a:cubicBezTo>
                        <a:cubicBezTo>
                          <a:pt x="2430" y="130"/>
                          <a:pt x="2430" y="130"/>
                          <a:pt x="2430" y="130"/>
                        </a:cubicBezTo>
                        <a:cubicBezTo>
                          <a:pt x="2430" y="130"/>
                          <a:pt x="2430" y="130"/>
                          <a:pt x="2430" y="1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39" name="Freeform 19"/>
                  <p:cNvSpPr>
                    <a:spLocks/>
                  </p:cNvSpPr>
                  <p:nvPr/>
                </p:nvSpPr>
                <p:spPr bwMode="auto">
                  <a:xfrm>
                    <a:off x="1902" y="3211"/>
                    <a:ext cx="4042" cy="194"/>
                  </a:xfrm>
                  <a:custGeom>
                    <a:avLst/>
                    <a:gdLst>
                      <a:gd name="T0" fmla="*/ 0 w 4042"/>
                      <a:gd name="T1" fmla="*/ 0 h 194"/>
                      <a:gd name="T2" fmla="*/ 4042 w 4042"/>
                      <a:gd name="T3" fmla="*/ 0 h 194"/>
                      <a:gd name="T4" fmla="*/ 4042 w 4042"/>
                      <a:gd name="T5" fmla="*/ 194 h 194"/>
                      <a:gd name="T6" fmla="*/ 0 w 4042"/>
                      <a:gd name="T7" fmla="*/ 194 h 194"/>
                      <a:gd name="T8" fmla="*/ 0 w 4042"/>
                      <a:gd name="T9" fmla="*/ 0 h 194"/>
                      <a:gd name="T10" fmla="*/ 0 w 4042"/>
                      <a:gd name="T11" fmla="*/ 0 h 194"/>
                    </a:gdLst>
                    <a:ahLst/>
                    <a:cxnLst>
                      <a:cxn ang="0">
                        <a:pos x="T0" y="T1"/>
                      </a:cxn>
                      <a:cxn ang="0">
                        <a:pos x="T2" y="T3"/>
                      </a:cxn>
                      <a:cxn ang="0">
                        <a:pos x="T4" y="T5"/>
                      </a:cxn>
                      <a:cxn ang="0">
                        <a:pos x="T6" y="T7"/>
                      </a:cxn>
                      <a:cxn ang="0">
                        <a:pos x="T8" y="T9"/>
                      </a:cxn>
                      <a:cxn ang="0">
                        <a:pos x="T10" y="T11"/>
                      </a:cxn>
                    </a:cxnLst>
                    <a:rect l="0" t="0" r="r" b="b"/>
                    <a:pathLst>
                      <a:path w="4042" h="194">
                        <a:moveTo>
                          <a:pt x="0" y="0"/>
                        </a:moveTo>
                        <a:lnTo>
                          <a:pt x="4042" y="0"/>
                        </a:lnTo>
                        <a:lnTo>
                          <a:pt x="4042" y="194"/>
                        </a:lnTo>
                        <a:lnTo>
                          <a:pt x="0" y="19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0" name="Freeform 20"/>
                  <p:cNvSpPr>
                    <a:spLocks/>
                  </p:cNvSpPr>
                  <p:nvPr/>
                </p:nvSpPr>
                <p:spPr bwMode="auto">
                  <a:xfrm>
                    <a:off x="5093" y="1427"/>
                    <a:ext cx="567" cy="1578"/>
                  </a:xfrm>
                  <a:custGeom>
                    <a:avLst/>
                    <a:gdLst>
                      <a:gd name="T0" fmla="*/ 0 w 567"/>
                      <a:gd name="T1" fmla="*/ 0 h 1578"/>
                      <a:gd name="T2" fmla="*/ 567 w 567"/>
                      <a:gd name="T3" fmla="*/ 0 h 1578"/>
                      <a:gd name="T4" fmla="*/ 567 w 567"/>
                      <a:gd name="T5" fmla="*/ 1578 h 1578"/>
                      <a:gd name="T6" fmla="*/ 0 w 567"/>
                      <a:gd name="T7" fmla="*/ 1578 h 1578"/>
                      <a:gd name="T8" fmla="*/ 0 w 567"/>
                      <a:gd name="T9" fmla="*/ 0 h 1578"/>
                      <a:gd name="T10" fmla="*/ 0 w 567"/>
                      <a:gd name="T11" fmla="*/ 0 h 1578"/>
                    </a:gdLst>
                    <a:ahLst/>
                    <a:cxnLst>
                      <a:cxn ang="0">
                        <a:pos x="T0" y="T1"/>
                      </a:cxn>
                      <a:cxn ang="0">
                        <a:pos x="T2" y="T3"/>
                      </a:cxn>
                      <a:cxn ang="0">
                        <a:pos x="T4" y="T5"/>
                      </a:cxn>
                      <a:cxn ang="0">
                        <a:pos x="T6" y="T7"/>
                      </a:cxn>
                      <a:cxn ang="0">
                        <a:pos x="T8" y="T9"/>
                      </a:cxn>
                      <a:cxn ang="0">
                        <a:pos x="T10" y="T11"/>
                      </a:cxn>
                    </a:cxnLst>
                    <a:rect l="0" t="0" r="r" b="b"/>
                    <a:pathLst>
                      <a:path w="567" h="1578">
                        <a:moveTo>
                          <a:pt x="0" y="0"/>
                        </a:moveTo>
                        <a:lnTo>
                          <a:pt x="567" y="0"/>
                        </a:lnTo>
                        <a:lnTo>
                          <a:pt x="567" y="1578"/>
                        </a:lnTo>
                        <a:lnTo>
                          <a:pt x="0" y="1578"/>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1" name="Freeform 21"/>
                  <p:cNvSpPr>
                    <a:spLocks/>
                  </p:cNvSpPr>
                  <p:nvPr/>
                </p:nvSpPr>
                <p:spPr bwMode="auto">
                  <a:xfrm>
                    <a:off x="4116" y="2052"/>
                    <a:ext cx="567" cy="953"/>
                  </a:xfrm>
                  <a:custGeom>
                    <a:avLst/>
                    <a:gdLst>
                      <a:gd name="T0" fmla="*/ 0 w 567"/>
                      <a:gd name="T1" fmla="*/ 0 h 953"/>
                      <a:gd name="T2" fmla="*/ 567 w 567"/>
                      <a:gd name="T3" fmla="*/ 0 h 953"/>
                      <a:gd name="T4" fmla="*/ 567 w 567"/>
                      <a:gd name="T5" fmla="*/ 953 h 953"/>
                      <a:gd name="T6" fmla="*/ 0 w 567"/>
                      <a:gd name="T7" fmla="*/ 953 h 953"/>
                      <a:gd name="T8" fmla="*/ 0 w 567"/>
                      <a:gd name="T9" fmla="*/ 0 h 953"/>
                      <a:gd name="T10" fmla="*/ 0 w 567"/>
                      <a:gd name="T11" fmla="*/ 0 h 953"/>
                    </a:gdLst>
                    <a:ahLst/>
                    <a:cxnLst>
                      <a:cxn ang="0">
                        <a:pos x="T0" y="T1"/>
                      </a:cxn>
                      <a:cxn ang="0">
                        <a:pos x="T2" y="T3"/>
                      </a:cxn>
                      <a:cxn ang="0">
                        <a:pos x="T4" y="T5"/>
                      </a:cxn>
                      <a:cxn ang="0">
                        <a:pos x="T6" y="T7"/>
                      </a:cxn>
                      <a:cxn ang="0">
                        <a:pos x="T8" y="T9"/>
                      </a:cxn>
                      <a:cxn ang="0">
                        <a:pos x="T10" y="T11"/>
                      </a:cxn>
                    </a:cxnLst>
                    <a:rect l="0" t="0" r="r" b="b"/>
                    <a:pathLst>
                      <a:path w="567" h="953">
                        <a:moveTo>
                          <a:pt x="0" y="0"/>
                        </a:moveTo>
                        <a:lnTo>
                          <a:pt x="567" y="0"/>
                        </a:lnTo>
                        <a:lnTo>
                          <a:pt x="567" y="953"/>
                        </a:lnTo>
                        <a:lnTo>
                          <a:pt x="0" y="953"/>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2" name="Freeform 22"/>
                  <p:cNvSpPr>
                    <a:spLocks/>
                  </p:cNvSpPr>
                  <p:nvPr/>
                </p:nvSpPr>
                <p:spPr bwMode="auto">
                  <a:xfrm>
                    <a:off x="3151" y="1756"/>
                    <a:ext cx="567" cy="1249"/>
                  </a:xfrm>
                  <a:custGeom>
                    <a:avLst/>
                    <a:gdLst>
                      <a:gd name="T0" fmla="*/ 0 w 567"/>
                      <a:gd name="T1" fmla="*/ 0 h 1249"/>
                      <a:gd name="T2" fmla="*/ 567 w 567"/>
                      <a:gd name="T3" fmla="*/ 0 h 1249"/>
                      <a:gd name="T4" fmla="*/ 567 w 567"/>
                      <a:gd name="T5" fmla="*/ 1249 h 1249"/>
                      <a:gd name="T6" fmla="*/ 0 w 567"/>
                      <a:gd name="T7" fmla="*/ 1249 h 1249"/>
                      <a:gd name="T8" fmla="*/ 0 w 567"/>
                      <a:gd name="T9" fmla="*/ 0 h 1249"/>
                      <a:gd name="T10" fmla="*/ 0 w 567"/>
                      <a:gd name="T11" fmla="*/ 0 h 1249"/>
                    </a:gdLst>
                    <a:ahLst/>
                    <a:cxnLst>
                      <a:cxn ang="0">
                        <a:pos x="T0" y="T1"/>
                      </a:cxn>
                      <a:cxn ang="0">
                        <a:pos x="T2" y="T3"/>
                      </a:cxn>
                      <a:cxn ang="0">
                        <a:pos x="T4" y="T5"/>
                      </a:cxn>
                      <a:cxn ang="0">
                        <a:pos x="T6" y="T7"/>
                      </a:cxn>
                      <a:cxn ang="0">
                        <a:pos x="T8" y="T9"/>
                      </a:cxn>
                      <a:cxn ang="0">
                        <a:pos x="T10" y="T11"/>
                      </a:cxn>
                    </a:cxnLst>
                    <a:rect l="0" t="0" r="r" b="b"/>
                    <a:pathLst>
                      <a:path w="567" h="1249">
                        <a:moveTo>
                          <a:pt x="0" y="0"/>
                        </a:moveTo>
                        <a:lnTo>
                          <a:pt x="567" y="0"/>
                        </a:lnTo>
                        <a:lnTo>
                          <a:pt x="567" y="1249"/>
                        </a:lnTo>
                        <a:lnTo>
                          <a:pt x="0" y="1249"/>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3" name="Freeform 23"/>
                  <p:cNvSpPr>
                    <a:spLocks/>
                  </p:cNvSpPr>
                  <p:nvPr/>
                </p:nvSpPr>
                <p:spPr bwMode="auto">
                  <a:xfrm>
                    <a:off x="2186" y="2335"/>
                    <a:ext cx="567" cy="670"/>
                  </a:xfrm>
                  <a:custGeom>
                    <a:avLst/>
                    <a:gdLst>
                      <a:gd name="T0" fmla="*/ 0 w 567"/>
                      <a:gd name="T1" fmla="*/ 0 h 670"/>
                      <a:gd name="T2" fmla="*/ 567 w 567"/>
                      <a:gd name="T3" fmla="*/ 0 h 670"/>
                      <a:gd name="T4" fmla="*/ 567 w 567"/>
                      <a:gd name="T5" fmla="*/ 670 h 670"/>
                      <a:gd name="T6" fmla="*/ 0 w 567"/>
                      <a:gd name="T7" fmla="*/ 670 h 670"/>
                      <a:gd name="T8" fmla="*/ 0 w 567"/>
                      <a:gd name="T9" fmla="*/ 0 h 670"/>
                      <a:gd name="T10" fmla="*/ 0 w 567"/>
                      <a:gd name="T11" fmla="*/ 0 h 670"/>
                    </a:gdLst>
                    <a:ahLst/>
                    <a:cxnLst>
                      <a:cxn ang="0">
                        <a:pos x="T0" y="T1"/>
                      </a:cxn>
                      <a:cxn ang="0">
                        <a:pos x="T2" y="T3"/>
                      </a:cxn>
                      <a:cxn ang="0">
                        <a:pos x="T4" y="T5"/>
                      </a:cxn>
                      <a:cxn ang="0">
                        <a:pos x="T6" y="T7"/>
                      </a:cxn>
                      <a:cxn ang="0">
                        <a:pos x="T8" y="T9"/>
                      </a:cxn>
                      <a:cxn ang="0">
                        <a:pos x="T10" y="T11"/>
                      </a:cxn>
                    </a:cxnLst>
                    <a:rect l="0" t="0" r="r" b="b"/>
                    <a:pathLst>
                      <a:path w="567" h="670">
                        <a:moveTo>
                          <a:pt x="0" y="0"/>
                        </a:moveTo>
                        <a:lnTo>
                          <a:pt x="567" y="0"/>
                        </a:lnTo>
                        <a:lnTo>
                          <a:pt x="567" y="670"/>
                        </a:lnTo>
                        <a:lnTo>
                          <a:pt x="0" y="67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
              <p:nvSpPr>
                <p:cNvPr id="635" name="TextBox 634"/>
                <p:cNvSpPr txBox="1"/>
                <p:nvPr/>
              </p:nvSpPr>
              <p:spPr>
                <a:xfrm>
                  <a:off x="5371207" y="6228483"/>
                  <a:ext cx="909506"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Lync</a:t>
                  </a:r>
                </a:p>
              </p:txBody>
            </p:sp>
            <p:sp>
              <p:nvSpPr>
                <p:cNvPr id="636" name="TextBox 635"/>
                <p:cNvSpPr txBox="1"/>
                <p:nvPr/>
              </p:nvSpPr>
              <p:spPr>
                <a:xfrm>
                  <a:off x="6225029" y="6228483"/>
                  <a:ext cx="909506"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OneNote</a:t>
                  </a:r>
                </a:p>
              </p:txBody>
            </p:sp>
            <p:sp>
              <p:nvSpPr>
                <p:cNvPr id="637" name="TextBox 636"/>
                <p:cNvSpPr txBox="1"/>
                <p:nvPr/>
              </p:nvSpPr>
              <p:spPr>
                <a:xfrm>
                  <a:off x="7097844" y="6228483"/>
                  <a:ext cx="909506" cy="312438"/>
                </a:xfrm>
                <a:prstGeom prst="rect">
                  <a:avLst/>
                </a:prstGeom>
                <a:noFill/>
              </p:spPr>
              <p:txBody>
                <a:bodyPr wrap="square" lIns="0" tIns="0" rIns="0" bIns="0" rtlCol="0">
                  <a:noAutofit/>
                </a:bodyPr>
                <a:lstStyle/>
                <a:p>
                  <a:pPr algn="ctr" defTabSz="914004">
                    <a:lnSpc>
                      <a:spcPct val="90000"/>
                    </a:lnSpc>
                    <a:spcAft>
                      <a:spcPts val="588"/>
                    </a:spcAft>
                  </a:pPr>
                  <a:r>
                    <a:rPr lang="en-US" sz="1175" dirty="0">
                      <a:gradFill>
                        <a:gsLst>
                          <a:gs pos="2917">
                            <a:srgbClr val="FFFFFF"/>
                          </a:gs>
                          <a:gs pos="30000">
                            <a:srgbClr val="FFFFFF"/>
                          </a:gs>
                        </a:gsLst>
                        <a:lin ang="5400000" scaled="0"/>
                      </a:gradFill>
                    </a:rPr>
                    <a:t>Yammer</a:t>
                  </a:r>
                </a:p>
              </p:txBody>
            </p:sp>
          </p:grpSp>
        </p:grpSp>
        <p:sp>
          <p:nvSpPr>
            <p:cNvPr id="646" name="Freeform 5"/>
            <p:cNvSpPr>
              <a:spLocks noChangeAspect="1" noEditPoints="1"/>
            </p:cNvSpPr>
            <p:nvPr/>
          </p:nvSpPr>
          <p:spPr bwMode="auto">
            <a:xfrm>
              <a:off x="5623701" y="4083912"/>
              <a:ext cx="308106" cy="409530"/>
            </a:xfrm>
            <a:custGeom>
              <a:avLst/>
              <a:gdLst>
                <a:gd name="T0" fmla="*/ 120 w 304"/>
                <a:gd name="T1" fmla="*/ 0 h 390"/>
                <a:gd name="T2" fmla="*/ 45 w 304"/>
                <a:gd name="T3" fmla="*/ 65 h 390"/>
                <a:gd name="T4" fmla="*/ 45 w 304"/>
                <a:gd name="T5" fmla="*/ 91 h 390"/>
                <a:gd name="T6" fmla="*/ 0 w 304"/>
                <a:gd name="T7" fmla="*/ 132 h 390"/>
                <a:gd name="T8" fmla="*/ 0 w 304"/>
                <a:gd name="T9" fmla="*/ 390 h 390"/>
                <a:gd name="T10" fmla="*/ 263 w 304"/>
                <a:gd name="T11" fmla="*/ 390 h 390"/>
                <a:gd name="T12" fmla="*/ 263 w 304"/>
                <a:gd name="T13" fmla="*/ 323 h 390"/>
                <a:gd name="T14" fmla="*/ 304 w 304"/>
                <a:gd name="T15" fmla="*/ 323 h 390"/>
                <a:gd name="T16" fmla="*/ 304 w 304"/>
                <a:gd name="T17" fmla="*/ 0 h 390"/>
                <a:gd name="T18" fmla="*/ 120 w 304"/>
                <a:gd name="T19" fmla="*/ 0 h 390"/>
                <a:gd name="T20" fmla="*/ 120 w 304"/>
                <a:gd name="T21" fmla="*/ 0 h 390"/>
                <a:gd name="T22" fmla="*/ 120 w 304"/>
                <a:gd name="T23" fmla="*/ 0 h 390"/>
                <a:gd name="T24" fmla="*/ 237 w 304"/>
                <a:gd name="T25" fmla="*/ 366 h 390"/>
                <a:gd name="T26" fmla="*/ 26 w 304"/>
                <a:gd name="T27" fmla="*/ 366 h 390"/>
                <a:gd name="T28" fmla="*/ 26 w 304"/>
                <a:gd name="T29" fmla="*/ 156 h 390"/>
                <a:gd name="T30" fmla="*/ 45 w 304"/>
                <a:gd name="T31" fmla="*/ 156 h 390"/>
                <a:gd name="T32" fmla="*/ 45 w 304"/>
                <a:gd name="T33" fmla="*/ 323 h 390"/>
                <a:gd name="T34" fmla="*/ 237 w 304"/>
                <a:gd name="T35" fmla="*/ 323 h 390"/>
                <a:gd name="T36" fmla="*/ 237 w 304"/>
                <a:gd name="T37" fmla="*/ 366 h 390"/>
                <a:gd name="T38" fmla="*/ 237 w 304"/>
                <a:gd name="T39" fmla="*/ 366 h 390"/>
                <a:gd name="T40" fmla="*/ 237 w 304"/>
                <a:gd name="T41" fmla="*/ 366 h 390"/>
                <a:gd name="T42" fmla="*/ 278 w 304"/>
                <a:gd name="T43" fmla="*/ 299 h 390"/>
                <a:gd name="T44" fmla="*/ 72 w 304"/>
                <a:gd name="T45" fmla="*/ 299 h 390"/>
                <a:gd name="T46" fmla="*/ 72 w 304"/>
                <a:gd name="T47" fmla="*/ 87 h 390"/>
                <a:gd name="T48" fmla="*/ 152 w 304"/>
                <a:gd name="T49" fmla="*/ 87 h 390"/>
                <a:gd name="T50" fmla="*/ 152 w 304"/>
                <a:gd name="T51" fmla="*/ 24 h 390"/>
                <a:gd name="T52" fmla="*/ 278 w 304"/>
                <a:gd name="T53" fmla="*/ 24 h 390"/>
                <a:gd name="T54" fmla="*/ 278 w 304"/>
                <a:gd name="T55" fmla="*/ 299 h 390"/>
                <a:gd name="T56" fmla="*/ 278 w 304"/>
                <a:gd name="T57" fmla="*/ 299 h 390"/>
                <a:gd name="T58" fmla="*/ 278 w 304"/>
                <a:gd name="T59" fmla="*/ 299 h 390"/>
                <a:gd name="T60" fmla="*/ 113 w 304"/>
                <a:gd name="T61" fmla="*/ 135 h 390"/>
                <a:gd name="T62" fmla="*/ 251 w 304"/>
                <a:gd name="T63" fmla="*/ 135 h 390"/>
                <a:gd name="T64" fmla="*/ 251 w 304"/>
                <a:gd name="T65" fmla="*/ 159 h 390"/>
                <a:gd name="T66" fmla="*/ 113 w 304"/>
                <a:gd name="T67" fmla="*/ 159 h 390"/>
                <a:gd name="T68" fmla="*/ 113 w 304"/>
                <a:gd name="T69" fmla="*/ 135 h 390"/>
                <a:gd name="T70" fmla="*/ 113 w 304"/>
                <a:gd name="T71" fmla="*/ 135 h 390"/>
                <a:gd name="T72" fmla="*/ 113 w 304"/>
                <a:gd name="T73" fmla="*/ 173 h 390"/>
                <a:gd name="T74" fmla="*/ 251 w 304"/>
                <a:gd name="T75" fmla="*/ 173 h 390"/>
                <a:gd name="T76" fmla="*/ 251 w 304"/>
                <a:gd name="T77" fmla="*/ 197 h 390"/>
                <a:gd name="T78" fmla="*/ 113 w 304"/>
                <a:gd name="T79" fmla="*/ 197 h 390"/>
                <a:gd name="T80" fmla="*/ 113 w 304"/>
                <a:gd name="T81" fmla="*/ 173 h 390"/>
                <a:gd name="T82" fmla="*/ 113 w 304"/>
                <a:gd name="T83" fmla="*/ 173 h 390"/>
                <a:gd name="T84" fmla="*/ 113 w 304"/>
                <a:gd name="T85" fmla="*/ 212 h 390"/>
                <a:gd name="T86" fmla="*/ 251 w 304"/>
                <a:gd name="T87" fmla="*/ 212 h 390"/>
                <a:gd name="T88" fmla="*/ 251 w 304"/>
                <a:gd name="T89" fmla="*/ 236 h 390"/>
                <a:gd name="T90" fmla="*/ 113 w 304"/>
                <a:gd name="T91" fmla="*/ 236 h 390"/>
                <a:gd name="T92" fmla="*/ 113 w 304"/>
                <a:gd name="T93" fmla="*/ 212 h 390"/>
                <a:gd name="T94" fmla="*/ 113 w 304"/>
                <a:gd name="T95" fmla="*/ 212 h 390"/>
                <a:gd name="T96" fmla="*/ 113 w 304"/>
                <a:gd name="T97" fmla="*/ 250 h 390"/>
                <a:gd name="T98" fmla="*/ 251 w 304"/>
                <a:gd name="T99" fmla="*/ 250 h 390"/>
                <a:gd name="T100" fmla="*/ 251 w 304"/>
                <a:gd name="T101" fmla="*/ 274 h 390"/>
                <a:gd name="T102" fmla="*/ 113 w 304"/>
                <a:gd name="T103" fmla="*/ 274 h 390"/>
                <a:gd name="T104" fmla="*/ 113 w 304"/>
                <a:gd name="T105" fmla="*/ 250 h 390"/>
                <a:gd name="T106" fmla="*/ 113 w 304"/>
                <a:gd name="T107" fmla="*/ 25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390">
                  <a:moveTo>
                    <a:pt x="120" y="0"/>
                  </a:moveTo>
                  <a:lnTo>
                    <a:pt x="45" y="65"/>
                  </a:lnTo>
                  <a:lnTo>
                    <a:pt x="45" y="91"/>
                  </a:lnTo>
                  <a:lnTo>
                    <a:pt x="0" y="132"/>
                  </a:lnTo>
                  <a:lnTo>
                    <a:pt x="0" y="390"/>
                  </a:lnTo>
                  <a:lnTo>
                    <a:pt x="263" y="390"/>
                  </a:lnTo>
                  <a:lnTo>
                    <a:pt x="263" y="323"/>
                  </a:lnTo>
                  <a:lnTo>
                    <a:pt x="304" y="323"/>
                  </a:lnTo>
                  <a:lnTo>
                    <a:pt x="304" y="0"/>
                  </a:lnTo>
                  <a:lnTo>
                    <a:pt x="120" y="0"/>
                  </a:lnTo>
                  <a:lnTo>
                    <a:pt x="120" y="0"/>
                  </a:lnTo>
                  <a:lnTo>
                    <a:pt x="120" y="0"/>
                  </a:lnTo>
                  <a:close/>
                  <a:moveTo>
                    <a:pt x="237" y="366"/>
                  </a:moveTo>
                  <a:lnTo>
                    <a:pt x="26" y="366"/>
                  </a:lnTo>
                  <a:lnTo>
                    <a:pt x="26" y="156"/>
                  </a:lnTo>
                  <a:lnTo>
                    <a:pt x="45" y="156"/>
                  </a:lnTo>
                  <a:lnTo>
                    <a:pt x="45" y="323"/>
                  </a:lnTo>
                  <a:lnTo>
                    <a:pt x="237" y="323"/>
                  </a:lnTo>
                  <a:lnTo>
                    <a:pt x="237" y="366"/>
                  </a:lnTo>
                  <a:lnTo>
                    <a:pt x="237" y="366"/>
                  </a:lnTo>
                  <a:lnTo>
                    <a:pt x="237" y="366"/>
                  </a:lnTo>
                  <a:close/>
                  <a:moveTo>
                    <a:pt x="278" y="299"/>
                  </a:moveTo>
                  <a:lnTo>
                    <a:pt x="72" y="299"/>
                  </a:lnTo>
                  <a:lnTo>
                    <a:pt x="72" y="87"/>
                  </a:lnTo>
                  <a:lnTo>
                    <a:pt x="152" y="87"/>
                  </a:lnTo>
                  <a:lnTo>
                    <a:pt x="152" y="24"/>
                  </a:lnTo>
                  <a:lnTo>
                    <a:pt x="278" y="24"/>
                  </a:lnTo>
                  <a:lnTo>
                    <a:pt x="278" y="299"/>
                  </a:lnTo>
                  <a:lnTo>
                    <a:pt x="278" y="299"/>
                  </a:lnTo>
                  <a:lnTo>
                    <a:pt x="278" y="299"/>
                  </a:lnTo>
                  <a:close/>
                  <a:moveTo>
                    <a:pt x="113" y="135"/>
                  </a:moveTo>
                  <a:lnTo>
                    <a:pt x="251" y="135"/>
                  </a:lnTo>
                  <a:lnTo>
                    <a:pt x="251" y="159"/>
                  </a:lnTo>
                  <a:lnTo>
                    <a:pt x="113" y="159"/>
                  </a:lnTo>
                  <a:lnTo>
                    <a:pt x="113" y="135"/>
                  </a:lnTo>
                  <a:lnTo>
                    <a:pt x="113" y="135"/>
                  </a:lnTo>
                  <a:close/>
                  <a:moveTo>
                    <a:pt x="113" y="173"/>
                  </a:moveTo>
                  <a:lnTo>
                    <a:pt x="251" y="173"/>
                  </a:lnTo>
                  <a:lnTo>
                    <a:pt x="251" y="197"/>
                  </a:lnTo>
                  <a:lnTo>
                    <a:pt x="113" y="197"/>
                  </a:lnTo>
                  <a:lnTo>
                    <a:pt x="113" y="173"/>
                  </a:lnTo>
                  <a:lnTo>
                    <a:pt x="113" y="173"/>
                  </a:lnTo>
                  <a:close/>
                  <a:moveTo>
                    <a:pt x="113" y="212"/>
                  </a:moveTo>
                  <a:lnTo>
                    <a:pt x="251" y="212"/>
                  </a:lnTo>
                  <a:lnTo>
                    <a:pt x="251" y="236"/>
                  </a:lnTo>
                  <a:lnTo>
                    <a:pt x="113" y="236"/>
                  </a:lnTo>
                  <a:lnTo>
                    <a:pt x="113" y="212"/>
                  </a:lnTo>
                  <a:lnTo>
                    <a:pt x="113" y="212"/>
                  </a:lnTo>
                  <a:close/>
                  <a:moveTo>
                    <a:pt x="113" y="250"/>
                  </a:moveTo>
                  <a:lnTo>
                    <a:pt x="251" y="250"/>
                  </a:lnTo>
                  <a:lnTo>
                    <a:pt x="251" y="274"/>
                  </a:lnTo>
                  <a:lnTo>
                    <a:pt x="113" y="274"/>
                  </a:lnTo>
                  <a:lnTo>
                    <a:pt x="113" y="250"/>
                  </a:lnTo>
                  <a:lnTo>
                    <a:pt x="113" y="250"/>
                  </a:lnTo>
                  <a:close/>
                </a:path>
              </a:pathLst>
            </a:custGeom>
            <a:solidFill>
              <a:srgbClr val="F0F0F0"/>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defTabSz="913381">
                <a:lnSpc>
                  <a:spcPct val="90000"/>
                </a:lnSpc>
                <a:spcAft>
                  <a:spcPts val="588"/>
                </a:spcAft>
              </a:pPr>
              <a:endParaRPr lang="en-US" sz="1369" b="1" dirty="0">
                <a:gradFill>
                  <a:gsLst>
                    <a:gs pos="50427">
                      <a:srgbClr val="FFFFFF"/>
                    </a:gs>
                    <a:gs pos="30000">
                      <a:srgbClr val="FFFFFF"/>
                    </a:gs>
                  </a:gsLst>
                  <a:lin ang="5400000" scaled="0"/>
                </a:gradFill>
              </a:endParaRPr>
            </a:p>
          </p:txBody>
        </p:sp>
        <p:sp>
          <p:nvSpPr>
            <p:cNvPr id="647" name="Freeform 5"/>
            <p:cNvSpPr>
              <a:spLocks noChangeAspect="1" noEditPoints="1"/>
            </p:cNvSpPr>
            <p:nvPr/>
          </p:nvSpPr>
          <p:spPr bwMode="auto">
            <a:xfrm>
              <a:off x="4661060" y="4095618"/>
              <a:ext cx="464949" cy="385126"/>
            </a:xfrm>
            <a:custGeom>
              <a:avLst/>
              <a:gdLst>
                <a:gd name="T0" fmla="*/ 240 w 400"/>
                <a:gd name="T1" fmla="*/ 84 h 342"/>
                <a:gd name="T2" fmla="*/ 160 w 400"/>
                <a:gd name="T3" fmla="*/ 84 h 342"/>
                <a:gd name="T4" fmla="*/ 136 w 400"/>
                <a:gd name="T5" fmla="*/ 108 h 342"/>
                <a:gd name="T6" fmla="*/ 136 w 400"/>
                <a:gd name="T7" fmla="*/ 217 h 342"/>
                <a:gd name="T8" fmla="*/ 160 w 400"/>
                <a:gd name="T9" fmla="*/ 241 h 342"/>
                <a:gd name="T10" fmla="*/ 160 w 400"/>
                <a:gd name="T11" fmla="*/ 241 h 342"/>
                <a:gd name="T12" fmla="*/ 160 w 400"/>
                <a:gd name="T13" fmla="*/ 318 h 342"/>
                <a:gd name="T14" fmla="*/ 183 w 400"/>
                <a:gd name="T15" fmla="*/ 342 h 342"/>
                <a:gd name="T16" fmla="*/ 217 w 400"/>
                <a:gd name="T17" fmla="*/ 342 h 342"/>
                <a:gd name="T18" fmla="*/ 240 w 400"/>
                <a:gd name="T19" fmla="*/ 318 h 342"/>
                <a:gd name="T20" fmla="*/ 240 w 400"/>
                <a:gd name="T21" fmla="*/ 241 h 342"/>
                <a:gd name="T22" fmla="*/ 240 w 400"/>
                <a:gd name="T23" fmla="*/ 241 h 342"/>
                <a:gd name="T24" fmla="*/ 264 w 400"/>
                <a:gd name="T25" fmla="*/ 217 h 342"/>
                <a:gd name="T26" fmla="*/ 264 w 400"/>
                <a:gd name="T27" fmla="*/ 108 h 342"/>
                <a:gd name="T28" fmla="*/ 240 w 400"/>
                <a:gd name="T29" fmla="*/ 84 h 342"/>
                <a:gd name="T30" fmla="*/ 200 w 400"/>
                <a:gd name="T31" fmla="*/ 0 h 342"/>
                <a:gd name="T32" fmla="*/ 238 w 400"/>
                <a:gd name="T33" fmla="*/ 38 h 342"/>
                <a:gd name="T34" fmla="*/ 200 w 400"/>
                <a:gd name="T35" fmla="*/ 77 h 342"/>
                <a:gd name="T36" fmla="*/ 162 w 400"/>
                <a:gd name="T37" fmla="*/ 38 h 342"/>
                <a:gd name="T38" fmla="*/ 200 w 400"/>
                <a:gd name="T39" fmla="*/ 0 h 342"/>
                <a:gd name="T40" fmla="*/ 380 w 400"/>
                <a:gd name="T41" fmla="*/ 93 h 342"/>
                <a:gd name="T42" fmla="*/ 311 w 400"/>
                <a:gd name="T43" fmla="*/ 93 h 342"/>
                <a:gd name="T44" fmla="*/ 291 w 400"/>
                <a:gd name="T45" fmla="*/ 113 h 342"/>
                <a:gd name="T46" fmla="*/ 291 w 400"/>
                <a:gd name="T47" fmla="*/ 207 h 342"/>
                <a:gd name="T48" fmla="*/ 311 w 400"/>
                <a:gd name="T49" fmla="*/ 227 h 342"/>
                <a:gd name="T50" fmla="*/ 311 w 400"/>
                <a:gd name="T51" fmla="*/ 227 h 342"/>
                <a:gd name="T52" fmla="*/ 311 w 400"/>
                <a:gd name="T53" fmla="*/ 294 h 342"/>
                <a:gd name="T54" fmla="*/ 330 w 400"/>
                <a:gd name="T55" fmla="*/ 314 h 342"/>
                <a:gd name="T56" fmla="*/ 360 w 400"/>
                <a:gd name="T57" fmla="*/ 314 h 342"/>
                <a:gd name="T58" fmla="*/ 380 w 400"/>
                <a:gd name="T59" fmla="*/ 294 h 342"/>
                <a:gd name="T60" fmla="*/ 380 w 400"/>
                <a:gd name="T61" fmla="*/ 227 h 342"/>
                <a:gd name="T62" fmla="*/ 380 w 400"/>
                <a:gd name="T63" fmla="*/ 227 h 342"/>
                <a:gd name="T64" fmla="*/ 400 w 400"/>
                <a:gd name="T65" fmla="*/ 207 h 342"/>
                <a:gd name="T66" fmla="*/ 400 w 400"/>
                <a:gd name="T67" fmla="*/ 113 h 342"/>
                <a:gd name="T68" fmla="*/ 380 w 400"/>
                <a:gd name="T69" fmla="*/ 93 h 342"/>
                <a:gd name="T70" fmla="*/ 345 w 400"/>
                <a:gd name="T71" fmla="*/ 21 h 342"/>
                <a:gd name="T72" fmla="*/ 378 w 400"/>
                <a:gd name="T73" fmla="*/ 54 h 342"/>
                <a:gd name="T74" fmla="*/ 345 w 400"/>
                <a:gd name="T75" fmla="*/ 87 h 342"/>
                <a:gd name="T76" fmla="*/ 313 w 400"/>
                <a:gd name="T77" fmla="*/ 54 h 342"/>
                <a:gd name="T78" fmla="*/ 345 w 400"/>
                <a:gd name="T79" fmla="*/ 21 h 342"/>
                <a:gd name="T80" fmla="*/ 89 w 400"/>
                <a:gd name="T81" fmla="*/ 93 h 342"/>
                <a:gd name="T82" fmla="*/ 20 w 400"/>
                <a:gd name="T83" fmla="*/ 93 h 342"/>
                <a:gd name="T84" fmla="*/ 0 w 400"/>
                <a:gd name="T85" fmla="*/ 113 h 342"/>
                <a:gd name="T86" fmla="*/ 0 w 400"/>
                <a:gd name="T87" fmla="*/ 207 h 342"/>
                <a:gd name="T88" fmla="*/ 20 w 400"/>
                <a:gd name="T89" fmla="*/ 227 h 342"/>
                <a:gd name="T90" fmla="*/ 20 w 400"/>
                <a:gd name="T91" fmla="*/ 227 h 342"/>
                <a:gd name="T92" fmla="*/ 20 w 400"/>
                <a:gd name="T93" fmla="*/ 294 h 342"/>
                <a:gd name="T94" fmla="*/ 40 w 400"/>
                <a:gd name="T95" fmla="*/ 314 h 342"/>
                <a:gd name="T96" fmla="*/ 70 w 400"/>
                <a:gd name="T97" fmla="*/ 314 h 342"/>
                <a:gd name="T98" fmla="*/ 89 w 400"/>
                <a:gd name="T99" fmla="*/ 294 h 342"/>
                <a:gd name="T100" fmla="*/ 89 w 400"/>
                <a:gd name="T101" fmla="*/ 227 h 342"/>
                <a:gd name="T102" fmla="*/ 89 w 400"/>
                <a:gd name="T103" fmla="*/ 227 h 342"/>
                <a:gd name="T104" fmla="*/ 109 w 400"/>
                <a:gd name="T105" fmla="*/ 207 h 342"/>
                <a:gd name="T106" fmla="*/ 109 w 400"/>
                <a:gd name="T107" fmla="*/ 113 h 342"/>
                <a:gd name="T108" fmla="*/ 89 w 400"/>
                <a:gd name="T109" fmla="*/ 93 h 342"/>
                <a:gd name="T110" fmla="*/ 55 w 400"/>
                <a:gd name="T111" fmla="*/ 21 h 342"/>
                <a:gd name="T112" fmla="*/ 87 w 400"/>
                <a:gd name="T113" fmla="*/ 54 h 342"/>
                <a:gd name="T114" fmla="*/ 55 w 400"/>
                <a:gd name="T115" fmla="*/ 87 h 342"/>
                <a:gd name="T116" fmla="*/ 22 w 400"/>
                <a:gd name="T117" fmla="*/ 54 h 342"/>
                <a:gd name="T118" fmla="*/ 55 w 400"/>
                <a:gd name="T119" fmla="*/ 21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0" h="342">
                  <a:moveTo>
                    <a:pt x="240" y="84"/>
                  </a:moveTo>
                  <a:cubicBezTo>
                    <a:pt x="160" y="84"/>
                    <a:pt x="160" y="84"/>
                    <a:pt x="160" y="84"/>
                  </a:cubicBezTo>
                  <a:cubicBezTo>
                    <a:pt x="147" y="84"/>
                    <a:pt x="136" y="95"/>
                    <a:pt x="136" y="108"/>
                  </a:cubicBezTo>
                  <a:cubicBezTo>
                    <a:pt x="136" y="217"/>
                    <a:pt x="136" y="217"/>
                    <a:pt x="136" y="217"/>
                  </a:cubicBezTo>
                  <a:cubicBezTo>
                    <a:pt x="136" y="230"/>
                    <a:pt x="147" y="241"/>
                    <a:pt x="160" y="241"/>
                  </a:cubicBezTo>
                  <a:cubicBezTo>
                    <a:pt x="160" y="241"/>
                    <a:pt x="160" y="241"/>
                    <a:pt x="160" y="241"/>
                  </a:cubicBezTo>
                  <a:cubicBezTo>
                    <a:pt x="160" y="318"/>
                    <a:pt x="160" y="318"/>
                    <a:pt x="160" y="318"/>
                  </a:cubicBezTo>
                  <a:cubicBezTo>
                    <a:pt x="160" y="331"/>
                    <a:pt x="170" y="342"/>
                    <a:pt x="183" y="342"/>
                  </a:cubicBezTo>
                  <a:cubicBezTo>
                    <a:pt x="217" y="342"/>
                    <a:pt x="217" y="342"/>
                    <a:pt x="217" y="342"/>
                  </a:cubicBezTo>
                  <a:cubicBezTo>
                    <a:pt x="230" y="342"/>
                    <a:pt x="240" y="331"/>
                    <a:pt x="240" y="318"/>
                  </a:cubicBezTo>
                  <a:cubicBezTo>
                    <a:pt x="240" y="241"/>
                    <a:pt x="240" y="241"/>
                    <a:pt x="240" y="241"/>
                  </a:cubicBezTo>
                  <a:cubicBezTo>
                    <a:pt x="240" y="241"/>
                    <a:pt x="240" y="241"/>
                    <a:pt x="240" y="241"/>
                  </a:cubicBezTo>
                  <a:cubicBezTo>
                    <a:pt x="253" y="241"/>
                    <a:pt x="264" y="230"/>
                    <a:pt x="264" y="217"/>
                  </a:cubicBezTo>
                  <a:cubicBezTo>
                    <a:pt x="264" y="108"/>
                    <a:pt x="264" y="108"/>
                    <a:pt x="264" y="108"/>
                  </a:cubicBezTo>
                  <a:cubicBezTo>
                    <a:pt x="264" y="95"/>
                    <a:pt x="253" y="84"/>
                    <a:pt x="240" y="84"/>
                  </a:cubicBezTo>
                  <a:close/>
                  <a:moveTo>
                    <a:pt x="200" y="0"/>
                  </a:moveTo>
                  <a:cubicBezTo>
                    <a:pt x="221" y="0"/>
                    <a:pt x="238" y="17"/>
                    <a:pt x="238" y="38"/>
                  </a:cubicBezTo>
                  <a:cubicBezTo>
                    <a:pt x="238" y="59"/>
                    <a:pt x="221" y="77"/>
                    <a:pt x="200" y="77"/>
                  </a:cubicBezTo>
                  <a:cubicBezTo>
                    <a:pt x="179" y="77"/>
                    <a:pt x="162" y="59"/>
                    <a:pt x="162" y="38"/>
                  </a:cubicBezTo>
                  <a:cubicBezTo>
                    <a:pt x="162" y="17"/>
                    <a:pt x="179" y="0"/>
                    <a:pt x="200" y="0"/>
                  </a:cubicBezTo>
                  <a:close/>
                  <a:moveTo>
                    <a:pt x="380" y="93"/>
                  </a:moveTo>
                  <a:cubicBezTo>
                    <a:pt x="311" y="93"/>
                    <a:pt x="311" y="93"/>
                    <a:pt x="311" y="93"/>
                  </a:cubicBezTo>
                  <a:cubicBezTo>
                    <a:pt x="300" y="93"/>
                    <a:pt x="291" y="102"/>
                    <a:pt x="291" y="113"/>
                  </a:cubicBezTo>
                  <a:cubicBezTo>
                    <a:pt x="291" y="207"/>
                    <a:pt x="291" y="207"/>
                    <a:pt x="291" y="207"/>
                  </a:cubicBezTo>
                  <a:cubicBezTo>
                    <a:pt x="291" y="218"/>
                    <a:pt x="300" y="227"/>
                    <a:pt x="311" y="227"/>
                  </a:cubicBezTo>
                  <a:cubicBezTo>
                    <a:pt x="311" y="227"/>
                    <a:pt x="311" y="227"/>
                    <a:pt x="311" y="227"/>
                  </a:cubicBezTo>
                  <a:cubicBezTo>
                    <a:pt x="311" y="294"/>
                    <a:pt x="311" y="294"/>
                    <a:pt x="311" y="294"/>
                  </a:cubicBezTo>
                  <a:cubicBezTo>
                    <a:pt x="311" y="305"/>
                    <a:pt x="320" y="314"/>
                    <a:pt x="330" y="314"/>
                  </a:cubicBezTo>
                  <a:cubicBezTo>
                    <a:pt x="360" y="314"/>
                    <a:pt x="360" y="314"/>
                    <a:pt x="360" y="314"/>
                  </a:cubicBezTo>
                  <a:cubicBezTo>
                    <a:pt x="371" y="314"/>
                    <a:pt x="380" y="305"/>
                    <a:pt x="380" y="294"/>
                  </a:cubicBezTo>
                  <a:cubicBezTo>
                    <a:pt x="380" y="227"/>
                    <a:pt x="380" y="227"/>
                    <a:pt x="380" y="227"/>
                  </a:cubicBezTo>
                  <a:cubicBezTo>
                    <a:pt x="380" y="227"/>
                    <a:pt x="380" y="227"/>
                    <a:pt x="380" y="227"/>
                  </a:cubicBezTo>
                  <a:cubicBezTo>
                    <a:pt x="391" y="227"/>
                    <a:pt x="400" y="218"/>
                    <a:pt x="400" y="207"/>
                  </a:cubicBezTo>
                  <a:cubicBezTo>
                    <a:pt x="400" y="113"/>
                    <a:pt x="400" y="113"/>
                    <a:pt x="400" y="113"/>
                  </a:cubicBezTo>
                  <a:cubicBezTo>
                    <a:pt x="400" y="102"/>
                    <a:pt x="391" y="93"/>
                    <a:pt x="380" y="93"/>
                  </a:cubicBezTo>
                  <a:close/>
                  <a:moveTo>
                    <a:pt x="345" y="21"/>
                  </a:moveTo>
                  <a:cubicBezTo>
                    <a:pt x="363" y="21"/>
                    <a:pt x="378" y="36"/>
                    <a:pt x="378" y="54"/>
                  </a:cubicBezTo>
                  <a:cubicBezTo>
                    <a:pt x="378" y="72"/>
                    <a:pt x="363" y="87"/>
                    <a:pt x="345" y="87"/>
                  </a:cubicBezTo>
                  <a:cubicBezTo>
                    <a:pt x="327" y="87"/>
                    <a:pt x="313" y="72"/>
                    <a:pt x="313" y="54"/>
                  </a:cubicBezTo>
                  <a:cubicBezTo>
                    <a:pt x="313" y="36"/>
                    <a:pt x="327" y="21"/>
                    <a:pt x="345" y="21"/>
                  </a:cubicBezTo>
                  <a:close/>
                  <a:moveTo>
                    <a:pt x="89" y="93"/>
                  </a:moveTo>
                  <a:cubicBezTo>
                    <a:pt x="20" y="93"/>
                    <a:pt x="20" y="93"/>
                    <a:pt x="20" y="93"/>
                  </a:cubicBezTo>
                  <a:cubicBezTo>
                    <a:pt x="9" y="93"/>
                    <a:pt x="0" y="102"/>
                    <a:pt x="0" y="113"/>
                  </a:cubicBezTo>
                  <a:cubicBezTo>
                    <a:pt x="0" y="207"/>
                    <a:pt x="0" y="207"/>
                    <a:pt x="0" y="207"/>
                  </a:cubicBezTo>
                  <a:cubicBezTo>
                    <a:pt x="0" y="218"/>
                    <a:pt x="9" y="227"/>
                    <a:pt x="20" y="227"/>
                  </a:cubicBezTo>
                  <a:cubicBezTo>
                    <a:pt x="20" y="227"/>
                    <a:pt x="20" y="227"/>
                    <a:pt x="20" y="227"/>
                  </a:cubicBezTo>
                  <a:cubicBezTo>
                    <a:pt x="20" y="294"/>
                    <a:pt x="20" y="294"/>
                    <a:pt x="20" y="294"/>
                  </a:cubicBezTo>
                  <a:cubicBezTo>
                    <a:pt x="20" y="305"/>
                    <a:pt x="29" y="314"/>
                    <a:pt x="40" y="314"/>
                  </a:cubicBezTo>
                  <a:cubicBezTo>
                    <a:pt x="70" y="314"/>
                    <a:pt x="70" y="314"/>
                    <a:pt x="70" y="314"/>
                  </a:cubicBezTo>
                  <a:cubicBezTo>
                    <a:pt x="80" y="314"/>
                    <a:pt x="89" y="305"/>
                    <a:pt x="89" y="294"/>
                  </a:cubicBezTo>
                  <a:cubicBezTo>
                    <a:pt x="89" y="227"/>
                    <a:pt x="89" y="227"/>
                    <a:pt x="89" y="227"/>
                  </a:cubicBezTo>
                  <a:cubicBezTo>
                    <a:pt x="89" y="227"/>
                    <a:pt x="89" y="227"/>
                    <a:pt x="89" y="227"/>
                  </a:cubicBezTo>
                  <a:cubicBezTo>
                    <a:pt x="100" y="227"/>
                    <a:pt x="109" y="218"/>
                    <a:pt x="109" y="207"/>
                  </a:cubicBezTo>
                  <a:cubicBezTo>
                    <a:pt x="109" y="113"/>
                    <a:pt x="109" y="113"/>
                    <a:pt x="109" y="113"/>
                  </a:cubicBezTo>
                  <a:cubicBezTo>
                    <a:pt x="109" y="102"/>
                    <a:pt x="100" y="93"/>
                    <a:pt x="89" y="93"/>
                  </a:cubicBezTo>
                  <a:close/>
                  <a:moveTo>
                    <a:pt x="55" y="21"/>
                  </a:moveTo>
                  <a:cubicBezTo>
                    <a:pt x="73" y="21"/>
                    <a:pt x="87" y="36"/>
                    <a:pt x="87" y="54"/>
                  </a:cubicBezTo>
                  <a:cubicBezTo>
                    <a:pt x="87" y="72"/>
                    <a:pt x="73" y="87"/>
                    <a:pt x="55" y="87"/>
                  </a:cubicBezTo>
                  <a:cubicBezTo>
                    <a:pt x="37" y="87"/>
                    <a:pt x="22" y="72"/>
                    <a:pt x="22" y="54"/>
                  </a:cubicBezTo>
                  <a:cubicBezTo>
                    <a:pt x="22" y="36"/>
                    <a:pt x="37" y="21"/>
                    <a:pt x="55" y="21"/>
                  </a:cubicBezTo>
                  <a:close/>
                </a:path>
              </a:pathLst>
            </a:custGeom>
            <a:solidFill>
              <a:srgbClr val="F0F0F0"/>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defTabSz="913381">
                <a:lnSpc>
                  <a:spcPct val="90000"/>
                </a:lnSpc>
                <a:spcAft>
                  <a:spcPts val="588"/>
                </a:spcAft>
              </a:pPr>
              <a:endParaRPr lang="en-US" sz="1369" b="1" dirty="0">
                <a:gradFill>
                  <a:gsLst>
                    <a:gs pos="50427">
                      <a:srgbClr val="FFFFFF"/>
                    </a:gs>
                    <a:gs pos="30000">
                      <a:srgbClr val="FFFFFF"/>
                    </a:gs>
                  </a:gsLst>
                  <a:lin ang="5400000" scaled="0"/>
                </a:gradFill>
              </a:endParaRPr>
            </a:p>
          </p:txBody>
        </p:sp>
        <p:sp>
          <p:nvSpPr>
            <p:cNvPr id="654" name="Freeform 18"/>
            <p:cNvSpPr>
              <a:spLocks noChangeAspect="1" noEditPoints="1"/>
            </p:cNvSpPr>
            <p:nvPr/>
          </p:nvSpPr>
          <p:spPr bwMode="auto">
            <a:xfrm>
              <a:off x="6456387" y="4130487"/>
              <a:ext cx="427230" cy="315388"/>
            </a:xfrm>
            <a:custGeom>
              <a:avLst/>
              <a:gdLst>
                <a:gd name="T0" fmla="*/ 364 w 780"/>
                <a:gd name="T1" fmla="*/ 241 h 440"/>
                <a:gd name="T2" fmla="*/ 5 w 780"/>
                <a:gd name="T3" fmla="*/ 27 h 440"/>
                <a:gd name="T4" fmla="*/ 48 w 780"/>
                <a:gd name="T5" fmla="*/ 0 h 440"/>
                <a:gd name="T6" fmla="*/ 732 w 780"/>
                <a:gd name="T7" fmla="*/ 0 h 440"/>
                <a:gd name="T8" fmla="*/ 775 w 780"/>
                <a:gd name="T9" fmla="*/ 27 h 440"/>
                <a:gd name="T10" fmla="*/ 416 w 780"/>
                <a:gd name="T11" fmla="*/ 240 h 440"/>
                <a:gd name="T12" fmla="*/ 416 w 780"/>
                <a:gd name="T13" fmla="*/ 241 h 440"/>
                <a:gd name="T14" fmla="*/ 390 w 780"/>
                <a:gd name="T15" fmla="*/ 247 h 440"/>
                <a:gd name="T16" fmla="*/ 364 w 780"/>
                <a:gd name="T17" fmla="*/ 241 h 440"/>
                <a:gd name="T18" fmla="*/ 780 w 780"/>
                <a:gd name="T19" fmla="*/ 324 h 440"/>
                <a:gd name="T20" fmla="*/ 780 w 780"/>
                <a:gd name="T21" fmla="*/ 66 h 440"/>
                <a:gd name="T22" fmla="*/ 563 w 780"/>
                <a:gd name="T23" fmla="*/ 195 h 440"/>
                <a:gd name="T24" fmla="*/ 780 w 780"/>
                <a:gd name="T25" fmla="*/ 324 h 440"/>
                <a:gd name="T26" fmla="*/ 0 w 780"/>
                <a:gd name="T27" fmla="*/ 392 h 440"/>
                <a:gd name="T28" fmla="*/ 48 w 780"/>
                <a:gd name="T29" fmla="*/ 440 h 440"/>
                <a:gd name="T30" fmla="*/ 732 w 780"/>
                <a:gd name="T31" fmla="*/ 440 h 440"/>
                <a:gd name="T32" fmla="*/ 780 w 780"/>
                <a:gd name="T33" fmla="*/ 392 h 440"/>
                <a:gd name="T34" fmla="*/ 780 w 780"/>
                <a:gd name="T35" fmla="*/ 366 h 440"/>
                <a:gd name="T36" fmla="*/ 528 w 780"/>
                <a:gd name="T37" fmla="*/ 216 h 440"/>
                <a:gd name="T38" fmla="*/ 435 w 780"/>
                <a:gd name="T39" fmla="*/ 271 h 440"/>
                <a:gd name="T40" fmla="*/ 390 w 780"/>
                <a:gd name="T41" fmla="*/ 283 h 440"/>
                <a:gd name="T42" fmla="*/ 390 w 780"/>
                <a:gd name="T43" fmla="*/ 283 h 440"/>
                <a:gd name="T44" fmla="*/ 344 w 780"/>
                <a:gd name="T45" fmla="*/ 271 h 440"/>
                <a:gd name="T46" fmla="*/ 252 w 780"/>
                <a:gd name="T47" fmla="*/ 216 h 440"/>
                <a:gd name="T48" fmla="*/ 0 w 780"/>
                <a:gd name="T49" fmla="*/ 366 h 440"/>
                <a:gd name="T50" fmla="*/ 0 w 780"/>
                <a:gd name="T51" fmla="*/ 392 h 440"/>
                <a:gd name="T52" fmla="*/ 217 w 780"/>
                <a:gd name="T53" fmla="*/ 195 h 440"/>
                <a:gd name="T54" fmla="*/ 0 w 780"/>
                <a:gd name="T55" fmla="*/ 66 h 440"/>
                <a:gd name="T56" fmla="*/ 0 w 780"/>
                <a:gd name="T57" fmla="*/ 324 h 440"/>
                <a:gd name="T58" fmla="*/ 217 w 780"/>
                <a:gd name="T59" fmla="*/ 19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80" h="440">
                  <a:moveTo>
                    <a:pt x="364" y="241"/>
                  </a:moveTo>
                  <a:cubicBezTo>
                    <a:pt x="5" y="27"/>
                    <a:pt x="5" y="27"/>
                    <a:pt x="5" y="27"/>
                  </a:cubicBezTo>
                  <a:cubicBezTo>
                    <a:pt x="13" y="11"/>
                    <a:pt x="29" y="0"/>
                    <a:pt x="48" y="0"/>
                  </a:cubicBezTo>
                  <a:cubicBezTo>
                    <a:pt x="732" y="0"/>
                    <a:pt x="732" y="0"/>
                    <a:pt x="732" y="0"/>
                  </a:cubicBezTo>
                  <a:cubicBezTo>
                    <a:pt x="751" y="0"/>
                    <a:pt x="767" y="11"/>
                    <a:pt x="775" y="27"/>
                  </a:cubicBezTo>
                  <a:cubicBezTo>
                    <a:pt x="416" y="240"/>
                    <a:pt x="416" y="240"/>
                    <a:pt x="416" y="240"/>
                  </a:cubicBezTo>
                  <a:cubicBezTo>
                    <a:pt x="416" y="241"/>
                    <a:pt x="416" y="241"/>
                    <a:pt x="416" y="241"/>
                  </a:cubicBezTo>
                  <a:cubicBezTo>
                    <a:pt x="409" y="245"/>
                    <a:pt x="400" y="247"/>
                    <a:pt x="390" y="247"/>
                  </a:cubicBezTo>
                  <a:cubicBezTo>
                    <a:pt x="380" y="247"/>
                    <a:pt x="370" y="245"/>
                    <a:pt x="364" y="241"/>
                  </a:cubicBezTo>
                  <a:close/>
                  <a:moveTo>
                    <a:pt x="780" y="324"/>
                  </a:moveTo>
                  <a:cubicBezTo>
                    <a:pt x="780" y="66"/>
                    <a:pt x="780" y="66"/>
                    <a:pt x="780" y="66"/>
                  </a:cubicBezTo>
                  <a:cubicBezTo>
                    <a:pt x="563" y="195"/>
                    <a:pt x="563" y="195"/>
                    <a:pt x="563" y="195"/>
                  </a:cubicBezTo>
                  <a:lnTo>
                    <a:pt x="780" y="324"/>
                  </a:lnTo>
                  <a:close/>
                  <a:moveTo>
                    <a:pt x="0" y="392"/>
                  </a:moveTo>
                  <a:cubicBezTo>
                    <a:pt x="0" y="419"/>
                    <a:pt x="21" y="440"/>
                    <a:pt x="48" y="440"/>
                  </a:cubicBezTo>
                  <a:cubicBezTo>
                    <a:pt x="732" y="440"/>
                    <a:pt x="732" y="440"/>
                    <a:pt x="732" y="440"/>
                  </a:cubicBezTo>
                  <a:cubicBezTo>
                    <a:pt x="758" y="440"/>
                    <a:pt x="780" y="419"/>
                    <a:pt x="780" y="392"/>
                  </a:cubicBezTo>
                  <a:cubicBezTo>
                    <a:pt x="780" y="366"/>
                    <a:pt x="780" y="366"/>
                    <a:pt x="780" y="366"/>
                  </a:cubicBezTo>
                  <a:cubicBezTo>
                    <a:pt x="528" y="216"/>
                    <a:pt x="528" y="216"/>
                    <a:pt x="528" y="216"/>
                  </a:cubicBezTo>
                  <a:cubicBezTo>
                    <a:pt x="435" y="271"/>
                    <a:pt x="435" y="271"/>
                    <a:pt x="435" y="271"/>
                  </a:cubicBezTo>
                  <a:cubicBezTo>
                    <a:pt x="423" y="279"/>
                    <a:pt x="407" y="283"/>
                    <a:pt x="390" y="283"/>
                  </a:cubicBezTo>
                  <a:cubicBezTo>
                    <a:pt x="390" y="283"/>
                    <a:pt x="390" y="283"/>
                    <a:pt x="390" y="283"/>
                  </a:cubicBezTo>
                  <a:cubicBezTo>
                    <a:pt x="373" y="283"/>
                    <a:pt x="357" y="279"/>
                    <a:pt x="344" y="271"/>
                  </a:cubicBezTo>
                  <a:cubicBezTo>
                    <a:pt x="252" y="216"/>
                    <a:pt x="252" y="216"/>
                    <a:pt x="252" y="216"/>
                  </a:cubicBezTo>
                  <a:cubicBezTo>
                    <a:pt x="0" y="366"/>
                    <a:pt x="0" y="366"/>
                    <a:pt x="0" y="366"/>
                  </a:cubicBezTo>
                  <a:lnTo>
                    <a:pt x="0" y="392"/>
                  </a:lnTo>
                  <a:close/>
                  <a:moveTo>
                    <a:pt x="217" y="195"/>
                  </a:moveTo>
                  <a:cubicBezTo>
                    <a:pt x="0" y="66"/>
                    <a:pt x="0" y="66"/>
                    <a:pt x="0" y="66"/>
                  </a:cubicBezTo>
                  <a:cubicBezTo>
                    <a:pt x="0" y="324"/>
                    <a:pt x="0" y="324"/>
                    <a:pt x="0" y="324"/>
                  </a:cubicBezTo>
                  <a:lnTo>
                    <a:pt x="217" y="195"/>
                  </a:lnTo>
                  <a:close/>
                </a:path>
              </a:pathLst>
            </a:custGeom>
            <a:solidFill>
              <a:srgbClr val="F0F0F0"/>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7797" tIns="44780" rIns="0" bIns="44780" numCol="1" spcCol="0" rtlCol="0" fromWordArt="0" anchor="ctr" anchorCtr="0" forceAA="0" compatLnSpc="1">
              <a:prstTxWarp prst="textNoShape">
                <a:avLst/>
              </a:prstTxWarp>
              <a:noAutofit/>
            </a:bodyPr>
            <a:lstStyle/>
            <a:p>
              <a:pPr defTabSz="913381">
                <a:lnSpc>
                  <a:spcPct val="90000"/>
                </a:lnSpc>
                <a:spcAft>
                  <a:spcPts val="588"/>
                </a:spcAft>
              </a:pPr>
              <a:endParaRPr lang="en-US" sz="1369" b="1" dirty="0">
                <a:gradFill>
                  <a:gsLst>
                    <a:gs pos="50427">
                      <a:srgbClr val="FFFFFF"/>
                    </a:gs>
                    <a:gs pos="30000">
                      <a:srgbClr val="FFFFFF"/>
                    </a:gs>
                  </a:gsLst>
                  <a:lin ang="5400000" scaled="0"/>
                </a:gradFill>
              </a:endParaRPr>
            </a:p>
          </p:txBody>
        </p:sp>
        <p:sp>
          <p:nvSpPr>
            <p:cNvPr id="655" name="Freeform 109"/>
            <p:cNvSpPr>
              <a:spLocks noChangeAspect="1" noEditPoints="1"/>
            </p:cNvSpPr>
            <p:nvPr/>
          </p:nvSpPr>
          <p:spPr bwMode="auto">
            <a:xfrm>
              <a:off x="7389901" y="4095618"/>
              <a:ext cx="427254" cy="400722"/>
            </a:xfrm>
            <a:custGeom>
              <a:avLst/>
              <a:gdLst>
                <a:gd name="T0" fmla="*/ 49 w 80"/>
                <a:gd name="T1" fmla="*/ 51 h 65"/>
                <a:gd name="T2" fmla="*/ 43 w 80"/>
                <a:gd name="T3" fmla="*/ 50 h 65"/>
                <a:gd name="T4" fmla="*/ 42 w 80"/>
                <a:gd name="T5" fmla="*/ 50 h 65"/>
                <a:gd name="T6" fmla="*/ 42 w 80"/>
                <a:gd name="T7" fmla="*/ 44 h 65"/>
                <a:gd name="T8" fmla="*/ 43 w 80"/>
                <a:gd name="T9" fmla="*/ 44 h 65"/>
                <a:gd name="T10" fmla="*/ 51 w 80"/>
                <a:gd name="T11" fmla="*/ 45 h 65"/>
                <a:gd name="T12" fmla="*/ 52 w 80"/>
                <a:gd name="T13" fmla="*/ 42 h 65"/>
                <a:gd name="T14" fmla="*/ 44 w 80"/>
                <a:gd name="T15" fmla="*/ 40 h 65"/>
                <a:gd name="T16" fmla="*/ 43 w 80"/>
                <a:gd name="T17" fmla="*/ 40 h 65"/>
                <a:gd name="T18" fmla="*/ 43 w 80"/>
                <a:gd name="T19" fmla="*/ 25 h 65"/>
                <a:gd name="T20" fmla="*/ 58 w 80"/>
                <a:gd name="T21" fmla="*/ 25 h 65"/>
                <a:gd name="T22" fmla="*/ 58 w 80"/>
                <a:gd name="T23" fmla="*/ 30 h 65"/>
                <a:gd name="T24" fmla="*/ 49 w 80"/>
                <a:gd name="T25" fmla="*/ 30 h 65"/>
                <a:gd name="T26" fmla="*/ 49 w 80"/>
                <a:gd name="T27" fmla="*/ 34 h 65"/>
                <a:gd name="T28" fmla="*/ 57 w 80"/>
                <a:gd name="T29" fmla="*/ 36 h 65"/>
                <a:gd name="T30" fmla="*/ 59 w 80"/>
                <a:gd name="T31" fmla="*/ 42 h 65"/>
                <a:gd name="T32" fmla="*/ 56 w 80"/>
                <a:gd name="T33" fmla="*/ 48 h 65"/>
                <a:gd name="T34" fmla="*/ 49 w 80"/>
                <a:gd name="T35" fmla="*/ 51 h 65"/>
                <a:gd name="T36" fmla="*/ 38 w 80"/>
                <a:gd name="T37" fmla="*/ 45 h 65"/>
                <a:gd name="T38" fmla="*/ 29 w 80"/>
                <a:gd name="T39" fmla="*/ 45 h 65"/>
                <a:gd name="T40" fmla="*/ 33 w 80"/>
                <a:gd name="T41" fmla="*/ 41 h 65"/>
                <a:gd name="T42" fmla="*/ 39 w 80"/>
                <a:gd name="T43" fmla="*/ 32 h 65"/>
                <a:gd name="T44" fmla="*/ 36 w 80"/>
                <a:gd name="T45" fmla="*/ 26 h 65"/>
                <a:gd name="T46" fmla="*/ 30 w 80"/>
                <a:gd name="T47" fmla="*/ 24 h 65"/>
                <a:gd name="T48" fmla="*/ 22 w 80"/>
                <a:gd name="T49" fmla="*/ 26 h 65"/>
                <a:gd name="T50" fmla="*/ 22 w 80"/>
                <a:gd name="T51" fmla="*/ 27 h 65"/>
                <a:gd name="T52" fmla="*/ 22 w 80"/>
                <a:gd name="T53" fmla="*/ 33 h 65"/>
                <a:gd name="T54" fmla="*/ 23 w 80"/>
                <a:gd name="T55" fmla="*/ 32 h 65"/>
                <a:gd name="T56" fmla="*/ 29 w 80"/>
                <a:gd name="T57" fmla="*/ 30 h 65"/>
                <a:gd name="T58" fmla="*/ 32 w 80"/>
                <a:gd name="T59" fmla="*/ 33 h 65"/>
                <a:gd name="T60" fmla="*/ 31 w 80"/>
                <a:gd name="T61" fmla="*/ 35 h 65"/>
                <a:gd name="T62" fmla="*/ 28 w 80"/>
                <a:gd name="T63" fmla="*/ 39 h 65"/>
                <a:gd name="T64" fmla="*/ 21 w 80"/>
                <a:gd name="T65" fmla="*/ 46 h 65"/>
                <a:gd name="T66" fmla="*/ 21 w 80"/>
                <a:gd name="T67" fmla="*/ 50 h 65"/>
                <a:gd name="T68" fmla="*/ 38 w 80"/>
                <a:gd name="T69" fmla="*/ 50 h 65"/>
                <a:gd name="T70" fmla="*/ 38 w 80"/>
                <a:gd name="T71" fmla="*/ 45 h 65"/>
                <a:gd name="T72" fmla="*/ 71 w 80"/>
                <a:gd name="T73" fmla="*/ 19 h 65"/>
                <a:gd name="T74" fmla="*/ 9 w 80"/>
                <a:gd name="T75" fmla="*/ 19 h 65"/>
                <a:gd name="T76" fmla="*/ 9 w 80"/>
                <a:gd name="T77" fmla="*/ 56 h 65"/>
                <a:gd name="T78" fmla="*/ 9 w 80"/>
                <a:gd name="T79" fmla="*/ 57 h 65"/>
                <a:gd name="T80" fmla="*/ 70 w 80"/>
                <a:gd name="T81" fmla="*/ 57 h 65"/>
                <a:gd name="T82" fmla="*/ 71 w 80"/>
                <a:gd name="T83" fmla="*/ 56 h 65"/>
                <a:gd name="T84" fmla="*/ 71 w 80"/>
                <a:gd name="T85" fmla="*/ 19 h 65"/>
                <a:gd name="T86" fmla="*/ 76 w 80"/>
                <a:gd name="T87" fmla="*/ 0 h 65"/>
                <a:gd name="T88" fmla="*/ 80 w 80"/>
                <a:gd name="T89" fmla="*/ 4 h 65"/>
                <a:gd name="T90" fmla="*/ 80 w 80"/>
                <a:gd name="T91" fmla="*/ 62 h 65"/>
                <a:gd name="T92" fmla="*/ 76 w 80"/>
                <a:gd name="T93" fmla="*/ 65 h 65"/>
                <a:gd name="T94" fmla="*/ 4 w 80"/>
                <a:gd name="T95" fmla="*/ 65 h 65"/>
                <a:gd name="T96" fmla="*/ 0 w 80"/>
                <a:gd name="T97" fmla="*/ 62 h 65"/>
                <a:gd name="T98" fmla="*/ 0 w 80"/>
                <a:gd name="T99" fmla="*/ 4 h 65"/>
                <a:gd name="T100" fmla="*/ 4 w 80"/>
                <a:gd name="T101" fmla="*/ 0 h 65"/>
                <a:gd name="T102" fmla="*/ 76 w 80"/>
                <a:gd name="T10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0" h="65">
                  <a:moveTo>
                    <a:pt x="49" y="51"/>
                  </a:moveTo>
                  <a:cubicBezTo>
                    <a:pt x="46" y="51"/>
                    <a:pt x="44" y="51"/>
                    <a:pt x="43" y="50"/>
                  </a:cubicBezTo>
                  <a:cubicBezTo>
                    <a:pt x="42" y="50"/>
                    <a:pt x="42" y="50"/>
                    <a:pt x="42" y="50"/>
                  </a:cubicBezTo>
                  <a:cubicBezTo>
                    <a:pt x="42" y="44"/>
                    <a:pt x="42" y="44"/>
                    <a:pt x="42" y="44"/>
                  </a:cubicBezTo>
                  <a:cubicBezTo>
                    <a:pt x="43" y="44"/>
                    <a:pt x="43" y="44"/>
                    <a:pt x="43" y="44"/>
                  </a:cubicBezTo>
                  <a:cubicBezTo>
                    <a:pt x="46" y="46"/>
                    <a:pt x="50" y="46"/>
                    <a:pt x="51" y="45"/>
                  </a:cubicBezTo>
                  <a:cubicBezTo>
                    <a:pt x="52" y="44"/>
                    <a:pt x="52" y="43"/>
                    <a:pt x="52" y="42"/>
                  </a:cubicBezTo>
                  <a:cubicBezTo>
                    <a:pt x="52" y="41"/>
                    <a:pt x="51" y="39"/>
                    <a:pt x="44" y="40"/>
                  </a:cubicBezTo>
                  <a:cubicBezTo>
                    <a:pt x="43" y="40"/>
                    <a:pt x="43" y="40"/>
                    <a:pt x="43" y="40"/>
                  </a:cubicBezTo>
                  <a:cubicBezTo>
                    <a:pt x="43" y="25"/>
                    <a:pt x="43" y="25"/>
                    <a:pt x="43" y="25"/>
                  </a:cubicBezTo>
                  <a:cubicBezTo>
                    <a:pt x="58" y="25"/>
                    <a:pt x="58" y="25"/>
                    <a:pt x="58" y="25"/>
                  </a:cubicBezTo>
                  <a:cubicBezTo>
                    <a:pt x="58" y="30"/>
                    <a:pt x="58" y="30"/>
                    <a:pt x="58" y="30"/>
                  </a:cubicBezTo>
                  <a:cubicBezTo>
                    <a:pt x="49" y="30"/>
                    <a:pt x="49" y="30"/>
                    <a:pt x="49" y="30"/>
                  </a:cubicBezTo>
                  <a:cubicBezTo>
                    <a:pt x="49" y="34"/>
                    <a:pt x="49" y="34"/>
                    <a:pt x="49" y="34"/>
                  </a:cubicBezTo>
                  <a:cubicBezTo>
                    <a:pt x="52" y="34"/>
                    <a:pt x="55" y="34"/>
                    <a:pt x="57" y="36"/>
                  </a:cubicBezTo>
                  <a:cubicBezTo>
                    <a:pt x="58" y="38"/>
                    <a:pt x="59" y="40"/>
                    <a:pt x="59" y="42"/>
                  </a:cubicBezTo>
                  <a:cubicBezTo>
                    <a:pt x="59" y="44"/>
                    <a:pt x="58" y="47"/>
                    <a:pt x="56" y="48"/>
                  </a:cubicBezTo>
                  <a:cubicBezTo>
                    <a:pt x="55" y="50"/>
                    <a:pt x="52" y="51"/>
                    <a:pt x="49" y="51"/>
                  </a:cubicBezTo>
                  <a:moveTo>
                    <a:pt x="38" y="45"/>
                  </a:moveTo>
                  <a:cubicBezTo>
                    <a:pt x="29" y="45"/>
                    <a:pt x="29" y="45"/>
                    <a:pt x="29" y="45"/>
                  </a:cubicBezTo>
                  <a:cubicBezTo>
                    <a:pt x="33" y="41"/>
                    <a:pt x="33" y="41"/>
                    <a:pt x="33" y="41"/>
                  </a:cubicBezTo>
                  <a:cubicBezTo>
                    <a:pt x="37" y="38"/>
                    <a:pt x="39" y="35"/>
                    <a:pt x="39" y="32"/>
                  </a:cubicBezTo>
                  <a:cubicBezTo>
                    <a:pt x="39" y="30"/>
                    <a:pt x="38" y="28"/>
                    <a:pt x="36" y="26"/>
                  </a:cubicBezTo>
                  <a:cubicBezTo>
                    <a:pt x="35" y="25"/>
                    <a:pt x="33" y="24"/>
                    <a:pt x="30" y="24"/>
                  </a:cubicBezTo>
                  <a:cubicBezTo>
                    <a:pt x="27" y="24"/>
                    <a:pt x="25" y="25"/>
                    <a:pt x="22" y="26"/>
                  </a:cubicBezTo>
                  <a:cubicBezTo>
                    <a:pt x="22" y="27"/>
                    <a:pt x="22" y="27"/>
                    <a:pt x="22" y="27"/>
                  </a:cubicBezTo>
                  <a:cubicBezTo>
                    <a:pt x="22" y="33"/>
                    <a:pt x="22" y="33"/>
                    <a:pt x="22" y="33"/>
                  </a:cubicBezTo>
                  <a:cubicBezTo>
                    <a:pt x="23" y="32"/>
                    <a:pt x="23" y="32"/>
                    <a:pt x="23" y="32"/>
                  </a:cubicBezTo>
                  <a:cubicBezTo>
                    <a:pt x="25" y="30"/>
                    <a:pt x="27" y="30"/>
                    <a:pt x="29" y="30"/>
                  </a:cubicBezTo>
                  <a:cubicBezTo>
                    <a:pt x="31" y="30"/>
                    <a:pt x="32" y="31"/>
                    <a:pt x="32" y="33"/>
                  </a:cubicBezTo>
                  <a:cubicBezTo>
                    <a:pt x="32" y="33"/>
                    <a:pt x="32" y="34"/>
                    <a:pt x="31" y="35"/>
                  </a:cubicBezTo>
                  <a:cubicBezTo>
                    <a:pt x="31" y="36"/>
                    <a:pt x="30" y="37"/>
                    <a:pt x="28" y="39"/>
                  </a:cubicBezTo>
                  <a:cubicBezTo>
                    <a:pt x="21" y="46"/>
                    <a:pt x="21" y="46"/>
                    <a:pt x="21" y="46"/>
                  </a:cubicBezTo>
                  <a:cubicBezTo>
                    <a:pt x="21" y="50"/>
                    <a:pt x="21" y="50"/>
                    <a:pt x="21" y="50"/>
                  </a:cubicBezTo>
                  <a:cubicBezTo>
                    <a:pt x="38" y="50"/>
                    <a:pt x="38" y="50"/>
                    <a:pt x="38" y="50"/>
                  </a:cubicBezTo>
                  <a:lnTo>
                    <a:pt x="38" y="45"/>
                  </a:lnTo>
                  <a:close/>
                  <a:moveTo>
                    <a:pt x="71" y="19"/>
                  </a:moveTo>
                  <a:cubicBezTo>
                    <a:pt x="9" y="19"/>
                    <a:pt x="9" y="19"/>
                    <a:pt x="9" y="19"/>
                  </a:cubicBezTo>
                  <a:cubicBezTo>
                    <a:pt x="9" y="56"/>
                    <a:pt x="9" y="56"/>
                    <a:pt x="9" y="56"/>
                  </a:cubicBezTo>
                  <a:cubicBezTo>
                    <a:pt x="9" y="57"/>
                    <a:pt x="9" y="57"/>
                    <a:pt x="9" y="57"/>
                  </a:cubicBezTo>
                  <a:cubicBezTo>
                    <a:pt x="70" y="57"/>
                    <a:pt x="70" y="57"/>
                    <a:pt x="70" y="57"/>
                  </a:cubicBezTo>
                  <a:cubicBezTo>
                    <a:pt x="71" y="57"/>
                    <a:pt x="71" y="57"/>
                    <a:pt x="71" y="56"/>
                  </a:cubicBezTo>
                  <a:lnTo>
                    <a:pt x="71" y="19"/>
                  </a:lnTo>
                  <a:close/>
                  <a:moveTo>
                    <a:pt x="76" y="0"/>
                  </a:moveTo>
                  <a:cubicBezTo>
                    <a:pt x="78" y="0"/>
                    <a:pt x="80" y="1"/>
                    <a:pt x="80" y="4"/>
                  </a:cubicBezTo>
                  <a:cubicBezTo>
                    <a:pt x="80" y="62"/>
                    <a:pt x="80" y="62"/>
                    <a:pt x="80" y="62"/>
                  </a:cubicBezTo>
                  <a:cubicBezTo>
                    <a:pt x="80" y="64"/>
                    <a:pt x="78" y="65"/>
                    <a:pt x="76" y="65"/>
                  </a:cubicBezTo>
                  <a:cubicBezTo>
                    <a:pt x="4" y="65"/>
                    <a:pt x="4" y="65"/>
                    <a:pt x="4" y="65"/>
                  </a:cubicBezTo>
                  <a:cubicBezTo>
                    <a:pt x="2" y="65"/>
                    <a:pt x="0" y="64"/>
                    <a:pt x="0" y="62"/>
                  </a:cubicBezTo>
                  <a:cubicBezTo>
                    <a:pt x="0" y="4"/>
                    <a:pt x="0" y="4"/>
                    <a:pt x="0" y="4"/>
                  </a:cubicBezTo>
                  <a:cubicBezTo>
                    <a:pt x="0" y="1"/>
                    <a:pt x="2" y="0"/>
                    <a:pt x="4" y="0"/>
                  </a:cubicBezTo>
                  <a:cubicBezTo>
                    <a:pt x="76" y="0"/>
                    <a:pt x="76" y="0"/>
                    <a:pt x="76" y="0"/>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87797" tIns="43897" rIns="87797" bIns="43897" numCol="1" anchor="t" anchorCtr="0" compatLnSpc="1">
              <a:prstTxWarp prst="textNoShape">
                <a:avLst/>
              </a:prstTxWarp>
            </a:bodyPr>
            <a:lstStyle/>
            <a:p>
              <a:pPr defTabSz="895385"/>
              <a:endParaRPr lang="en-US" sz="1763" dirty="0">
                <a:solidFill>
                  <a:srgbClr val="FFFFFF"/>
                </a:solidFill>
              </a:endParaRPr>
            </a:p>
          </p:txBody>
        </p:sp>
        <p:sp>
          <p:nvSpPr>
            <p:cNvPr id="656" name="Freeform 5"/>
            <p:cNvSpPr>
              <a:spLocks noEditPoints="1"/>
            </p:cNvSpPr>
            <p:nvPr/>
          </p:nvSpPr>
          <p:spPr bwMode="auto">
            <a:xfrm>
              <a:off x="4750642" y="5052706"/>
              <a:ext cx="368686" cy="413440"/>
            </a:xfrm>
            <a:custGeom>
              <a:avLst/>
              <a:gdLst>
                <a:gd name="T0" fmla="*/ 1986 w 2166"/>
                <a:gd name="T1" fmla="*/ 74 h 2429"/>
                <a:gd name="T2" fmla="*/ 2166 w 2166"/>
                <a:gd name="T3" fmla="*/ 169 h 2429"/>
                <a:gd name="T4" fmla="*/ 1986 w 2166"/>
                <a:gd name="T5" fmla="*/ 848 h 2429"/>
                <a:gd name="T6" fmla="*/ 1986 w 2166"/>
                <a:gd name="T7" fmla="*/ 880 h 2429"/>
                <a:gd name="T8" fmla="*/ 2166 w 2166"/>
                <a:gd name="T9" fmla="*/ 1485 h 2429"/>
                <a:gd name="T10" fmla="*/ 2071 w 2166"/>
                <a:gd name="T11" fmla="*/ 880 h 2429"/>
                <a:gd name="T12" fmla="*/ 850 w 2166"/>
                <a:gd name="T13" fmla="*/ 880 h 2429"/>
                <a:gd name="T14" fmla="*/ 743 w 2166"/>
                <a:gd name="T15" fmla="*/ 1156 h 2429"/>
                <a:gd name="T16" fmla="*/ 871 w 2166"/>
                <a:gd name="T17" fmla="*/ 1315 h 2429"/>
                <a:gd name="T18" fmla="*/ 988 w 2166"/>
                <a:gd name="T19" fmla="*/ 1251 h 2429"/>
                <a:gd name="T20" fmla="*/ 1073 w 2166"/>
                <a:gd name="T21" fmla="*/ 986 h 2429"/>
                <a:gd name="T22" fmla="*/ 956 w 2166"/>
                <a:gd name="T23" fmla="*/ 827 h 2429"/>
                <a:gd name="T24" fmla="*/ 1954 w 2166"/>
                <a:gd name="T25" fmla="*/ 2333 h 2429"/>
                <a:gd name="T26" fmla="*/ 96 w 2166"/>
                <a:gd name="T27" fmla="*/ 2429 h 2429"/>
                <a:gd name="T28" fmla="*/ 0 w 2166"/>
                <a:gd name="T29" fmla="*/ 95 h 2429"/>
                <a:gd name="T30" fmla="*/ 1858 w 2166"/>
                <a:gd name="T31" fmla="*/ 0 h 2429"/>
                <a:gd name="T32" fmla="*/ 1614 w 2166"/>
                <a:gd name="T33" fmla="*/ 1432 h 2429"/>
                <a:gd name="T34" fmla="*/ 1285 w 2166"/>
                <a:gd name="T35" fmla="*/ 1559 h 2429"/>
                <a:gd name="T36" fmla="*/ 712 w 2166"/>
                <a:gd name="T37" fmla="*/ 1548 h 2429"/>
                <a:gd name="T38" fmla="*/ 446 w 2166"/>
                <a:gd name="T39" fmla="*/ 1124 h 2429"/>
                <a:gd name="T40" fmla="*/ 701 w 2166"/>
                <a:gd name="T41" fmla="*/ 636 h 2429"/>
                <a:gd name="T42" fmla="*/ 1338 w 2166"/>
                <a:gd name="T43" fmla="*/ 668 h 2429"/>
                <a:gd name="T44" fmla="*/ 1423 w 2166"/>
                <a:gd name="T45" fmla="*/ 1124 h 2429"/>
                <a:gd name="T46" fmla="*/ 1221 w 2166"/>
                <a:gd name="T47" fmla="*/ 1304 h 2429"/>
                <a:gd name="T48" fmla="*/ 1200 w 2166"/>
                <a:gd name="T49" fmla="*/ 1273 h 2429"/>
                <a:gd name="T50" fmla="*/ 1306 w 2166"/>
                <a:gd name="T51" fmla="*/ 732 h 2429"/>
                <a:gd name="T52" fmla="*/ 1115 w 2166"/>
                <a:gd name="T53" fmla="*/ 806 h 2429"/>
                <a:gd name="T54" fmla="*/ 658 w 2166"/>
                <a:gd name="T55" fmla="*/ 870 h 2429"/>
                <a:gd name="T56" fmla="*/ 648 w 2166"/>
                <a:gd name="T57" fmla="*/ 1368 h 2429"/>
                <a:gd name="T58" fmla="*/ 1020 w 2166"/>
                <a:gd name="T59" fmla="*/ 1368 h 2429"/>
                <a:gd name="T60" fmla="*/ 1136 w 2166"/>
                <a:gd name="T61" fmla="*/ 1442 h 2429"/>
                <a:gd name="T62" fmla="*/ 1582 w 2166"/>
                <a:gd name="T63" fmla="*/ 954 h 2429"/>
                <a:gd name="T64" fmla="*/ 1306 w 2166"/>
                <a:gd name="T65" fmla="*/ 498 h 2429"/>
                <a:gd name="T66" fmla="*/ 648 w 2166"/>
                <a:gd name="T67" fmla="*/ 519 h 2429"/>
                <a:gd name="T68" fmla="*/ 319 w 2166"/>
                <a:gd name="T69" fmla="*/ 1113 h 2429"/>
                <a:gd name="T70" fmla="*/ 637 w 2166"/>
                <a:gd name="T71" fmla="*/ 1654 h 2429"/>
                <a:gd name="T72" fmla="*/ 1412 w 2166"/>
                <a:gd name="T73" fmla="*/ 1644 h 2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66" h="2429">
                  <a:moveTo>
                    <a:pt x="1986" y="848"/>
                  </a:moveTo>
                  <a:cubicBezTo>
                    <a:pt x="1986" y="74"/>
                    <a:pt x="1986" y="74"/>
                    <a:pt x="1986" y="74"/>
                  </a:cubicBezTo>
                  <a:cubicBezTo>
                    <a:pt x="2071" y="74"/>
                    <a:pt x="2071" y="74"/>
                    <a:pt x="2071" y="74"/>
                  </a:cubicBezTo>
                  <a:cubicBezTo>
                    <a:pt x="2124" y="74"/>
                    <a:pt x="2166" y="116"/>
                    <a:pt x="2166" y="169"/>
                  </a:cubicBezTo>
                  <a:cubicBezTo>
                    <a:pt x="2166" y="169"/>
                    <a:pt x="2166" y="583"/>
                    <a:pt x="2166" y="679"/>
                  </a:cubicBezTo>
                  <a:cubicBezTo>
                    <a:pt x="2156" y="763"/>
                    <a:pt x="2028" y="795"/>
                    <a:pt x="1986" y="848"/>
                  </a:cubicBezTo>
                  <a:close/>
                  <a:moveTo>
                    <a:pt x="2071" y="880"/>
                  </a:moveTo>
                  <a:cubicBezTo>
                    <a:pt x="1986" y="880"/>
                    <a:pt x="1986" y="880"/>
                    <a:pt x="1986" y="880"/>
                  </a:cubicBezTo>
                  <a:cubicBezTo>
                    <a:pt x="1986" y="1654"/>
                    <a:pt x="1986" y="1654"/>
                    <a:pt x="1986" y="1654"/>
                  </a:cubicBezTo>
                  <a:cubicBezTo>
                    <a:pt x="2028" y="1601"/>
                    <a:pt x="2156" y="1570"/>
                    <a:pt x="2166" y="1485"/>
                  </a:cubicBezTo>
                  <a:cubicBezTo>
                    <a:pt x="2166" y="1389"/>
                    <a:pt x="2166" y="976"/>
                    <a:pt x="2166" y="976"/>
                  </a:cubicBezTo>
                  <a:cubicBezTo>
                    <a:pt x="2166" y="923"/>
                    <a:pt x="2124" y="880"/>
                    <a:pt x="2071" y="880"/>
                  </a:cubicBezTo>
                  <a:close/>
                  <a:moveTo>
                    <a:pt x="956" y="827"/>
                  </a:moveTo>
                  <a:cubicBezTo>
                    <a:pt x="913" y="827"/>
                    <a:pt x="881" y="848"/>
                    <a:pt x="850" y="880"/>
                  </a:cubicBezTo>
                  <a:cubicBezTo>
                    <a:pt x="807" y="901"/>
                    <a:pt x="786" y="944"/>
                    <a:pt x="775" y="1007"/>
                  </a:cubicBezTo>
                  <a:cubicBezTo>
                    <a:pt x="754" y="1060"/>
                    <a:pt x="743" y="1113"/>
                    <a:pt x="743" y="1156"/>
                  </a:cubicBezTo>
                  <a:cubicBezTo>
                    <a:pt x="743" y="1209"/>
                    <a:pt x="754" y="1251"/>
                    <a:pt x="786" y="1273"/>
                  </a:cubicBezTo>
                  <a:cubicBezTo>
                    <a:pt x="807" y="1304"/>
                    <a:pt x="828" y="1315"/>
                    <a:pt x="871" y="1315"/>
                  </a:cubicBezTo>
                  <a:cubicBezTo>
                    <a:pt x="892" y="1315"/>
                    <a:pt x="913" y="1315"/>
                    <a:pt x="935" y="1294"/>
                  </a:cubicBezTo>
                  <a:cubicBezTo>
                    <a:pt x="956" y="1294"/>
                    <a:pt x="977" y="1273"/>
                    <a:pt x="988" y="1251"/>
                  </a:cubicBezTo>
                  <a:cubicBezTo>
                    <a:pt x="1009" y="1230"/>
                    <a:pt x="1030" y="1188"/>
                    <a:pt x="1051" y="1135"/>
                  </a:cubicBezTo>
                  <a:cubicBezTo>
                    <a:pt x="1073" y="1082"/>
                    <a:pt x="1073" y="1039"/>
                    <a:pt x="1073" y="986"/>
                  </a:cubicBezTo>
                  <a:cubicBezTo>
                    <a:pt x="1073" y="944"/>
                    <a:pt x="1062" y="901"/>
                    <a:pt x="1041" y="870"/>
                  </a:cubicBezTo>
                  <a:cubicBezTo>
                    <a:pt x="1020" y="848"/>
                    <a:pt x="988" y="827"/>
                    <a:pt x="956" y="827"/>
                  </a:cubicBezTo>
                  <a:close/>
                  <a:moveTo>
                    <a:pt x="1954" y="95"/>
                  </a:moveTo>
                  <a:cubicBezTo>
                    <a:pt x="1954" y="2333"/>
                    <a:pt x="1954" y="2333"/>
                    <a:pt x="1954" y="2333"/>
                  </a:cubicBezTo>
                  <a:cubicBezTo>
                    <a:pt x="1954" y="2386"/>
                    <a:pt x="1912" y="2429"/>
                    <a:pt x="1858" y="2429"/>
                  </a:cubicBezTo>
                  <a:cubicBezTo>
                    <a:pt x="96" y="2429"/>
                    <a:pt x="96" y="2429"/>
                    <a:pt x="96" y="2429"/>
                  </a:cubicBezTo>
                  <a:cubicBezTo>
                    <a:pt x="42" y="2429"/>
                    <a:pt x="0" y="2386"/>
                    <a:pt x="0" y="2333"/>
                  </a:cubicBezTo>
                  <a:cubicBezTo>
                    <a:pt x="0" y="95"/>
                    <a:pt x="0" y="95"/>
                    <a:pt x="0" y="95"/>
                  </a:cubicBezTo>
                  <a:cubicBezTo>
                    <a:pt x="0" y="42"/>
                    <a:pt x="42" y="0"/>
                    <a:pt x="96" y="0"/>
                  </a:cubicBezTo>
                  <a:cubicBezTo>
                    <a:pt x="1858" y="0"/>
                    <a:pt x="1858" y="0"/>
                    <a:pt x="1858" y="0"/>
                  </a:cubicBezTo>
                  <a:cubicBezTo>
                    <a:pt x="1912" y="0"/>
                    <a:pt x="1954" y="42"/>
                    <a:pt x="1954" y="95"/>
                  </a:cubicBezTo>
                  <a:close/>
                  <a:moveTo>
                    <a:pt x="1614" y="1432"/>
                  </a:moveTo>
                  <a:cubicBezTo>
                    <a:pt x="1476" y="1432"/>
                    <a:pt x="1476" y="1432"/>
                    <a:pt x="1476" y="1432"/>
                  </a:cubicBezTo>
                  <a:cubicBezTo>
                    <a:pt x="1423" y="1485"/>
                    <a:pt x="1370" y="1527"/>
                    <a:pt x="1285" y="1559"/>
                  </a:cubicBezTo>
                  <a:cubicBezTo>
                    <a:pt x="1211" y="1591"/>
                    <a:pt x="1115" y="1612"/>
                    <a:pt x="1009" y="1612"/>
                  </a:cubicBezTo>
                  <a:cubicBezTo>
                    <a:pt x="903" y="1612"/>
                    <a:pt x="796" y="1591"/>
                    <a:pt x="712" y="1548"/>
                  </a:cubicBezTo>
                  <a:cubicBezTo>
                    <a:pt x="627" y="1517"/>
                    <a:pt x="563" y="1464"/>
                    <a:pt x="510" y="1379"/>
                  </a:cubicBezTo>
                  <a:cubicBezTo>
                    <a:pt x="467" y="1304"/>
                    <a:pt x="446" y="1220"/>
                    <a:pt x="446" y="1124"/>
                  </a:cubicBezTo>
                  <a:cubicBezTo>
                    <a:pt x="446" y="1029"/>
                    <a:pt x="467" y="933"/>
                    <a:pt x="510" y="848"/>
                  </a:cubicBezTo>
                  <a:cubicBezTo>
                    <a:pt x="552" y="753"/>
                    <a:pt x="616" y="679"/>
                    <a:pt x="701" y="636"/>
                  </a:cubicBezTo>
                  <a:cubicBezTo>
                    <a:pt x="786" y="583"/>
                    <a:pt x="881" y="562"/>
                    <a:pt x="1009" y="562"/>
                  </a:cubicBezTo>
                  <a:cubicBezTo>
                    <a:pt x="1147" y="562"/>
                    <a:pt x="1264" y="594"/>
                    <a:pt x="1338" y="668"/>
                  </a:cubicBezTo>
                  <a:cubicBezTo>
                    <a:pt x="1423" y="742"/>
                    <a:pt x="1466" y="838"/>
                    <a:pt x="1466" y="944"/>
                  </a:cubicBezTo>
                  <a:cubicBezTo>
                    <a:pt x="1466" y="1007"/>
                    <a:pt x="1444" y="1071"/>
                    <a:pt x="1423" y="1124"/>
                  </a:cubicBezTo>
                  <a:cubicBezTo>
                    <a:pt x="1391" y="1188"/>
                    <a:pt x="1349" y="1230"/>
                    <a:pt x="1306" y="1262"/>
                  </a:cubicBezTo>
                  <a:cubicBezTo>
                    <a:pt x="1274" y="1294"/>
                    <a:pt x="1243" y="1304"/>
                    <a:pt x="1221" y="1304"/>
                  </a:cubicBezTo>
                  <a:cubicBezTo>
                    <a:pt x="1221" y="1304"/>
                    <a:pt x="1211" y="1304"/>
                    <a:pt x="1211" y="1294"/>
                  </a:cubicBezTo>
                  <a:cubicBezTo>
                    <a:pt x="1200" y="1294"/>
                    <a:pt x="1200" y="1283"/>
                    <a:pt x="1200" y="1273"/>
                  </a:cubicBezTo>
                  <a:cubicBezTo>
                    <a:pt x="1200" y="1262"/>
                    <a:pt x="1200" y="1241"/>
                    <a:pt x="1211" y="1209"/>
                  </a:cubicBezTo>
                  <a:cubicBezTo>
                    <a:pt x="1306" y="732"/>
                    <a:pt x="1306" y="732"/>
                    <a:pt x="1306" y="732"/>
                  </a:cubicBezTo>
                  <a:cubicBezTo>
                    <a:pt x="1136" y="732"/>
                    <a:pt x="1136" y="732"/>
                    <a:pt x="1136" y="732"/>
                  </a:cubicBezTo>
                  <a:cubicBezTo>
                    <a:pt x="1115" y="806"/>
                    <a:pt x="1115" y="806"/>
                    <a:pt x="1115" y="806"/>
                  </a:cubicBezTo>
                  <a:cubicBezTo>
                    <a:pt x="1073" y="742"/>
                    <a:pt x="1020" y="710"/>
                    <a:pt x="935" y="710"/>
                  </a:cubicBezTo>
                  <a:cubicBezTo>
                    <a:pt x="828" y="710"/>
                    <a:pt x="733" y="763"/>
                    <a:pt x="658" y="870"/>
                  </a:cubicBezTo>
                  <a:cubicBezTo>
                    <a:pt x="605" y="954"/>
                    <a:pt x="573" y="1050"/>
                    <a:pt x="573" y="1156"/>
                  </a:cubicBezTo>
                  <a:cubicBezTo>
                    <a:pt x="573" y="1241"/>
                    <a:pt x="595" y="1315"/>
                    <a:pt x="648" y="1368"/>
                  </a:cubicBezTo>
                  <a:cubicBezTo>
                    <a:pt x="690" y="1411"/>
                    <a:pt x="754" y="1442"/>
                    <a:pt x="828" y="1442"/>
                  </a:cubicBezTo>
                  <a:cubicBezTo>
                    <a:pt x="903" y="1442"/>
                    <a:pt x="966" y="1411"/>
                    <a:pt x="1020" y="1368"/>
                  </a:cubicBezTo>
                  <a:cubicBezTo>
                    <a:pt x="1020" y="1389"/>
                    <a:pt x="1030" y="1411"/>
                    <a:pt x="1051" y="1421"/>
                  </a:cubicBezTo>
                  <a:cubicBezTo>
                    <a:pt x="1073" y="1432"/>
                    <a:pt x="1094" y="1442"/>
                    <a:pt x="1136" y="1442"/>
                  </a:cubicBezTo>
                  <a:cubicBezTo>
                    <a:pt x="1274" y="1442"/>
                    <a:pt x="1391" y="1379"/>
                    <a:pt x="1476" y="1262"/>
                  </a:cubicBezTo>
                  <a:cubicBezTo>
                    <a:pt x="1551" y="1177"/>
                    <a:pt x="1582" y="1071"/>
                    <a:pt x="1582" y="954"/>
                  </a:cubicBezTo>
                  <a:cubicBezTo>
                    <a:pt x="1582" y="859"/>
                    <a:pt x="1561" y="774"/>
                    <a:pt x="1508" y="689"/>
                  </a:cubicBezTo>
                  <a:cubicBezTo>
                    <a:pt x="1466" y="604"/>
                    <a:pt x="1402" y="541"/>
                    <a:pt x="1306" y="498"/>
                  </a:cubicBezTo>
                  <a:cubicBezTo>
                    <a:pt x="1221" y="456"/>
                    <a:pt x="1126" y="435"/>
                    <a:pt x="1009" y="435"/>
                  </a:cubicBezTo>
                  <a:cubicBezTo>
                    <a:pt x="871" y="435"/>
                    <a:pt x="754" y="466"/>
                    <a:pt x="648" y="519"/>
                  </a:cubicBezTo>
                  <a:cubicBezTo>
                    <a:pt x="552" y="573"/>
                    <a:pt x="467" y="657"/>
                    <a:pt x="404" y="763"/>
                  </a:cubicBezTo>
                  <a:cubicBezTo>
                    <a:pt x="350" y="870"/>
                    <a:pt x="319" y="986"/>
                    <a:pt x="319" y="1113"/>
                  </a:cubicBezTo>
                  <a:cubicBezTo>
                    <a:pt x="319" y="1230"/>
                    <a:pt x="340" y="1336"/>
                    <a:pt x="393" y="1432"/>
                  </a:cubicBezTo>
                  <a:cubicBezTo>
                    <a:pt x="446" y="1527"/>
                    <a:pt x="531" y="1601"/>
                    <a:pt x="637" y="1654"/>
                  </a:cubicBezTo>
                  <a:cubicBezTo>
                    <a:pt x="743" y="1707"/>
                    <a:pt x="871" y="1729"/>
                    <a:pt x="1020" y="1729"/>
                  </a:cubicBezTo>
                  <a:cubicBezTo>
                    <a:pt x="1179" y="1729"/>
                    <a:pt x="1306" y="1697"/>
                    <a:pt x="1412" y="1644"/>
                  </a:cubicBezTo>
                  <a:cubicBezTo>
                    <a:pt x="1508" y="1591"/>
                    <a:pt x="1572" y="1517"/>
                    <a:pt x="1614" y="1432"/>
                  </a:cubicBezTo>
                  <a:close/>
                </a:path>
              </a:pathLst>
            </a:custGeom>
            <a:solidFill>
              <a:schemeClr val="tx1"/>
            </a:solidFill>
            <a:ln>
              <a:noFill/>
            </a:ln>
          </p:spPr>
          <p:txBody>
            <a:bodyPr vert="horz" wrap="square" lIns="89593" tIns="44797" rIns="89593" bIns="44797" numCol="1" anchor="t" anchorCtr="0" compatLnSpc="1">
              <a:prstTxWarp prst="textNoShape">
                <a:avLst/>
              </a:prstTxWarp>
            </a:bodyPr>
            <a:lstStyle/>
            <a:p>
              <a:pPr defTabSz="913830"/>
              <a:endParaRPr lang="en-US" sz="1764">
                <a:solidFill>
                  <a:srgbClr val="FFFFFF"/>
                </a:solidFill>
              </a:endParaRPr>
            </a:p>
          </p:txBody>
        </p:sp>
      </p:grpSp>
      <p:sp>
        <p:nvSpPr>
          <p:cNvPr id="658" name="Rectangle 657"/>
          <p:cNvSpPr/>
          <p:nvPr/>
        </p:nvSpPr>
        <p:spPr bwMode="auto">
          <a:xfrm>
            <a:off x="8008451" y="2932475"/>
            <a:ext cx="3733067" cy="87895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endPar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endParaRPr>
          </a:p>
        </p:txBody>
      </p:sp>
      <p:sp>
        <p:nvSpPr>
          <p:cNvPr id="659" name="Rectangle 658"/>
          <p:cNvSpPr/>
          <p:nvPr/>
        </p:nvSpPr>
        <p:spPr bwMode="auto">
          <a:xfrm>
            <a:off x="8008451" y="3811425"/>
            <a:ext cx="3733067" cy="2750421"/>
          </a:xfrm>
          <a:prstGeom prst="rect">
            <a:avLst/>
          </a:prstGeom>
          <a:solidFill>
            <a:srgbClr val="56226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660" name="Rectangle 659"/>
          <p:cNvSpPr/>
          <p:nvPr/>
        </p:nvSpPr>
        <p:spPr bwMode="auto">
          <a:xfrm>
            <a:off x="8008451" y="2932475"/>
            <a:ext cx="3733067" cy="8789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BUILD USING </a:t>
            </a:r>
            <a:b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br>
            <a:r>
              <a:rPr lang="en-US" sz="1960" spc="-20" dirty="0">
                <a:gradFill>
                  <a:gsLst>
                    <a:gs pos="32743">
                      <a:srgbClr val="FFFFFF"/>
                    </a:gs>
                    <a:gs pos="64602">
                      <a:srgbClr val="FFFFFF"/>
                    </a:gs>
                  </a:gsLst>
                  <a:lin ang="5400000" scaled="0"/>
                </a:gradFill>
                <a:latin typeface="Segoe UI Semibold" panose="020B0702040204020203" pitchFamily="34" charset="0"/>
                <a:cs typeface="Segoe UI Semibold" panose="020B0702040204020203" pitchFamily="34" charset="0"/>
              </a:rPr>
              <a:t>AN OPEN PLATFORM</a:t>
            </a:r>
          </a:p>
        </p:txBody>
      </p:sp>
      <p:cxnSp>
        <p:nvCxnSpPr>
          <p:cNvPr id="661" name="Straight Connector 660"/>
          <p:cNvCxnSpPr/>
          <p:nvPr/>
        </p:nvCxnSpPr>
        <p:spPr>
          <a:xfrm>
            <a:off x="8064713" y="5396676"/>
            <a:ext cx="3561855" cy="0"/>
          </a:xfrm>
          <a:prstGeom prst="line">
            <a:avLst/>
          </a:prstGeom>
          <a:ln w="1905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666" name="Picture 4" descr="php"/>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9911727" y="4824358"/>
            <a:ext cx="534131" cy="267065"/>
          </a:xfrm>
          <a:prstGeom prst="rect">
            <a:avLst/>
          </a:prstGeom>
          <a:noFill/>
          <a:extLst>
            <a:ext uri="{909E8E84-426E-40DD-AFC4-6F175D3DCCD1}">
              <a14:hiddenFill xmlns:a14="http://schemas.microsoft.com/office/drawing/2010/main">
                <a:solidFill>
                  <a:srgbClr val="FFFFFF"/>
                </a:solidFill>
              </a14:hiddenFill>
            </a:ext>
          </a:extLst>
        </p:spPr>
      </p:pic>
      <p:pic>
        <p:nvPicPr>
          <p:cNvPr id="667" name="Picture 666"/>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613674" y="4838370"/>
            <a:ext cx="947413" cy="253810"/>
          </a:xfrm>
          <a:prstGeom prst="rect">
            <a:avLst/>
          </a:prstGeom>
        </p:spPr>
      </p:pic>
      <p:pic>
        <p:nvPicPr>
          <p:cNvPr id="668" name="Picture 667"/>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440679" y="4752154"/>
            <a:ext cx="318130" cy="403675"/>
          </a:xfrm>
          <a:prstGeom prst="rect">
            <a:avLst/>
          </a:prstGeom>
        </p:spPr>
      </p:pic>
      <p:pic>
        <p:nvPicPr>
          <p:cNvPr id="669" name="Picture 668"/>
          <p:cNvPicPr>
            <a:picLocks noChangeAspect="1"/>
          </p:cNvPicPr>
          <p:nvPr/>
        </p:nvPicPr>
        <p:blipFill rotWithShape="1">
          <a:blip r:embed="rId14" cstate="screen">
            <a:extLst>
              <a:ext uri="{28A0092B-C50C-407E-A947-70E740481C1C}">
                <a14:useLocalDpi xmlns:a14="http://schemas.microsoft.com/office/drawing/2010/main"/>
              </a:ext>
            </a:extLst>
          </a:blip>
          <a:srcRect r="74521" b="13629"/>
          <a:stretch/>
        </p:blipFill>
        <p:spPr>
          <a:xfrm>
            <a:off x="8888495" y="4759811"/>
            <a:ext cx="399264" cy="400971"/>
          </a:xfrm>
          <a:prstGeom prst="rect">
            <a:avLst/>
          </a:prstGeom>
        </p:spPr>
      </p:pic>
      <p:pic>
        <p:nvPicPr>
          <p:cNvPr id="664" name="Picture 663"/>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10121055" y="5541592"/>
            <a:ext cx="999846" cy="333282"/>
          </a:xfrm>
          <a:prstGeom prst="rect">
            <a:avLst/>
          </a:prstGeom>
        </p:spPr>
      </p:pic>
      <p:pic>
        <p:nvPicPr>
          <p:cNvPr id="665" name="Picture 11" descr="\\sfp\Work\White_Whale\_Archive-Tracy\_Archive-Tracy\7-20642_Cloud_Services_Track\Art\Logos\PNGs\AmazonWebservices_Logo_white.png"/>
          <p:cNvPicPr>
            <a:picLocks noChangeAspect="1" noChangeArrowheads="1"/>
          </p:cNvPicPr>
          <p:nvPr/>
        </p:nvPicPr>
        <p:blipFill>
          <a:blip r:embed="rId16" cstate="screen">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236531" y="6012301"/>
            <a:ext cx="1075225" cy="404285"/>
          </a:xfrm>
          <a:prstGeom prst="rect">
            <a:avLst/>
          </a:prstGeom>
          <a:noFill/>
          <a:extLst>
            <a:ext uri="{909E8E84-426E-40DD-AFC4-6F175D3DCCD1}">
              <a14:hiddenFill xmlns:a14="http://schemas.microsoft.com/office/drawing/2010/main">
                <a:solidFill>
                  <a:srgbClr val="FFFFFF"/>
                </a:solidFill>
              </a14:hiddenFill>
            </a:ext>
          </a:extLst>
        </p:spPr>
      </p:pic>
      <p:pic>
        <p:nvPicPr>
          <p:cNvPr id="670" name="Picture 669"/>
          <p:cNvPicPr>
            <a:picLocks noChangeAspect="1"/>
          </p:cNvPicPr>
          <p:nvPr/>
        </p:nvPicPr>
        <p:blipFill rotWithShape="1">
          <a:blip r:embed="rId18" cstate="screen">
            <a:extLst>
              <a:ext uri="{28A0092B-C50C-407E-A947-70E740481C1C}">
                <a14:useLocalDpi xmlns:a14="http://schemas.microsoft.com/office/drawing/2010/main"/>
              </a:ext>
            </a:extLst>
          </a:blip>
          <a:srcRect l="4902" t="6073" r="7126" b="19348"/>
          <a:stretch/>
        </p:blipFill>
        <p:spPr>
          <a:xfrm>
            <a:off x="11087379" y="4035200"/>
            <a:ext cx="475313" cy="446909"/>
          </a:xfrm>
          <a:prstGeom prst="rect">
            <a:avLst/>
          </a:prstGeom>
        </p:spPr>
      </p:pic>
      <p:pic>
        <p:nvPicPr>
          <p:cNvPr id="671" name="Picture 670"/>
          <p:cNvPicPr>
            <a:picLocks noChangeAspect="1"/>
          </p:cNvPicPr>
          <p:nvPr/>
        </p:nvPicPr>
        <p:blipFill rotWithShape="1">
          <a:blip r:embed="rId19" cstate="screen">
            <a:extLst>
              <a:ext uri="{28A0092B-C50C-407E-A947-70E740481C1C}">
                <a14:useLocalDpi xmlns:a14="http://schemas.microsoft.com/office/drawing/2010/main"/>
              </a:ext>
            </a:extLst>
          </a:blip>
          <a:srcRect l="13445" t="17569" r="13162" b="17640"/>
          <a:stretch/>
        </p:blipFill>
        <p:spPr>
          <a:xfrm>
            <a:off x="10375365" y="4027652"/>
            <a:ext cx="491224" cy="433653"/>
          </a:xfrm>
          <a:prstGeom prst="rect">
            <a:avLst/>
          </a:prstGeom>
        </p:spPr>
      </p:pic>
      <p:pic>
        <p:nvPicPr>
          <p:cNvPr id="672" name="Picture 14"/>
          <p:cNvPicPr>
            <a:picLocks noChangeAspect="1" noChangeArrowheads="1"/>
          </p:cNvPicPr>
          <p:nvPr/>
        </p:nvPicPr>
        <p:blipFill>
          <a:blip r:embed="rId3" cstate="screen">
            <a:lum bright="100000"/>
            <a:extLst>
              <a:ext uri="{28A0092B-C50C-407E-A947-70E740481C1C}">
                <a14:useLocalDpi xmlns:a14="http://schemas.microsoft.com/office/drawing/2010/main"/>
              </a:ext>
            </a:extLst>
          </a:blip>
          <a:srcRect/>
          <a:stretch>
            <a:fillRect/>
          </a:stretch>
        </p:blipFill>
        <p:spPr bwMode="auto">
          <a:xfrm>
            <a:off x="9088127" y="4006997"/>
            <a:ext cx="406002" cy="474963"/>
          </a:xfrm>
          <a:prstGeom prst="rect">
            <a:avLst/>
          </a:prstGeom>
          <a:noFill/>
          <a:ln>
            <a:noFill/>
          </a:ln>
          <a:effectLst/>
          <a:extLst/>
        </p:spPr>
      </p:pic>
      <p:grpSp>
        <p:nvGrpSpPr>
          <p:cNvPr id="673" name="Group 672"/>
          <p:cNvGrpSpPr/>
          <p:nvPr/>
        </p:nvGrpSpPr>
        <p:grpSpPr>
          <a:xfrm>
            <a:off x="9720315" y="4018000"/>
            <a:ext cx="420757" cy="474933"/>
            <a:chOff x="8757833" y="2461626"/>
            <a:chExt cx="522153" cy="589383"/>
          </a:xfrm>
        </p:grpSpPr>
        <p:sp>
          <p:nvSpPr>
            <p:cNvPr id="674" name="Freeform 24"/>
            <p:cNvSpPr>
              <a:spLocks/>
            </p:cNvSpPr>
            <p:nvPr/>
          </p:nvSpPr>
          <p:spPr bwMode="auto">
            <a:xfrm>
              <a:off x="8757833" y="2599074"/>
              <a:ext cx="522153" cy="451935"/>
            </a:xfrm>
            <a:custGeom>
              <a:avLst/>
              <a:gdLst>
                <a:gd name="T0" fmla="*/ 296 w 296"/>
                <a:gd name="T1" fmla="*/ 167 h 256"/>
                <a:gd name="T2" fmla="*/ 274 w 296"/>
                <a:gd name="T3" fmla="*/ 207 h 256"/>
                <a:gd name="T4" fmla="*/ 216 w 296"/>
                <a:gd name="T5" fmla="*/ 256 h 256"/>
                <a:gd name="T6" fmla="*/ 159 w 296"/>
                <a:gd name="T7" fmla="*/ 242 h 256"/>
                <a:gd name="T8" fmla="*/ 101 w 296"/>
                <a:gd name="T9" fmla="*/ 256 h 256"/>
                <a:gd name="T10" fmla="*/ 44 w 296"/>
                <a:gd name="T11" fmla="*/ 210 h 256"/>
                <a:gd name="T12" fmla="*/ 24 w 296"/>
                <a:gd name="T13" fmla="*/ 42 h 256"/>
                <a:gd name="T14" fmla="*/ 94 w 296"/>
                <a:gd name="T15" fmla="*/ 0 h 256"/>
                <a:gd name="T16" fmla="*/ 158 w 296"/>
                <a:gd name="T17" fmla="*/ 15 h 256"/>
                <a:gd name="T18" fmla="*/ 222 w 296"/>
                <a:gd name="T19" fmla="*/ 0 h 256"/>
                <a:gd name="T20" fmla="*/ 286 w 296"/>
                <a:gd name="T21" fmla="*/ 34 h 256"/>
                <a:gd name="T22" fmla="*/ 296 w 296"/>
                <a:gd name="T23" fmla="*/ 16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6" h="256">
                  <a:moveTo>
                    <a:pt x="296" y="167"/>
                  </a:moveTo>
                  <a:cubicBezTo>
                    <a:pt x="288" y="184"/>
                    <a:pt x="284" y="192"/>
                    <a:pt x="274" y="207"/>
                  </a:cubicBezTo>
                  <a:cubicBezTo>
                    <a:pt x="260" y="229"/>
                    <a:pt x="240" y="255"/>
                    <a:pt x="216" y="256"/>
                  </a:cubicBezTo>
                  <a:cubicBezTo>
                    <a:pt x="194" y="256"/>
                    <a:pt x="188" y="241"/>
                    <a:pt x="159" y="242"/>
                  </a:cubicBezTo>
                  <a:cubicBezTo>
                    <a:pt x="129" y="242"/>
                    <a:pt x="123" y="256"/>
                    <a:pt x="101" y="256"/>
                  </a:cubicBezTo>
                  <a:cubicBezTo>
                    <a:pt x="76" y="255"/>
                    <a:pt x="58" y="231"/>
                    <a:pt x="44" y="210"/>
                  </a:cubicBezTo>
                  <a:cubicBezTo>
                    <a:pt x="4" y="150"/>
                    <a:pt x="0" y="80"/>
                    <a:pt x="24" y="42"/>
                  </a:cubicBezTo>
                  <a:cubicBezTo>
                    <a:pt x="42" y="16"/>
                    <a:pt x="69" y="0"/>
                    <a:pt x="94" y="0"/>
                  </a:cubicBezTo>
                  <a:cubicBezTo>
                    <a:pt x="120" y="0"/>
                    <a:pt x="137" y="15"/>
                    <a:pt x="158" y="15"/>
                  </a:cubicBezTo>
                  <a:cubicBezTo>
                    <a:pt x="179" y="15"/>
                    <a:pt x="192" y="0"/>
                    <a:pt x="222" y="0"/>
                  </a:cubicBezTo>
                  <a:cubicBezTo>
                    <a:pt x="245" y="0"/>
                    <a:pt x="269" y="13"/>
                    <a:pt x="286" y="34"/>
                  </a:cubicBezTo>
                  <a:cubicBezTo>
                    <a:pt x="230" y="65"/>
                    <a:pt x="239" y="145"/>
                    <a:pt x="296" y="167"/>
                  </a:cubicBezTo>
                  <a:close/>
                </a:path>
              </a:pathLst>
            </a:custGeom>
            <a:solidFill>
              <a:schemeClr val="tx1"/>
            </a:solidFill>
            <a:ln>
              <a:noFill/>
            </a:ln>
            <a:extLst/>
          </p:spPr>
          <p:txBody>
            <a:bodyPr vert="horz" wrap="square" lIns="89593" tIns="44797" rIns="89593" bIns="44797" numCol="1" anchor="t" anchorCtr="0" compatLnSpc="1">
              <a:prstTxWarp prst="textNoShape">
                <a:avLst/>
              </a:prstTxWarp>
            </a:bodyPr>
            <a:lstStyle/>
            <a:p>
              <a:pPr defTabSz="913830"/>
              <a:r>
                <a:rPr lang="en-US" sz="1764" dirty="0">
                  <a:solidFill>
                    <a:srgbClr val="FFFFFF"/>
                  </a:solidFill>
                </a:rPr>
                <a:t>z</a:t>
              </a:r>
            </a:p>
          </p:txBody>
        </p:sp>
        <p:sp>
          <p:nvSpPr>
            <p:cNvPr id="675" name="Freeform 25"/>
            <p:cNvSpPr>
              <a:spLocks/>
            </p:cNvSpPr>
            <p:nvPr/>
          </p:nvSpPr>
          <p:spPr bwMode="auto">
            <a:xfrm>
              <a:off x="9018907" y="2461626"/>
              <a:ext cx="130725" cy="142676"/>
            </a:xfrm>
            <a:custGeom>
              <a:avLst/>
              <a:gdLst>
                <a:gd name="T0" fmla="*/ 55 w 74"/>
                <a:gd name="T1" fmla="*/ 54 h 81"/>
                <a:gd name="T2" fmla="*/ 71 w 74"/>
                <a:gd name="T3" fmla="*/ 0 h 81"/>
                <a:gd name="T4" fmla="*/ 20 w 74"/>
                <a:gd name="T5" fmla="*/ 28 h 81"/>
                <a:gd name="T6" fmla="*/ 4 w 74"/>
                <a:gd name="T7" fmla="*/ 81 h 81"/>
                <a:gd name="T8" fmla="*/ 55 w 74"/>
                <a:gd name="T9" fmla="*/ 54 h 81"/>
              </a:gdLst>
              <a:ahLst/>
              <a:cxnLst>
                <a:cxn ang="0">
                  <a:pos x="T0" y="T1"/>
                </a:cxn>
                <a:cxn ang="0">
                  <a:pos x="T2" y="T3"/>
                </a:cxn>
                <a:cxn ang="0">
                  <a:pos x="T4" y="T5"/>
                </a:cxn>
                <a:cxn ang="0">
                  <a:pos x="T6" y="T7"/>
                </a:cxn>
                <a:cxn ang="0">
                  <a:pos x="T8" y="T9"/>
                </a:cxn>
              </a:cxnLst>
              <a:rect l="0" t="0" r="r" b="b"/>
              <a:pathLst>
                <a:path w="74" h="81">
                  <a:moveTo>
                    <a:pt x="55" y="54"/>
                  </a:moveTo>
                  <a:cubicBezTo>
                    <a:pt x="66" y="40"/>
                    <a:pt x="74" y="21"/>
                    <a:pt x="71" y="0"/>
                  </a:cubicBezTo>
                  <a:cubicBezTo>
                    <a:pt x="54" y="2"/>
                    <a:pt x="33" y="13"/>
                    <a:pt x="20" y="28"/>
                  </a:cubicBezTo>
                  <a:cubicBezTo>
                    <a:pt x="9" y="41"/>
                    <a:pt x="0" y="61"/>
                    <a:pt x="4" y="81"/>
                  </a:cubicBezTo>
                  <a:cubicBezTo>
                    <a:pt x="23" y="81"/>
                    <a:pt x="44" y="70"/>
                    <a:pt x="55" y="54"/>
                  </a:cubicBezTo>
                  <a:close/>
                </a:path>
              </a:pathLst>
            </a:custGeom>
            <a:solidFill>
              <a:schemeClr val="tx1"/>
            </a:solidFill>
            <a:ln>
              <a:noFill/>
            </a:ln>
            <a:extLst/>
          </p:spPr>
          <p:txBody>
            <a:bodyPr vert="horz" wrap="square" lIns="89593" tIns="44797" rIns="89593" bIns="44797" numCol="1" anchor="t" anchorCtr="0" compatLnSpc="1">
              <a:prstTxWarp prst="textNoShape">
                <a:avLst/>
              </a:prstTxWarp>
            </a:bodyPr>
            <a:lstStyle/>
            <a:p>
              <a:pPr defTabSz="913830"/>
              <a:endParaRPr lang="en-US" sz="1764">
                <a:solidFill>
                  <a:srgbClr val="FFFFFF"/>
                </a:solidFill>
              </a:endParaRPr>
            </a:p>
          </p:txBody>
        </p:sp>
      </p:grpSp>
      <p:grpSp>
        <p:nvGrpSpPr>
          <p:cNvPr id="676" name="Group 25"/>
          <p:cNvGrpSpPr>
            <a:grpSpLocks noChangeAspect="1"/>
          </p:cNvGrpSpPr>
          <p:nvPr/>
        </p:nvGrpSpPr>
        <p:grpSpPr bwMode="auto">
          <a:xfrm>
            <a:off x="8211050" y="5634722"/>
            <a:ext cx="1547758" cy="187565"/>
            <a:chOff x="-1699" y="18351"/>
            <a:chExt cx="11074" cy="1342"/>
          </a:xfrm>
        </p:grpSpPr>
        <p:sp>
          <p:nvSpPr>
            <p:cNvPr id="677" name="Freeform 26"/>
            <p:cNvSpPr>
              <a:spLocks/>
            </p:cNvSpPr>
            <p:nvPr/>
          </p:nvSpPr>
          <p:spPr bwMode="auto">
            <a:xfrm>
              <a:off x="-1699" y="18441"/>
              <a:ext cx="1250" cy="1231"/>
            </a:xfrm>
            <a:custGeom>
              <a:avLst/>
              <a:gdLst>
                <a:gd name="T0" fmla="*/ 1250 w 1250"/>
                <a:gd name="T1" fmla="*/ 1231 h 1231"/>
                <a:gd name="T2" fmla="*/ 1109 w 1250"/>
                <a:gd name="T3" fmla="*/ 1231 h 1231"/>
                <a:gd name="T4" fmla="*/ 1109 w 1250"/>
                <a:gd name="T5" fmla="*/ 228 h 1231"/>
                <a:gd name="T6" fmla="*/ 1104 w 1250"/>
                <a:gd name="T7" fmla="*/ 228 h 1231"/>
                <a:gd name="T8" fmla="*/ 662 w 1250"/>
                <a:gd name="T9" fmla="*/ 1231 h 1231"/>
                <a:gd name="T10" fmla="*/ 591 w 1250"/>
                <a:gd name="T11" fmla="*/ 1231 h 1231"/>
                <a:gd name="T12" fmla="*/ 142 w 1250"/>
                <a:gd name="T13" fmla="*/ 223 h 1231"/>
                <a:gd name="T14" fmla="*/ 139 w 1250"/>
                <a:gd name="T15" fmla="*/ 223 h 1231"/>
                <a:gd name="T16" fmla="*/ 139 w 1250"/>
                <a:gd name="T17" fmla="*/ 1231 h 1231"/>
                <a:gd name="T18" fmla="*/ 0 w 1250"/>
                <a:gd name="T19" fmla="*/ 1231 h 1231"/>
                <a:gd name="T20" fmla="*/ 0 w 1250"/>
                <a:gd name="T21" fmla="*/ 0 h 1231"/>
                <a:gd name="T22" fmla="*/ 191 w 1250"/>
                <a:gd name="T23" fmla="*/ 0 h 1231"/>
                <a:gd name="T24" fmla="*/ 622 w 1250"/>
                <a:gd name="T25" fmla="*/ 986 h 1231"/>
                <a:gd name="T26" fmla="*/ 629 w 1250"/>
                <a:gd name="T27" fmla="*/ 986 h 1231"/>
                <a:gd name="T28" fmla="*/ 1071 w 1250"/>
                <a:gd name="T29" fmla="*/ 0 h 1231"/>
                <a:gd name="T30" fmla="*/ 1250 w 1250"/>
                <a:gd name="T31" fmla="*/ 0 h 1231"/>
                <a:gd name="T32" fmla="*/ 1250 w 1250"/>
                <a:gd name="T33" fmla="*/ 1231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0" h="1231">
                  <a:moveTo>
                    <a:pt x="1250" y="1231"/>
                  </a:moveTo>
                  <a:lnTo>
                    <a:pt x="1109" y="1231"/>
                  </a:lnTo>
                  <a:lnTo>
                    <a:pt x="1109" y="228"/>
                  </a:lnTo>
                  <a:lnTo>
                    <a:pt x="1104" y="228"/>
                  </a:lnTo>
                  <a:lnTo>
                    <a:pt x="662" y="1231"/>
                  </a:lnTo>
                  <a:lnTo>
                    <a:pt x="591" y="1231"/>
                  </a:lnTo>
                  <a:lnTo>
                    <a:pt x="142" y="223"/>
                  </a:lnTo>
                  <a:lnTo>
                    <a:pt x="139" y="223"/>
                  </a:lnTo>
                  <a:lnTo>
                    <a:pt x="139" y="1231"/>
                  </a:lnTo>
                  <a:lnTo>
                    <a:pt x="0" y="1231"/>
                  </a:lnTo>
                  <a:lnTo>
                    <a:pt x="0" y="0"/>
                  </a:lnTo>
                  <a:lnTo>
                    <a:pt x="191" y="0"/>
                  </a:lnTo>
                  <a:lnTo>
                    <a:pt x="622" y="986"/>
                  </a:lnTo>
                  <a:lnTo>
                    <a:pt x="629" y="986"/>
                  </a:lnTo>
                  <a:lnTo>
                    <a:pt x="1071" y="0"/>
                  </a:lnTo>
                  <a:lnTo>
                    <a:pt x="1250" y="0"/>
                  </a:lnTo>
                  <a:lnTo>
                    <a:pt x="1250" y="12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78" name="Freeform 27"/>
            <p:cNvSpPr>
              <a:spLocks noEditPoints="1"/>
            </p:cNvSpPr>
            <p:nvPr/>
          </p:nvSpPr>
          <p:spPr bwMode="auto">
            <a:xfrm>
              <a:off x="-222" y="18386"/>
              <a:ext cx="185" cy="1286"/>
            </a:xfrm>
            <a:custGeom>
              <a:avLst/>
              <a:gdLst>
                <a:gd name="T0" fmla="*/ 78 w 78"/>
                <a:gd name="T1" fmla="*/ 38 h 541"/>
                <a:gd name="T2" fmla="*/ 67 w 78"/>
                <a:gd name="T3" fmla="*/ 66 h 541"/>
                <a:gd name="T4" fmla="*/ 39 w 78"/>
                <a:gd name="T5" fmla="*/ 77 h 541"/>
                <a:gd name="T6" fmla="*/ 12 w 78"/>
                <a:gd name="T7" fmla="*/ 66 h 541"/>
                <a:gd name="T8" fmla="*/ 0 w 78"/>
                <a:gd name="T9" fmla="*/ 38 h 541"/>
                <a:gd name="T10" fmla="*/ 11 w 78"/>
                <a:gd name="T11" fmla="*/ 11 h 541"/>
                <a:gd name="T12" fmla="*/ 39 w 78"/>
                <a:gd name="T13" fmla="*/ 0 h 541"/>
                <a:gd name="T14" fmla="*/ 67 w 78"/>
                <a:gd name="T15" fmla="*/ 11 h 541"/>
                <a:gd name="T16" fmla="*/ 78 w 78"/>
                <a:gd name="T17" fmla="*/ 38 h 541"/>
                <a:gd name="T18" fmla="*/ 68 w 78"/>
                <a:gd name="T19" fmla="*/ 541 h 541"/>
                <a:gd name="T20" fmla="*/ 9 w 78"/>
                <a:gd name="T21" fmla="*/ 541 h 541"/>
                <a:gd name="T22" fmla="*/ 9 w 78"/>
                <a:gd name="T23" fmla="*/ 171 h 541"/>
                <a:gd name="T24" fmla="*/ 68 w 78"/>
                <a:gd name="T25" fmla="*/ 171 h 541"/>
                <a:gd name="T26" fmla="*/ 68 w 78"/>
                <a:gd name="T27" fmla="*/ 54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 h="541">
                  <a:moveTo>
                    <a:pt x="78" y="38"/>
                  </a:moveTo>
                  <a:cubicBezTo>
                    <a:pt x="78" y="49"/>
                    <a:pt x="74" y="59"/>
                    <a:pt x="67" y="66"/>
                  </a:cubicBezTo>
                  <a:cubicBezTo>
                    <a:pt x="59" y="73"/>
                    <a:pt x="50" y="77"/>
                    <a:pt x="39" y="77"/>
                  </a:cubicBezTo>
                  <a:cubicBezTo>
                    <a:pt x="28" y="77"/>
                    <a:pt x="19" y="73"/>
                    <a:pt x="12" y="66"/>
                  </a:cubicBezTo>
                  <a:cubicBezTo>
                    <a:pt x="4" y="59"/>
                    <a:pt x="0" y="50"/>
                    <a:pt x="0" y="38"/>
                  </a:cubicBezTo>
                  <a:cubicBezTo>
                    <a:pt x="0" y="28"/>
                    <a:pt x="4" y="19"/>
                    <a:pt x="11" y="11"/>
                  </a:cubicBezTo>
                  <a:cubicBezTo>
                    <a:pt x="19" y="4"/>
                    <a:pt x="28" y="0"/>
                    <a:pt x="39" y="0"/>
                  </a:cubicBezTo>
                  <a:cubicBezTo>
                    <a:pt x="50" y="0"/>
                    <a:pt x="59" y="4"/>
                    <a:pt x="67" y="11"/>
                  </a:cubicBezTo>
                  <a:cubicBezTo>
                    <a:pt x="74" y="19"/>
                    <a:pt x="78" y="28"/>
                    <a:pt x="78" y="38"/>
                  </a:cubicBezTo>
                  <a:close/>
                  <a:moveTo>
                    <a:pt x="68" y="541"/>
                  </a:moveTo>
                  <a:cubicBezTo>
                    <a:pt x="9" y="541"/>
                    <a:pt x="9" y="541"/>
                    <a:pt x="9" y="541"/>
                  </a:cubicBezTo>
                  <a:cubicBezTo>
                    <a:pt x="9" y="171"/>
                    <a:pt x="9" y="171"/>
                    <a:pt x="9" y="171"/>
                  </a:cubicBezTo>
                  <a:cubicBezTo>
                    <a:pt x="68" y="171"/>
                    <a:pt x="68" y="171"/>
                    <a:pt x="68" y="171"/>
                  </a:cubicBezTo>
                  <a:lnTo>
                    <a:pt x="68" y="5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79" name="Freeform 28"/>
            <p:cNvSpPr>
              <a:spLocks/>
            </p:cNvSpPr>
            <p:nvPr/>
          </p:nvSpPr>
          <p:spPr bwMode="auto">
            <a:xfrm>
              <a:off x="100" y="18771"/>
              <a:ext cx="659" cy="922"/>
            </a:xfrm>
            <a:custGeom>
              <a:avLst/>
              <a:gdLst>
                <a:gd name="T0" fmla="*/ 278 w 279"/>
                <a:gd name="T1" fmla="*/ 362 h 388"/>
                <a:gd name="T2" fmla="*/ 176 w 279"/>
                <a:gd name="T3" fmla="*/ 388 h 388"/>
                <a:gd name="T4" fmla="*/ 85 w 279"/>
                <a:gd name="T5" fmla="*/ 365 h 388"/>
                <a:gd name="T6" fmla="*/ 23 w 279"/>
                <a:gd name="T7" fmla="*/ 299 h 388"/>
                <a:gd name="T8" fmla="*/ 0 w 279"/>
                <a:gd name="T9" fmla="*/ 203 h 388"/>
                <a:gd name="T10" fmla="*/ 53 w 279"/>
                <a:gd name="T11" fmla="*/ 56 h 388"/>
                <a:gd name="T12" fmla="*/ 193 w 279"/>
                <a:gd name="T13" fmla="*/ 0 h 388"/>
                <a:gd name="T14" fmla="*/ 279 w 279"/>
                <a:gd name="T15" fmla="*/ 19 h 388"/>
                <a:gd name="T16" fmla="*/ 279 w 279"/>
                <a:gd name="T17" fmla="*/ 80 h 388"/>
                <a:gd name="T18" fmla="*/ 191 w 279"/>
                <a:gd name="T19" fmla="*/ 51 h 388"/>
                <a:gd name="T20" fmla="*/ 97 w 279"/>
                <a:gd name="T21" fmla="*/ 92 h 388"/>
                <a:gd name="T22" fmla="*/ 61 w 279"/>
                <a:gd name="T23" fmla="*/ 198 h 388"/>
                <a:gd name="T24" fmla="*/ 95 w 279"/>
                <a:gd name="T25" fmla="*/ 300 h 388"/>
                <a:gd name="T26" fmla="*/ 187 w 279"/>
                <a:gd name="T27" fmla="*/ 338 h 388"/>
                <a:gd name="T28" fmla="*/ 278 w 279"/>
                <a:gd name="T29" fmla="*/ 306 h 388"/>
                <a:gd name="T30" fmla="*/ 278 w 279"/>
                <a:gd name="T31" fmla="*/ 36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9" h="388">
                  <a:moveTo>
                    <a:pt x="278" y="362"/>
                  </a:moveTo>
                  <a:cubicBezTo>
                    <a:pt x="249" y="380"/>
                    <a:pt x="215" y="388"/>
                    <a:pt x="176" y="388"/>
                  </a:cubicBezTo>
                  <a:cubicBezTo>
                    <a:pt x="143" y="388"/>
                    <a:pt x="112" y="381"/>
                    <a:pt x="85" y="365"/>
                  </a:cubicBezTo>
                  <a:cubicBezTo>
                    <a:pt x="59" y="349"/>
                    <a:pt x="38" y="327"/>
                    <a:pt x="23" y="299"/>
                  </a:cubicBezTo>
                  <a:cubicBezTo>
                    <a:pt x="8" y="271"/>
                    <a:pt x="0" y="239"/>
                    <a:pt x="0" y="203"/>
                  </a:cubicBezTo>
                  <a:cubicBezTo>
                    <a:pt x="0" y="142"/>
                    <a:pt x="18" y="93"/>
                    <a:pt x="53" y="56"/>
                  </a:cubicBezTo>
                  <a:cubicBezTo>
                    <a:pt x="88" y="19"/>
                    <a:pt x="135" y="0"/>
                    <a:pt x="193" y="0"/>
                  </a:cubicBezTo>
                  <a:cubicBezTo>
                    <a:pt x="225" y="0"/>
                    <a:pt x="254" y="6"/>
                    <a:pt x="279" y="19"/>
                  </a:cubicBezTo>
                  <a:cubicBezTo>
                    <a:pt x="279" y="80"/>
                    <a:pt x="279" y="80"/>
                    <a:pt x="279" y="80"/>
                  </a:cubicBezTo>
                  <a:cubicBezTo>
                    <a:pt x="251" y="60"/>
                    <a:pt x="222" y="51"/>
                    <a:pt x="191" y="51"/>
                  </a:cubicBezTo>
                  <a:cubicBezTo>
                    <a:pt x="152" y="51"/>
                    <a:pt x="121" y="64"/>
                    <a:pt x="97" y="92"/>
                  </a:cubicBezTo>
                  <a:cubicBezTo>
                    <a:pt x="73" y="119"/>
                    <a:pt x="61" y="154"/>
                    <a:pt x="61" y="198"/>
                  </a:cubicBezTo>
                  <a:cubicBezTo>
                    <a:pt x="61" y="241"/>
                    <a:pt x="72" y="275"/>
                    <a:pt x="95" y="300"/>
                  </a:cubicBezTo>
                  <a:cubicBezTo>
                    <a:pt x="118" y="325"/>
                    <a:pt x="149" y="338"/>
                    <a:pt x="187" y="338"/>
                  </a:cubicBezTo>
                  <a:cubicBezTo>
                    <a:pt x="219" y="338"/>
                    <a:pt x="250" y="327"/>
                    <a:pt x="278" y="306"/>
                  </a:cubicBezTo>
                  <a:lnTo>
                    <a:pt x="278" y="36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0" name="Freeform 29"/>
            <p:cNvSpPr>
              <a:spLocks/>
            </p:cNvSpPr>
            <p:nvPr/>
          </p:nvSpPr>
          <p:spPr bwMode="auto">
            <a:xfrm>
              <a:off x="913" y="18776"/>
              <a:ext cx="456" cy="896"/>
            </a:xfrm>
            <a:custGeom>
              <a:avLst/>
              <a:gdLst>
                <a:gd name="T0" fmla="*/ 193 w 193"/>
                <a:gd name="T1" fmla="*/ 67 h 377"/>
                <a:gd name="T2" fmla="*/ 148 w 193"/>
                <a:gd name="T3" fmla="*/ 55 h 377"/>
                <a:gd name="T4" fmla="*/ 84 w 193"/>
                <a:gd name="T5" fmla="*/ 92 h 377"/>
                <a:gd name="T6" fmla="*/ 59 w 193"/>
                <a:gd name="T7" fmla="*/ 189 h 377"/>
                <a:gd name="T8" fmla="*/ 59 w 193"/>
                <a:gd name="T9" fmla="*/ 377 h 377"/>
                <a:gd name="T10" fmla="*/ 0 w 193"/>
                <a:gd name="T11" fmla="*/ 377 h 377"/>
                <a:gd name="T12" fmla="*/ 0 w 193"/>
                <a:gd name="T13" fmla="*/ 7 h 377"/>
                <a:gd name="T14" fmla="*/ 59 w 193"/>
                <a:gd name="T15" fmla="*/ 7 h 377"/>
                <a:gd name="T16" fmla="*/ 59 w 193"/>
                <a:gd name="T17" fmla="*/ 83 h 377"/>
                <a:gd name="T18" fmla="*/ 61 w 193"/>
                <a:gd name="T19" fmla="*/ 83 h 377"/>
                <a:gd name="T20" fmla="*/ 99 w 193"/>
                <a:gd name="T21" fmla="*/ 23 h 377"/>
                <a:gd name="T22" fmla="*/ 158 w 193"/>
                <a:gd name="T23" fmla="*/ 0 h 377"/>
                <a:gd name="T24" fmla="*/ 193 w 193"/>
                <a:gd name="T25" fmla="*/ 6 h 377"/>
                <a:gd name="T26" fmla="*/ 193 w 193"/>
                <a:gd name="T27" fmla="*/ 6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3" h="377">
                  <a:moveTo>
                    <a:pt x="193" y="67"/>
                  </a:moveTo>
                  <a:cubicBezTo>
                    <a:pt x="183" y="59"/>
                    <a:pt x="168" y="55"/>
                    <a:pt x="148" y="55"/>
                  </a:cubicBezTo>
                  <a:cubicBezTo>
                    <a:pt x="122" y="55"/>
                    <a:pt x="100" y="67"/>
                    <a:pt x="84" y="92"/>
                  </a:cubicBezTo>
                  <a:cubicBezTo>
                    <a:pt x="68" y="117"/>
                    <a:pt x="59" y="149"/>
                    <a:pt x="59" y="189"/>
                  </a:cubicBezTo>
                  <a:cubicBezTo>
                    <a:pt x="59" y="377"/>
                    <a:pt x="59" y="377"/>
                    <a:pt x="59" y="377"/>
                  </a:cubicBezTo>
                  <a:cubicBezTo>
                    <a:pt x="0" y="377"/>
                    <a:pt x="0" y="377"/>
                    <a:pt x="0" y="377"/>
                  </a:cubicBezTo>
                  <a:cubicBezTo>
                    <a:pt x="0" y="7"/>
                    <a:pt x="0" y="7"/>
                    <a:pt x="0" y="7"/>
                  </a:cubicBezTo>
                  <a:cubicBezTo>
                    <a:pt x="59" y="7"/>
                    <a:pt x="59" y="7"/>
                    <a:pt x="59" y="7"/>
                  </a:cubicBezTo>
                  <a:cubicBezTo>
                    <a:pt x="59" y="83"/>
                    <a:pt x="59" y="83"/>
                    <a:pt x="59" y="83"/>
                  </a:cubicBezTo>
                  <a:cubicBezTo>
                    <a:pt x="61" y="83"/>
                    <a:pt x="61" y="83"/>
                    <a:pt x="61" y="83"/>
                  </a:cubicBezTo>
                  <a:cubicBezTo>
                    <a:pt x="69" y="58"/>
                    <a:pt x="82" y="38"/>
                    <a:pt x="99" y="23"/>
                  </a:cubicBezTo>
                  <a:cubicBezTo>
                    <a:pt x="116" y="8"/>
                    <a:pt x="136" y="0"/>
                    <a:pt x="158" y="0"/>
                  </a:cubicBezTo>
                  <a:cubicBezTo>
                    <a:pt x="173" y="0"/>
                    <a:pt x="185" y="2"/>
                    <a:pt x="193" y="6"/>
                  </a:cubicBezTo>
                  <a:lnTo>
                    <a:pt x="193"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1" name="Freeform 30"/>
            <p:cNvSpPr>
              <a:spLocks noEditPoints="1"/>
            </p:cNvSpPr>
            <p:nvPr/>
          </p:nvSpPr>
          <p:spPr bwMode="auto">
            <a:xfrm>
              <a:off x="1376" y="18771"/>
              <a:ext cx="863" cy="922"/>
            </a:xfrm>
            <a:custGeom>
              <a:avLst/>
              <a:gdLst>
                <a:gd name="T0" fmla="*/ 365 w 365"/>
                <a:gd name="T1" fmla="*/ 193 h 388"/>
                <a:gd name="T2" fmla="*/ 315 w 365"/>
                <a:gd name="T3" fmla="*/ 335 h 388"/>
                <a:gd name="T4" fmla="*/ 181 w 365"/>
                <a:gd name="T5" fmla="*/ 388 h 388"/>
                <a:gd name="T6" fmla="*/ 49 w 365"/>
                <a:gd name="T7" fmla="*/ 336 h 388"/>
                <a:gd name="T8" fmla="*/ 0 w 365"/>
                <a:gd name="T9" fmla="*/ 198 h 388"/>
                <a:gd name="T10" fmla="*/ 51 w 365"/>
                <a:gd name="T11" fmla="*/ 53 h 388"/>
                <a:gd name="T12" fmla="*/ 189 w 365"/>
                <a:gd name="T13" fmla="*/ 0 h 388"/>
                <a:gd name="T14" fmla="*/ 318 w 365"/>
                <a:gd name="T15" fmla="*/ 51 h 388"/>
                <a:gd name="T16" fmla="*/ 365 w 365"/>
                <a:gd name="T17" fmla="*/ 193 h 388"/>
                <a:gd name="T18" fmla="*/ 304 w 365"/>
                <a:gd name="T19" fmla="*/ 195 h 388"/>
                <a:gd name="T20" fmla="*/ 273 w 365"/>
                <a:gd name="T21" fmla="*/ 88 h 388"/>
                <a:gd name="T22" fmla="*/ 185 w 365"/>
                <a:gd name="T23" fmla="*/ 51 h 388"/>
                <a:gd name="T24" fmla="*/ 94 w 365"/>
                <a:gd name="T25" fmla="*/ 89 h 388"/>
                <a:gd name="T26" fmla="*/ 61 w 365"/>
                <a:gd name="T27" fmla="*/ 196 h 388"/>
                <a:gd name="T28" fmla="*/ 95 w 365"/>
                <a:gd name="T29" fmla="*/ 300 h 388"/>
                <a:gd name="T30" fmla="*/ 185 w 365"/>
                <a:gd name="T31" fmla="*/ 338 h 388"/>
                <a:gd name="T32" fmla="*/ 273 w 365"/>
                <a:gd name="T33" fmla="*/ 301 h 388"/>
                <a:gd name="T34" fmla="*/ 304 w 365"/>
                <a:gd name="T35" fmla="*/ 195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5" h="388">
                  <a:moveTo>
                    <a:pt x="365" y="193"/>
                  </a:moveTo>
                  <a:cubicBezTo>
                    <a:pt x="365" y="252"/>
                    <a:pt x="348" y="299"/>
                    <a:pt x="315" y="335"/>
                  </a:cubicBezTo>
                  <a:cubicBezTo>
                    <a:pt x="281" y="370"/>
                    <a:pt x="237" y="388"/>
                    <a:pt x="181" y="388"/>
                  </a:cubicBezTo>
                  <a:cubicBezTo>
                    <a:pt x="126" y="388"/>
                    <a:pt x="82" y="371"/>
                    <a:pt x="49" y="336"/>
                  </a:cubicBezTo>
                  <a:cubicBezTo>
                    <a:pt x="17" y="301"/>
                    <a:pt x="0" y="255"/>
                    <a:pt x="0" y="198"/>
                  </a:cubicBezTo>
                  <a:cubicBezTo>
                    <a:pt x="0" y="137"/>
                    <a:pt x="17" y="89"/>
                    <a:pt x="51" y="53"/>
                  </a:cubicBezTo>
                  <a:cubicBezTo>
                    <a:pt x="84" y="18"/>
                    <a:pt x="130" y="0"/>
                    <a:pt x="189" y="0"/>
                  </a:cubicBezTo>
                  <a:cubicBezTo>
                    <a:pt x="244" y="0"/>
                    <a:pt x="287" y="17"/>
                    <a:pt x="318" y="51"/>
                  </a:cubicBezTo>
                  <a:cubicBezTo>
                    <a:pt x="349" y="86"/>
                    <a:pt x="365" y="133"/>
                    <a:pt x="365" y="193"/>
                  </a:cubicBezTo>
                  <a:close/>
                  <a:moveTo>
                    <a:pt x="304" y="195"/>
                  </a:moveTo>
                  <a:cubicBezTo>
                    <a:pt x="304" y="148"/>
                    <a:pt x="294" y="113"/>
                    <a:pt x="273" y="88"/>
                  </a:cubicBezTo>
                  <a:cubicBezTo>
                    <a:pt x="253" y="63"/>
                    <a:pt x="223" y="51"/>
                    <a:pt x="185" y="51"/>
                  </a:cubicBezTo>
                  <a:cubicBezTo>
                    <a:pt x="147" y="51"/>
                    <a:pt x="117" y="63"/>
                    <a:pt x="94" y="89"/>
                  </a:cubicBezTo>
                  <a:cubicBezTo>
                    <a:pt x="72" y="114"/>
                    <a:pt x="61" y="150"/>
                    <a:pt x="61" y="196"/>
                  </a:cubicBezTo>
                  <a:cubicBezTo>
                    <a:pt x="61" y="241"/>
                    <a:pt x="72" y="275"/>
                    <a:pt x="95" y="300"/>
                  </a:cubicBezTo>
                  <a:cubicBezTo>
                    <a:pt x="117" y="325"/>
                    <a:pt x="147" y="338"/>
                    <a:pt x="185" y="338"/>
                  </a:cubicBezTo>
                  <a:cubicBezTo>
                    <a:pt x="223" y="338"/>
                    <a:pt x="253" y="325"/>
                    <a:pt x="273" y="301"/>
                  </a:cubicBezTo>
                  <a:cubicBezTo>
                    <a:pt x="294" y="276"/>
                    <a:pt x="304" y="241"/>
                    <a:pt x="304" y="1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2" name="Freeform 31"/>
            <p:cNvSpPr>
              <a:spLocks/>
            </p:cNvSpPr>
            <p:nvPr/>
          </p:nvSpPr>
          <p:spPr bwMode="auto">
            <a:xfrm>
              <a:off x="2341" y="18771"/>
              <a:ext cx="536" cy="922"/>
            </a:xfrm>
            <a:custGeom>
              <a:avLst/>
              <a:gdLst>
                <a:gd name="T0" fmla="*/ 227 w 227"/>
                <a:gd name="T1" fmla="*/ 280 h 388"/>
                <a:gd name="T2" fmla="*/ 190 w 227"/>
                <a:gd name="T3" fmla="*/ 358 h 388"/>
                <a:gd name="T4" fmla="*/ 92 w 227"/>
                <a:gd name="T5" fmla="*/ 388 h 388"/>
                <a:gd name="T6" fmla="*/ 0 w 227"/>
                <a:gd name="T7" fmla="*/ 366 h 388"/>
                <a:gd name="T8" fmla="*/ 0 w 227"/>
                <a:gd name="T9" fmla="*/ 302 h 388"/>
                <a:gd name="T10" fmla="*/ 96 w 227"/>
                <a:gd name="T11" fmla="*/ 338 h 388"/>
                <a:gd name="T12" fmla="*/ 167 w 227"/>
                <a:gd name="T13" fmla="*/ 286 h 388"/>
                <a:gd name="T14" fmla="*/ 153 w 227"/>
                <a:gd name="T15" fmla="*/ 252 h 388"/>
                <a:gd name="T16" fmla="*/ 90 w 227"/>
                <a:gd name="T17" fmla="*/ 216 h 388"/>
                <a:gd name="T18" fmla="*/ 21 w 227"/>
                <a:gd name="T19" fmla="*/ 171 h 388"/>
                <a:gd name="T20" fmla="*/ 1 w 227"/>
                <a:gd name="T21" fmla="*/ 107 h 388"/>
                <a:gd name="T22" fmla="*/ 38 w 227"/>
                <a:gd name="T23" fmla="*/ 31 h 388"/>
                <a:gd name="T24" fmla="*/ 131 w 227"/>
                <a:gd name="T25" fmla="*/ 0 h 388"/>
                <a:gd name="T26" fmla="*/ 210 w 227"/>
                <a:gd name="T27" fmla="*/ 17 h 388"/>
                <a:gd name="T28" fmla="*/ 210 w 227"/>
                <a:gd name="T29" fmla="*/ 77 h 388"/>
                <a:gd name="T30" fmla="*/ 126 w 227"/>
                <a:gd name="T31" fmla="*/ 51 h 388"/>
                <a:gd name="T32" fmla="*/ 79 w 227"/>
                <a:gd name="T33" fmla="*/ 65 h 388"/>
                <a:gd name="T34" fmla="*/ 61 w 227"/>
                <a:gd name="T35" fmla="*/ 102 h 388"/>
                <a:gd name="T36" fmla="*/ 75 w 227"/>
                <a:gd name="T37" fmla="*/ 140 h 388"/>
                <a:gd name="T38" fmla="*/ 132 w 227"/>
                <a:gd name="T39" fmla="*/ 171 h 388"/>
                <a:gd name="T40" fmla="*/ 206 w 227"/>
                <a:gd name="T41" fmla="*/ 218 h 388"/>
                <a:gd name="T42" fmla="*/ 227 w 227"/>
                <a:gd name="T43" fmla="*/ 280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388">
                  <a:moveTo>
                    <a:pt x="227" y="280"/>
                  </a:moveTo>
                  <a:cubicBezTo>
                    <a:pt x="227" y="312"/>
                    <a:pt x="215" y="338"/>
                    <a:pt x="190" y="358"/>
                  </a:cubicBezTo>
                  <a:cubicBezTo>
                    <a:pt x="166" y="378"/>
                    <a:pt x="133" y="388"/>
                    <a:pt x="92" y="388"/>
                  </a:cubicBezTo>
                  <a:cubicBezTo>
                    <a:pt x="57" y="388"/>
                    <a:pt x="26" y="381"/>
                    <a:pt x="0" y="366"/>
                  </a:cubicBezTo>
                  <a:cubicBezTo>
                    <a:pt x="0" y="302"/>
                    <a:pt x="0" y="302"/>
                    <a:pt x="0" y="302"/>
                  </a:cubicBezTo>
                  <a:cubicBezTo>
                    <a:pt x="29" y="326"/>
                    <a:pt x="61" y="338"/>
                    <a:pt x="96" y="338"/>
                  </a:cubicBezTo>
                  <a:cubicBezTo>
                    <a:pt x="143" y="338"/>
                    <a:pt x="167" y="320"/>
                    <a:pt x="167" y="286"/>
                  </a:cubicBezTo>
                  <a:cubicBezTo>
                    <a:pt x="167" y="272"/>
                    <a:pt x="162" y="261"/>
                    <a:pt x="153" y="252"/>
                  </a:cubicBezTo>
                  <a:cubicBezTo>
                    <a:pt x="144" y="243"/>
                    <a:pt x="123" y="231"/>
                    <a:pt x="90" y="216"/>
                  </a:cubicBezTo>
                  <a:cubicBezTo>
                    <a:pt x="58" y="202"/>
                    <a:pt x="34" y="187"/>
                    <a:pt x="21" y="171"/>
                  </a:cubicBezTo>
                  <a:cubicBezTo>
                    <a:pt x="7" y="155"/>
                    <a:pt x="1" y="134"/>
                    <a:pt x="1" y="107"/>
                  </a:cubicBezTo>
                  <a:cubicBezTo>
                    <a:pt x="1" y="77"/>
                    <a:pt x="13" y="51"/>
                    <a:pt x="38" y="31"/>
                  </a:cubicBezTo>
                  <a:cubicBezTo>
                    <a:pt x="62" y="10"/>
                    <a:pt x="93" y="0"/>
                    <a:pt x="131" y="0"/>
                  </a:cubicBezTo>
                  <a:cubicBezTo>
                    <a:pt x="160" y="0"/>
                    <a:pt x="187" y="6"/>
                    <a:pt x="210" y="17"/>
                  </a:cubicBezTo>
                  <a:cubicBezTo>
                    <a:pt x="210" y="77"/>
                    <a:pt x="210" y="77"/>
                    <a:pt x="210" y="77"/>
                  </a:cubicBezTo>
                  <a:cubicBezTo>
                    <a:pt x="186" y="59"/>
                    <a:pt x="158" y="51"/>
                    <a:pt x="126" y="51"/>
                  </a:cubicBezTo>
                  <a:cubicBezTo>
                    <a:pt x="107" y="51"/>
                    <a:pt x="91" y="55"/>
                    <a:pt x="79" y="65"/>
                  </a:cubicBezTo>
                  <a:cubicBezTo>
                    <a:pt x="67" y="75"/>
                    <a:pt x="61" y="87"/>
                    <a:pt x="61" y="102"/>
                  </a:cubicBezTo>
                  <a:cubicBezTo>
                    <a:pt x="61" y="119"/>
                    <a:pt x="66" y="131"/>
                    <a:pt x="75" y="140"/>
                  </a:cubicBezTo>
                  <a:cubicBezTo>
                    <a:pt x="84" y="149"/>
                    <a:pt x="103" y="159"/>
                    <a:pt x="132" y="171"/>
                  </a:cubicBezTo>
                  <a:cubicBezTo>
                    <a:pt x="167" y="186"/>
                    <a:pt x="192" y="202"/>
                    <a:pt x="206" y="218"/>
                  </a:cubicBezTo>
                  <a:cubicBezTo>
                    <a:pt x="220" y="235"/>
                    <a:pt x="227" y="255"/>
                    <a:pt x="227" y="2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3" name="Freeform 32"/>
            <p:cNvSpPr>
              <a:spLocks noEditPoints="1"/>
            </p:cNvSpPr>
            <p:nvPr/>
          </p:nvSpPr>
          <p:spPr bwMode="auto">
            <a:xfrm>
              <a:off x="2960" y="18771"/>
              <a:ext cx="863" cy="922"/>
            </a:xfrm>
            <a:custGeom>
              <a:avLst/>
              <a:gdLst>
                <a:gd name="T0" fmla="*/ 365 w 365"/>
                <a:gd name="T1" fmla="*/ 193 h 388"/>
                <a:gd name="T2" fmla="*/ 315 w 365"/>
                <a:gd name="T3" fmla="*/ 335 h 388"/>
                <a:gd name="T4" fmla="*/ 180 w 365"/>
                <a:gd name="T5" fmla="*/ 388 h 388"/>
                <a:gd name="T6" fmla="*/ 49 w 365"/>
                <a:gd name="T7" fmla="*/ 336 h 388"/>
                <a:gd name="T8" fmla="*/ 0 w 365"/>
                <a:gd name="T9" fmla="*/ 198 h 388"/>
                <a:gd name="T10" fmla="*/ 51 w 365"/>
                <a:gd name="T11" fmla="*/ 53 h 388"/>
                <a:gd name="T12" fmla="*/ 189 w 365"/>
                <a:gd name="T13" fmla="*/ 0 h 388"/>
                <a:gd name="T14" fmla="*/ 318 w 365"/>
                <a:gd name="T15" fmla="*/ 51 h 388"/>
                <a:gd name="T16" fmla="*/ 365 w 365"/>
                <a:gd name="T17" fmla="*/ 193 h 388"/>
                <a:gd name="T18" fmla="*/ 304 w 365"/>
                <a:gd name="T19" fmla="*/ 195 h 388"/>
                <a:gd name="T20" fmla="*/ 273 w 365"/>
                <a:gd name="T21" fmla="*/ 88 h 388"/>
                <a:gd name="T22" fmla="*/ 185 w 365"/>
                <a:gd name="T23" fmla="*/ 51 h 388"/>
                <a:gd name="T24" fmla="*/ 94 w 365"/>
                <a:gd name="T25" fmla="*/ 89 h 388"/>
                <a:gd name="T26" fmla="*/ 61 w 365"/>
                <a:gd name="T27" fmla="*/ 196 h 388"/>
                <a:gd name="T28" fmla="*/ 95 w 365"/>
                <a:gd name="T29" fmla="*/ 300 h 388"/>
                <a:gd name="T30" fmla="*/ 185 w 365"/>
                <a:gd name="T31" fmla="*/ 338 h 388"/>
                <a:gd name="T32" fmla="*/ 273 w 365"/>
                <a:gd name="T33" fmla="*/ 301 h 388"/>
                <a:gd name="T34" fmla="*/ 304 w 365"/>
                <a:gd name="T35" fmla="*/ 195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5" h="388">
                  <a:moveTo>
                    <a:pt x="365" y="193"/>
                  </a:moveTo>
                  <a:cubicBezTo>
                    <a:pt x="365" y="252"/>
                    <a:pt x="348" y="299"/>
                    <a:pt x="315" y="335"/>
                  </a:cubicBezTo>
                  <a:cubicBezTo>
                    <a:pt x="281" y="370"/>
                    <a:pt x="237" y="388"/>
                    <a:pt x="180" y="388"/>
                  </a:cubicBezTo>
                  <a:cubicBezTo>
                    <a:pt x="126" y="388"/>
                    <a:pt x="82" y="371"/>
                    <a:pt x="49" y="336"/>
                  </a:cubicBezTo>
                  <a:cubicBezTo>
                    <a:pt x="17" y="301"/>
                    <a:pt x="0" y="255"/>
                    <a:pt x="0" y="198"/>
                  </a:cubicBezTo>
                  <a:cubicBezTo>
                    <a:pt x="0" y="137"/>
                    <a:pt x="17" y="89"/>
                    <a:pt x="51" y="53"/>
                  </a:cubicBezTo>
                  <a:cubicBezTo>
                    <a:pt x="84" y="18"/>
                    <a:pt x="130" y="0"/>
                    <a:pt x="189" y="0"/>
                  </a:cubicBezTo>
                  <a:cubicBezTo>
                    <a:pt x="244" y="0"/>
                    <a:pt x="287" y="17"/>
                    <a:pt x="318" y="51"/>
                  </a:cubicBezTo>
                  <a:cubicBezTo>
                    <a:pt x="349" y="86"/>
                    <a:pt x="365" y="133"/>
                    <a:pt x="365" y="193"/>
                  </a:cubicBezTo>
                  <a:close/>
                  <a:moveTo>
                    <a:pt x="304" y="195"/>
                  </a:moveTo>
                  <a:cubicBezTo>
                    <a:pt x="304" y="148"/>
                    <a:pt x="294" y="113"/>
                    <a:pt x="273" y="88"/>
                  </a:cubicBezTo>
                  <a:cubicBezTo>
                    <a:pt x="253" y="63"/>
                    <a:pt x="223" y="51"/>
                    <a:pt x="185" y="51"/>
                  </a:cubicBezTo>
                  <a:cubicBezTo>
                    <a:pt x="147" y="51"/>
                    <a:pt x="117" y="63"/>
                    <a:pt x="94" y="89"/>
                  </a:cubicBezTo>
                  <a:cubicBezTo>
                    <a:pt x="72" y="114"/>
                    <a:pt x="61" y="150"/>
                    <a:pt x="61" y="196"/>
                  </a:cubicBezTo>
                  <a:cubicBezTo>
                    <a:pt x="61" y="241"/>
                    <a:pt x="72" y="275"/>
                    <a:pt x="95" y="300"/>
                  </a:cubicBezTo>
                  <a:cubicBezTo>
                    <a:pt x="117" y="325"/>
                    <a:pt x="147" y="338"/>
                    <a:pt x="185" y="338"/>
                  </a:cubicBezTo>
                  <a:cubicBezTo>
                    <a:pt x="223" y="338"/>
                    <a:pt x="253" y="325"/>
                    <a:pt x="273" y="301"/>
                  </a:cubicBezTo>
                  <a:cubicBezTo>
                    <a:pt x="294" y="276"/>
                    <a:pt x="304" y="241"/>
                    <a:pt x="304" y="1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4" name="Freeform 33"/>
            <p:cNvSpPr>
              <a:spLocks/>
            </p:cNvSpPr>
            <p:nvPr/>
          </p:nvSpPr>
          <p:spPr bwMode="auto">
            <a:xfrm>
              <a:off x="3856" y="18351"/>
              <a:ext cx="529" cy="1321"/>
            </a:xfrm>
            <a:custGeom>
              <a:avLst/>
              <a:gdLst>
                <a:gd name="T0" fmla="*/ 224 w 224"/>
                <a:gd name="T1" fmla="*/ 60 h 556"/>
                <a:gd name="T2" fmla="*/ 184 w 224"/>
                <a:gd name="T3" fmla="*/ 50 h 556"/>
                <a:gd name="T4" fmla="*/ 122 w 224"/>
                <a:gd name="T5" fmla="*/ 129 h 556"/>
                <a:gd name="T6" fmla="*/ 122 w 224"/>
                <a:gd name="T7" fmla="*/ 186 h 556"/>
                <a:gd name="T8" fmla="*/ 209 w 224"/>
                <a:gd name="T9" fmla="*/ 186 h 556"/>
                <a:gd name="T10" fmla="*/ 209 w 224"/>
                <a:gd name="T11" fmla="*/ 236 h 556"/>
                <a:gd name="T12" fmla="*/ 122 w 224"/>
                <a:gd name="T13" fmla="*/ 236 h 556"/>
                <a:gd name="T14" fmla="*/ 122 w 224"/>
                <a:gd name="T15" fmla="*/ 556 h 556"/>
                <a:gd name="T16" fmla="*/ 63 w 224"/>
                <a:gd name="T17" fmla="*/ 556 h 556"/>
                <a:gd name="T18" fmla="*/ 63 w 224"/>
                <a:gd name="T19" fmla="*/ 236 h 556"/>
                <a:gd name="T20" fmla="*/ 0 w 224"/>
                <a:gd name="T21" fmla="*/ 236 h 556"/>
                <a:gd name="T22" fmla="*/ 0 w 224"/>
                <a:gd name="T23" fmla="*/ 186 h 556"/>
                <a:gd name="T24" fmla="*/ 63 w 224"/>
                <a:gd name="T25" fmla="*/ 186 h 556"/>
                <a:gd name="T26" fmla="*/ 63 w 224"/>
                <a:gd name="T27" fmla="*/ 126 h 556"/>
                <a:gd name="T28" fmla="*/ 96 w 224"/>
                <a:gd name="T29" fmla="*/ 35 h 556"/>
                <a:gd name="T30" fmla="*/ 181 w 224"/>
                <a:gd name="T31" fmla="*/ 0 h 556"/>
                <a:gd name="T32" fmla="*/ 224 w 224"/>
                <a:gd name="T33" fmla="*/ 7 h 556"/>
                <a:gd name="T34" fmla="*/ 224 w 224"/>
                <a:gd name="T35" fmla="*/ 6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556">
                  <a:moveTo>
                    <a:pt x="224" y="60"/>
                  </a:moveTo>
                  <a:cubicBezTo>
                    <a:pt x="212" y="54"/>
                    <a:pt x="199" y="50"/>
                    <a:pt x="184" y="50"/>
                  </a:cubicBezTo>
                  <a:cubicBezTo>
                    <a:pt x="143" y="50"/>
                    <a:pt x="122" y="77"/>
                    <a:pt x="122" y="129"/>
                  </a:cubicBezTo>
                  <a:cubicBezTo>
                    <a:pt x="122" y="186"/>
                    <a:pt x="122" y="186"/>
                    <a:pt x="122" y="186"/>
                  </a:cubicBezTo>
                  <a:cubicBezTo>
                    <a:pt x="209" y="186"/>
                    <a:pt x="209" y="186"/>
                    <a:pt x="209" y="186"/>
                  </a:cubicBezTo>
                  <a:cubicBezTo>
                    <a:pt x="209" y="236"/>
                    <a:pt x="209" y="236"/>
                    <a:pt x="209" y="236"/>
                  </a:cubicBezTo>
                  <a:cubicBezTo>
                    <a:pt x="122" y="236"/>
                    <a:pt x="122" y="236"/>
                    <a:pt x="122" y="236"/>
                  </a:cubicBezTo>
                  <a:cubicBezTo>
                    <a:pt x="122" y="556"/>
                    <a:pt x="122" y="556"/>
                    <a:pt x="122" y="556"/>
                  </a:cubicBezTo>
                  <a:cubicBezTo>
                    <a:pt x="63" y="556"/>
                    <a:pt x="63" y="556"/>
                    <a:pt x="63" y="556"/>
                  </a:cubicBezTo>
                  <a:cubicBezTo>
                    <a:pt x="63" y="236"/>
                    <a:pt x="63" y="236"/>
                    <a:pt x="63" y="236"/>
                  </a:cubicBezTo>
                  <a:cubicBezTo>
                    <a:pt x="0" y="236"/>
                    <a:pt x="0" y="236"/>
                    <a:pt x="0" y="236"/>
                  </a:cubicBezTo>
                  <a:cubicBezTo>
                    <a:pt x="0" y="186"/>
                    <a:pt x="0" y="186"/>
                    <a:pt x="0" y="186"/>
                  </a:cubicBezTo>
                  <a:cubicBezTo>
                    <a:pt x="63" y="186"/>
                    <a:pt x="63" y="186"/>
                    <a:pt x="63" y="186"/>
                  </a:cubicBezTo>
                  <a:cubicBezTo>
                    <a:pt x="63" y="126"/>
                    <a:pt x="63" y="126"/>
                    <a:pt x="63" y="126"/>
                  </a:cubicBezTo>
                  <a:cubicBezTo>
                    <a:pt x="63" y="88"/>
                    <a:pt x="74" y="58"/>
                    <a:pt x="96" y="35"/>
                  </a:cubicBezTo>
                  <a:cubicBezTo>
                    <a:pt x="118" y="12"/>
                    <a:pt x="146" y="0"/>
                    <a:pt x="181" y="0"/>
                  </a:cubicBezTo>
                  <a:cubicBezTo>
                    <a:pt x="199" y="0"/>
                    <a:pt x="213" y="2"/>
                    <a:pt x="224" y="7"/>
                  </a:cubicBezTo>
                  <a:lnTo>
                    <a:pt x="224" y="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5" name="Freeform 34"/>
            <p:cNvSpPr>
              <a:spLocks/>
            </p:cNvSpPr>
            <p:nvPr/>
          </p:nvSpPr>
          <p:spPr bwMode="auto">
            <a:xfrm>
              <a:off x="4338" y="18531"/>
              <a:ext cx="513" cy="1162"/>
            </a:xfrm>
            <a:custGeom>
              <a:avLst/>
              <a:gdLst>
                <a:gd name="T0" fmla="*/ 217 w 217"/>
                <a:gd name="T1" fmla="*/ 477 h 489"/>
                <a:gd name="T2" fmla="*/ 161 w 217"/>
                <a:gd name="T3" fmla="*/ 489 h 489"/>
                <a:gd name="T4" fmla="*/ 64 w 217"/>
                <a:gd name="T5" fmla="*/ 379 h 489"/>
                <a:gd name="T6" fmla="*/ 64 w 217"/>
                <a:gd name="T7" fmla="*/ 160 h 489"/>
                <a:gd name="T8" fmla="*/ 0 w 217"/>
                <a:gd name="T9" fmla="*/ 160 h 489"/>
                <a:gd name="T10" fmla="*/ 0 w 217"/>
                <a:gd name="T11" fmla="*/ 110 h 489"/>
                <a:gd name="T12" fmla="*/ 64 w 217"/>
                <a:gd name="T13" fmla="*/ 110 h 489"/>
                <a:gd name="T14" fmla="*/ 64 w 217"/>
                <a:gd name="T15" fmla="*/ 20 h 489"/>
                <a:gd name="T16" fmla="*/ 123 w 217"/>
                <a:gd name="T17" fmla="*/ 0 h 489"/>
                <a:gd name="T18" fmla="*/ 123 w 217"/>
                <a:gd name="T19" fmla="*/ 110 h 489"/>
                <a:gd name="T20" fmla="*/ 217 w 217"/>
                <a:gd name="T21" fmla="*/ 110 h 489"/>
                <a:gd name="T22" fmla="*/ 217 w 217"/>
                <a:gd name="T23" fmla="*/ 160 h 489"/>
                <a:gd name="T24" fmla="*/ 123 w 217"/>
                <a:gd name="T25" fmla="*/ 160 h 489"/>
                <a:gd name="T26" fmla="*/ 123 w 217"/>
                <a:gd name="T27" fmla="*/ 369 h 489"/>
                <a:gd name="T28" fmla="*/ 136 w 217"/>
                <a:gd name="T29" fmla="*/ 422 h 489"/>
                <a:gd name="T30" fmla="*/ 178 w 217"/>
                <a:gd name="T31" fmla="*/ 438 h 489"/>
                <a:gd name="T32" fmla="*/ 217 w 217"/>
                <a:gd name="T33" fmla="*/ 426 h 489"/>
                <a:gd name="T34" fmla="*/ 217 w 217"/>
                <a:gd name="T35" fmla="*/ 477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489">
                  <a:moveTo>
                    <a:pt x="217" y="477"/>
                  </a:moveTo>
                  <a:cubicBezTo>
                    <a:pt x="203" y="485"/>
                    <a:pt x="184" y="489"/>
                    <a:pt x="161" y="489"/>
                  </a:cubicBezTo>
                  <a:cubicBezTo>
                    <a:pt x="96" y="489"/>
                    <a:pt x="64" y="452"/>
                    <a:pt x="64" y="379"/>
                  </a:cubicBezTo>
                  <a:cubicBezTo>
                    <a:pt x="64" y="160"/>
                    <a:pt x="64" y="160"/>
                    <a:pt x="64" y="160"/>
                  </a:cubicBezTo>
                  <a:cubicBezTo>
                    <a:pt x="0" y="160"/>
                    <a:pt x="0" y="160"/>
                    <a:pt x="0" y="160"/>
                  </a:cubicBezTo>
                  <a:cubicBezTo>
                    <a:pt x="0" y="110"/>
                    <a:pt x="0" y="110"/>
                    <a:pt x="0" y="110"/>
                  </a:cubicBezTo>
                  <a:cubicBezTo>
                    <a:pt x="64" y="110"/>
                    <a:pt x="64" y="110"/>
                    <a:pt x="64" y="110"/>
                  </a:cubicBezTo>
                  <a:cubicBezTo>
                    <a:pt x="64" y="20"/>
                    <a:pt x="64" y="20"/>
                    <a:pt x="64" y="20"/>
                  </a:cubicBezTo>
                  <a:cubicBezTo>
                    <a:pt x="123" y="0"/>
                    <a:pt x="123" y="0"/>
                    <a:pt x="123" y="0"/>
                  </a:cubicBezTo>
                  <a:cubicBezTo>
                    <a:pt x="123" y="110"/>
                    <a:pt x="123" y="110"/>
                    <a:pt x="123" y="110"/>
                  </a:cubicBezTo>
                  <a:cubicBezTo>
                    <a:pt x="217" y="110"/>
                    <a:pt x="217" y="110"/>
                    <a:pt x="217" y="110"/>
                  </a:cubicBezTo>
                  <a:cubicBezTo>
                    <a:pt x="217" y="160"/>
                    <a:pt x="217" y="160"/>
                    <a:pt x="217" y="160"/>
                  </a:cubicBezTo>
                  <a:cubicBezTo>
                    <a:pt x="123" y="160"/>
                    <a:pt x="123" y="160"/>
                    <a:pt x="123" y="160"/>
                  </a:cubicBezTo>
                  <a:cubicBezTo>
                    <a:pt x="123" y="369"/>
                    <a:pt x="123" y="369"/>
                    <a:pt x="123" y="369"/>
                  </a:cubicBezTo>
                  <a:cubicBezTo>
                    <a:pt x="123" y="394"/>
                    <a:pt x="128" y="412"/>
                    <a:pt x="136" y="422"/>
                  </a:cubicBezTo>
                  <a:cubicBezTo>
                    <a:pt x="145" y="433"/>
                    <a:pt x="159" y="438"/>
                    <a:pt x="178" y="438"/>
                  </a:cubicBezTo>
                  <a:cubicBezTo>
                    <a:pt x="193" y="438"/>
                    <a:pt x="206" y="434"/>
                    <a:pt x="217" y="426"/>
                  </a:cubicBezTo>
                  <a:lnTo>
                    <a:pt x="217" y="4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6" name="Freeform 35"/>
            <p:cNvSpPr>
              <a:spLocks noEditPoints="1"/>
            </p:cNvSpPr>
            <p:nvPr/>
          </p:nvSpPr>
          <p:spPr bwMode="auto">
            <a:xfrm>
              <a:off x="5212" y="18441"/>
              <a:ext cx="1090" cy="1231"/>
            </a:xfrm>
            <a:custGeom>
              <a:avLst/>
              <a:gdLst>
                <a:gd name="T0" fmla="*/ 1090 w 1090"/>
                <a:gd name="T1" fmla="*/ 1231 h 1231"/>
                <a:gd name="T2" fmla="*/ 932 w 1090"/>
                <a:gd name="T3" fmla="*/ 1231 h 1231"/>
                <a:gd name="T4" fmla="*/ 802 w 1090"/>
                <a:gd name="T5" fmla="*/ 886 h 1231"/>
                <a:gd name="T6" fmla="*/ 282 w 1090"/>
                <a:gd name="T7" fmla="*/ 886 h 1231"/>
                <a:gd name="T8" fmla="*/ 159 w 1090"/>
                <a:gd name="T9" fmla="*/ 1231 h 1231"/>
                <a:gd name="T10" fmla="*/ 0 w 1090"/>
                <a:gd name="T11" fmla="*/ 1231 h 1231"/>
                <a:gd name="T12" fmla="*/ 468 w 1090"/>
                <a:gd name="T13" fmla="*/ 0 h 1231"/>
                <a:gd name="T14" fmla="*/ 617 w 1090"/>
                <a:gd name="T15" fmla="*/ 0 h 1231"/>
                <a:gd name="T16" fmla="*/ 1090 w 1090"/>
                <a:gd name="T17" fmla="*/ 1231 h 1231"/>
                <a:gd name="T18" fmla="*/ 754 w 1090"/>
                <a:gd name="T19" fmla="*/ 755 h 1231"/>
                <a:gd name="T20" fmla="*/ 542 w 1090"/>
                <a:gd name="T21" fmla="*/ 180 h 1231"/>
                <a:gd name="T22" fmla="*/ 539 w 1090"/>
                <a:gd name="T23" fmla="*/ 180 h 1231"/>
                <a:gd name="T24" fmla="*/ 329 w 1090"/>
                <a:gd name="T25" fmla="*/ 755 h 1231"/>
                <a:gd name="T26" fmla="*/ 754 w 1090"/>
                <a:gd name="T27" fmla="*/ 755 h 1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90" h="1231">
                  <a:moveTo>
                    <a:pt x="1090" y="1231"/>
                  </a:moveTo>
                  <a:lnTo>
                    <a:pt x="932" y="1231"/>
                  </a:lnTo>
                  <a:lnTo>
                    <a:pt x="802" y="886"/>
                  </a:lnTo>
                  <a:lnTo>
                    <a:pt x="282" y="886"/>
                  </a:lnTo>
                  <a:lnTo>
                    <a:pt x="159" y="1231"/>
                  </a:lnTo>
                  <a:lnTo>
                    <a:pt x="0" y="1231"/>
                  </a:lnTo>
                  <a:lnTo>
                    <a:pt x="468" y="0"/>
                  </a:lnTo>
                  <a:lnTo>
                    <a:pt x="617" y="0"/>
                  </a:lnTo>
                  <a:lnTo>
                    <a:pt x="1090" y="1231"/>
                  </a:lnTo>
                  <a:close/>
                  <a:moveTo>
                    <a:pt x="754" y="755"/>
                  </a:moveTo>
                  <a:lnTo>
                    <a:pt x="542" y="180"/>
                  </a:lnTo>
                  <a:lnTo>
                    <a:pt x="539" y="180"/>
                  </a:lnTo>
                  <a:lnTo>
                    <a:pt x="329" y="755"/>
                  </a:lnTo>
                  <a:lnTo>
                    <a:pt x="754" y="7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7" name="Freeform 36"/>
            <p:cNvSpPr>
              <a:spLocks/>
            </p:cNvSpPr>
            <p:nvPr/>
          </p:nvSpPr>
          <p:spPr bwMode="auto">
            <a:xfrm>
              <a:off x="6363" y="18793"/>
              <a:ext cx="726" cy="879"/>
            </a:xfrm>
            <a:custGeom>
              <a:avLst/>
              <a:gdLst>
                <a:gd name="T0" fmla="*/ 726 w 726"/>
                <a:gd name="T1" fmla="*/ 40 h 879"/>
                <a:gd name="T2" fmla="*/ 206 w 726"/>
                <a:gd name="T3" fmla="*/ 760 h 879"/>
                <a:gd name="T4" fmla="*/ 719 w 726"/>
                <a:gd name="T5" fmla="*/ 760 h 879"/>
                <a:gd name="T6" fmla="*/ 719 w 726"/>
                <a:gd name="T7" fmla="*/ 879 h 879"/>
                <a:gd name="T8" fmla="*/ 0 w 726"/>
                <a:gd name="T9" fmla="*/ 879 h 879"/>
                <a:gd name="T10" fmla="*/ 0 w 726"/>
                <a:gd name="T11" fmla="*/ 836 h 879"/>
                <a:gd name="T12" fmla="*/ 518 w 726"/>
                <a:gd name="T13" fmla="*/ 118 h 879"/>
                <a:gd name="T14" fmla="*/ 50 w 726"/>
                <a:gd name="T15" fmla="*/ 118 h 879"/>
                <a:gd name="T16" fmla="*/ 50 w 726"/>
                <a:gd name="T17" fmla="*/ 0 h 879"/>
                <a:gd name="T18" fmla="*/ 726 w 726"/>
                <a:gd name="T19" fmla="*/ 0 h 879"/>
                <a:gd name="T20" fmla="*/ 726 w 726"/>
                <a:gd name="T21" fmla="*/ 40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6" h="879">
                  <a:moveTo>
                    <a:pt x="726" y="40"/>
                  </a:moveTo>
                  <a:lnTo>
                    <a:pt x="206" y="760"/>
                  </a:lnTo>
                  <a:lnTo>
                    <a:pt x="719" y="760"/>
                  </a:lnTo>
                  <a:lnTo>
                    <a:pt x="719" y="879"/>
                  </a:lnTo>
                  <a:lnTo>
                    <a:pt x="0" y="879"/>
                  </a:lnTo>
                  <a:lnTo>
                    <a:pt x="0" y="836"/>
                  </a:lnTo>
                  <a:lnTo>
                    <a:pt x="518" y="118"/>
                  </a:lnTo>
                  <a:lnTo>
                    <a:pt x="50" y="118"/>
                  </a:lnTo>
                  <a:lnTo>
                    <a:pt x="50" y="0"/>
                  </a:lnTo>
                  <a:lnTo>
                    <a:pt x="726" y="0"/>
                  </a:lnTo>
                  <a:lnTo>
                    <a:pt x="726"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8" name="Freeform 37"/>
            <p:cNvSpPr>
              <a:spLocks/>
            </p:cNvSpPr>
            <p:nvPr/>
          </p:nvSpPr>
          <p:spPr bwMode="auto">
            <a:xfrm>
              <a:off x="7193" y="18793"/>
              <a:ext cx="728" cy="900"/>
            </a:xfrm>
            <a:custGeom>
              <a:avLst/>
              <a:gdLst>
                <a:gd name="T0" fmla="*/ 308 w 308"/>
                <a:gd name="T1" fmla="*/ 370 h 379"/>
                <a:gd name="T2" fmla="*/ 248 w 308"/>
                <a:gd name="T3" fmla="*/ 370 h 379"/>
                <a:gd name="T4" fmla="*/ 248 w 308"/>
                <a:gd name="T5" fmla="*/ 312 h 379"/>
                <a:gd name="T6" fmla="*/ 247 w 308"/>
                <a:gd name="T7" fmla="*/ 312 h 379"/>
                <a:gd name="T8" fmla="*/ 133 w 308"/>
                <a:gd name="T9" fmla="*/ 379 h 379"/>
                <a:gd name="T10" fmla="*/ 0 w 308"/>
                <a:gd name="T11" fmla="*/ 221 h 379"/>
                <a:gd name="T12" fmla="*/ 0 w 308"/>
                <a:gd name="T13" fmla="*/ 0 h 379"/>
                <a:gd name="T14" fmla="*/ 60 w 308"/>
                <a:gd name="T15" fmla="*/ 0 h 379"/>
                <a:gd name="T16" fmla="*/ 60 w 308"/>
                <a:gd name="T17" fmla="*/ 212 h 379"/>
                <a:gd name="T18" fmla="*/ 149 w 308"/>
                <a:gd name="T19" fmla="*/ 329 h 379"/>
                <a:gd name="T20" fmla="*/ 221 w 308"/>
                <a:gd name="T21" fmla="*/ 297 h 379"/>
                <a:gd name="T22" fmla="*/ 248 w 308"/>
                <a:gd name="T23" fmla="*/ 213 h 379"/>
                <a:gd name="T24" fmla="*/ 248 w 308"/>
                <a:gd name="T25" fmla="*/ 0 h 379"/>
                <a:gd name="T26" fmla="*/ 308 w 308"/>
                <a:gd name="T27" fmla="*/ 0 h 379"/>
                <a:gd name="T28" fmla="*/ 308 w 308"/>
                <a:gd name="T29" fmla="*/ 370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8" h="379">
                  <a:moveTo>
                    <a:pt x="308" y="370"/>
                  </a:moveTo>
                  <a:cubicBezTo>
                    <a:pt x="248" y="370"/>
                    <a:pt x="248" y="370"/>
                    <a:pt x="248" y="370"/>
                  </a:cubicBezTo>
                  <a:cubicBezTo>
                    <a:pt x="248" y="312"/>
                    <a:pt x="248" y="312"/>
                    <a:pt x="248" y="312"/>
                  </a:cubicBezTo>
                  <a:cubicBezTo>
                    <a:pt x="247" y="312"/>
                    <a:pt x="247" y="312"/>
                    <a:pt x="247" y="312"/>
                  </a:cubicBezTo>
                  <a:cubicBezTo>
                    <a:pt x="222" y="357"/>
                    <a:pt x="184" y="379"/>
                    <a:pt x="133" y="379"/>
                  </a:cubicBezTo>
                  <a:cubicBezTo>
                    <a:pt x="45" y="379"/>
                    <a:pt x="0" y="327"/>
                    <a:pt x="0" y="221"/>
                  </a:cubicBezTo>
                  <a:cubicBezTo>
                    <a:pt x="0" y="0"/>
                    <a:pt x="0" y="0"/>
                    <a:pt x="0" y="0"/>
                  </a:cubicBezTo>
                  <a:cubicBezTo>
                    <a:pt x="60" y="0"/>
                    <a:pt x="60" y="0"/>
                    <a:pt x="60" y="0"/>
                  </a:cubicBezTo>
                  <a:cubicBezTo>
                    <a:pt x="60" y="212"/>
                    <a:pt x="60" y="212"/>
                    <a:pt x="60" y="212"/>
                  </a:cubicBezTo>
                  <a:cubicBezTo>
                    <a:pt x="60" y="290"/>
                    <a:pt x="90" y="329"/>
                    <a:pt x="149" y="329"/>
                  </a:cubicBezTo>
                  <a:cubicBezTo>
                    <a:pt x="179" y="329"/>
                    <a:pt x="203" y="318"/>
                    <a:pt x="221" y="297"/>
                  </a:cubicBezTo>
                  <a:cubicBezTo>
                    <a:pt x="239" y="275"/>
                    <a:pt x="248" y="248"/>
                    <a:pt x="248" y="213"/>
                  </a:cubicBezTo>
                  <a:cubicBezTo>
                    <a:pt x="248" y="0"/>
                    <a:pt x="248" y="0"/>
                    <a:pt x="248" y="0"/>
                  </a:cubicBezTo>
                  <a:cubicBezTo>
                    <a:pt x="308" y="0"/>
                    <a:pt x="308" y="0"/>
                    <a:pt x="308" y="0"/>
                  </a:cubicBezTo>
                  <a:lnTo>
                    <a:pt x="308" y="37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9" name="Freeform 38"/>
            <p:cNvSpPr>
              <a:spLocks/>
            </p:cNvSpPr>
            <p:nvPr/>
          </p:nvSpPr>
          <p:spPr bwMode="auto">
            <a:xfrm>
              <a:off x="8148" y="18776"/>
              <a:ext cx="456" cy="896"/>
            </a:xfrm>
            <a:custGeom>
              <a:avLst/>
              <a:gdLst>
                <a:gd name="T0" fmla="*/ 193 w 193"/>
                <a:gd name="T1" fmla="*/ 67 h 377"/>
                <a:gd name="T2" fmla="*/ 148 w 193"/>
                <a:gd name="T3" fmla="*/ 55 h 377"/>
                <a:gd name="T4" fmla="*/ 84 w 193"/>
                <a:gd name="T5" fmla="*/ 92 h 377"/>
                <a:gd name="T6" fmla="*/ 60 w 193"/>
                <a:gd name="T7" fmla="*/ 189 h 377"/>
                <a:gd name="T8" fmla="*/ 60 w 193"/>
                <a:gd name="T9" fmla="*/ 377 h 377"/>
                <a:gd name="T10" fmla="*/ 0 w 193"/>
                <a:gd name="T11" fmla="*/ 377 h 377"/>
                <a:gd name="T12" fmla="*/ 0 w 193"/>
                <a:gd name="T13" fmla="*/ 7 h 377"/>
                <a:gd name="T14" fmla="*/ 60 w 193"/>
                <a:gd name="T15" fmla="*/ 7 h 377"/>
                <a:gd name="T16" fmla="*/ 60 w 193"/>
                <a:gd name="T17" fmla="*/ 83 h 377"/>
                <a:gd name="T18" fmla="*/ 61 w 193"/>
                <a:gd name="T19" fmla="*/ 83 h 377"/>
                <a:gd name="T20" fmla="*/ 99 w 193"/>
                <a:gd name="T21" fmla="*/ 23 h 377"/>
                <a:gd name="T22" fmla="*/ 158 w 193"/>
                <a:gd name="T23" fmla="*/ 0 h 377"/>
                <a:gd name="T24" fmla="*/ 193 w 193"/>
                <a:gd name="T25" fmla="*/ 6 h 377"/>
                <a:gd name="T26" fmla="*/ 193 w 193"/>
                <a:gd name="T27" fmla="*/ 6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3" h="377">
                  <a:moveTo>
                    <a:pt x="193" y="67"/>
                  </a:moveTo>
                  <a:cubicBezTo>
                    <a:pt x="183" y="59"/>
                    <a:pt x="168" y="55"/>
                    <a:pt x="148" y="55"/>
                  </a:cubicBezTo>
                  <a:cubicBezTo>
                    <a:pt x="122" y="55"/>
                    <a:pt x="101" y="67"/>
                    <a:pt x="84" y="92"/>
                  </a:cubicBezTo>
                  <a:cubicBezTo>
                    <a:pt x="68" y="117"/>
                    <a:pt x="60" y="149"/>
                    <a:pt x="60" y="189"/>
                  </a:cubicBezTo>
                  <a:cubicBezTo>
                    <a:pt x="60" y="377"/>
                    <a:pt x="60" y="377"/>
                    <a:pt x="60" y="377"/>
                  </a:cubicBezTo>
                  <a:cubicBezTo>
                    <a:pt x="0" y="377"/>
                    <a:pt x="0" y="377"/>
                    <a:pt x="0" y="377"/>
                  </a:cubicBezTo>
                  <a:cubicBezTo>
                    <a:pt x="0" y="7"/>
                    <a:pt x="0" y="7"/>
                    <a:pt x="0" y="7"/>
                  </a:cubicBezTo>
                  <a:cubicBezTo>
                    <a:pt x="60" y="7"/>
                    <a:pt x="60" y="7"/>
                    <a:pt x="60" y="7"/>
                  </a:cubicBezTo>
                  <a:cubicBezTo>
                    <a:pt x="60" y="83"/>
                    <a:pt x="60" y="83"/>
                    <a:pt x="60" y="83"/>
                  </a:cubicBezTo>
                  <a:cubicBezTo>
                    <a:pt x="61" y="83"/>
                    <a:pt x="61" y="83"/>
                    <a:pt x="61" y="83"/>
                  </a:cubicBezTo>
                  <a:cubicBezTo>
                    <a:pt x="69" y="58"/>
                    <a:pt x="82" y="38"/>
                    <a:pt x="99" y="23"/>
                  </a:cubicBezTo>
                  <a:cubicBezTo>
                    <a:pt x="116" y="8"/>
                    <a:pt x="136" y="0"/>
                    <a:pt x="158" y="0"/>
                  </a:cubicBezTo>
                  <a:cubicBezTo>
                    <a:pt x="173" y="0"/>
                    <a:pt x="185" y="2"/>
                    <a:pt x="193" y="6"/>
                  </a:cubicBezTo>
                  <a:lnTo>
                    <a:pt x="193" y="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90" name="Freeform 39"/>
            <p:cNvSpPr>
              <a:spLocks noEditPoints="1"/>
            </p:cNvSpPr>
            <p:nvPr/>
          </p:nvSpPr>
          <p:spPr bwMode="auto">
            <a:xfrm>
              <a:off x="8611" y="18771"/>
              <a:ext cx="764" cy="922"/>
            </a:xfrm>
            <a:custGeom>
              <a:avLst/>
              <a:gdLst>
                <a:gd name="T0" fmla="*/ 323 w 323"/>
                <a:gd name="T1" fmla="*/ 209 h 388"/>
                <a:gd name="T2" fmla="*/ 62 w 323"/>
                <a:gd name="T3" fmla="*/ 209 h 388"/>
                <a:gd name="T4" fmla="*/ 95 w 323"/>
                <a:gd name="T5" fmla="*/ 305 h 388"/>
                <a:gd name="T6" fmla="*/ 183 w 323"/>
                <a:gd name="T7" fmla="*/ 338 h 388"/>
                <a:gd name="T8" fmla="*/ 297 w 323"/>
                <a:gd name="T9" fmla="*/ 297 h 388"/>
                <a:gd name="T10" fmla="*/ 297 w 323"/>
                <a:gd name="T11" fmla="*/ 353 h 388"/>
                <a:gd name="T12" fmla="*/ 169 w 323"/>
                <a:gd name="T13" fmla="*/ 388 h 388"/>
                <a:gd name="T14" fmla="*/ 45 w 323"/>
                <a:gd name="T15" fmla="*/ 337 h 388"/>
                <a:gd name="T16" fmla="*/ 0 w 323"/>
                <a:gd name="T17" fmla="*/ 196 h 388"/>
                <a:gd name="T18" fmla="*/ 23 w 323"/>
                <a:gd name="T19" fmla="*/ 95 h 388"/>
                <a:gd name="T20" fmla="*/ 84 w 323"/>
                <a:gd name="T21" fmla="*/ 25 h 388"/>
                <a:gd name="T22" fmla="*/ 171 w 323"/>
                <a:gd name="T23" fmla="*/ 0 h 388"/>
                <a:gd name="T24" fmla="*/ 283 w 323"/>
                <a:gd name="T25" fmla="*/ 47 h 388"/>
                <a:gd name="T26" fmla="*/ 323 w 323"/>
                <a:gd name="T27" fmla="*/ 178 h 388"/>
                <a:gd name="T28" fmla="*/ 323 w 323"/>
                <a:gd name="T29" fmla="*/ 209 h 388"/>
                <a:gd name="T30" fmla="*/ 263 w 323"/>
                <a:gd name="T31" fmla="*/ 159 h 388"/>
                <a:gd name="T32" fmla="*/ 238 w 323"/>
                <a:gd name="T33" fmla="*/ 79 h 388"/>
                <a:gd name="T34" fmla="*/ 170 w 323"/>
                <a:gd name="T35" fmla="*/ 51 h 388"/>
                <a:gd name="T36" fmla="*/ 100 w 323"/>
                <a:gd name="T37" fmla="*/ 80 h 388"/>
                <a:gd name="T38" fmla="*/ 63 w 323"/>
                <a:gd name="T39" fmla="*/ 159 h 388"/>
                <a:gd name="T40" fmla="*/ 263 w 323"/>
                <a:gd name="T41" fmla="*/ 159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3" h="388">
                  <a:moveTo>
                    <a:pt x="323" y="209"/>
                  </a:moveTo>
                  <a:cubicBezTo>
                    <a:pt x="62" y="209"/>
                    <a:pt x="62" y="209"/>
                    <a:pt x="62" y="209"/>
                  </a:cubicBezTo>
                  <a:cubicBezTo>
                    <a:pt x="63" y="251"/>
                    <a:pt x="74" y="283"/>
                    <a:pt x="95" y="305"/>
                  </a:cubicBezTo>
                  <a:cubicBezTo>
                    <a:pt x="116" y="327"/>
                    <a:pt x="145" y="338"/>
                    <a:pt x="183" y="338"/>
                  </a:cubicBezTo>
                  <a:cubicBezTo>
                    <a:pt x="225" y="338"/>
                    <a:pt x="263" y="324"/>
                    <a:pt x="297" y="297"/>
                  </a:cubicBezTo>
                  <a:cubicBezTo>
                    <a:pt x="297" y="353"/>
                    <a:pt x="297" y="353"/>
                    <a:pt x="297" y="353"/>
                  </a:cubicBezTo>
                  <a:cubicBezTo>
                    <a:pt x="265" y="376"/>
                    <a:pt x="222" y="388"/>
                    <a:pt x="169" y="388"/>
                  </a:cubicBezTo>
                  <a:cubicBezTo>
                    <a:pt x="116" y="388"/>
                    <a:pt x="75" y="371"/>
                    <a:pt x="45" y="337"/>
                  </a:cubicBezTo>
                  <a:cubicBezTo>
                    <a:pt x="15" y="303"/>
                    <a:pt x="0" y="256"/>
                    <a:pt x="0" y="196"/>
                  </a:cubicBezTo>
                  <a:cubicBezTo>
                    <a:pt x="0" y="159"/>
                    <a:pt x="8" y="125"/>
                    <a:pt x="23" y="95"/>
                  </a:cubicBezTo>
                  <a:cubicBezTo>
                    <a:pt x="38" y="65"/>
                    <a:pt x="58" y="42"/>
                    <a:pt x="84" y="25"/>
                  </a:cubicBezTo>
                  <a:cubicBezTo>
                    <a:pt x="110" y="8"/>
                    <a:pt x="139" y="0"/>
                    <a:pt x="171" y="0"/>
                  </a:cubicBezTo>
                  <a:cubicBezTo>
                    <a:pt x="219" y="0"/>
                    <a:pt x="256" y="16"/>
                    <a:pt x="283" y="47"/>
                  </a:cubicBezTo>
                  <a:cubicBezTo>
                    <a:pt x="310" y="78"/>
                    <a:pt x="323" y="122"/>
                    <a:pt x="323" y="178"/>
                  </a:cubicBezTo>
                  <a:lnTo>
                    <a:pt x="323" y="209"/>
                  </a:lnTo>
                  <a:close/>
                  <a:moveTo>
                    <a:pt x="263" y="159"/>
                  </a:moveTo>
                  <a:cubicBezTo>
                    <a:pt x="262" y="124"/>
                    <a:pt x="254" y="98"/>
                    <a:pt x="238" y="79"/>
                  </a:cubicBezTo>
                  <a:cubicBezTo>
                    <a:pt x="222" y="60"/>
                    <a:pt x="199" y="51"/>
                    <a:pt x="170" y="51"/>
                  </a:cubicBezTo>
                  <a:cubicBezTo>
                    <a:pt x="143" y="51"/>
                    <a:pt x="119" y="60"/>
                    <a:pt x="100" y="80"/>
                  </a:cubicBezTo>
                  <a:cubicBezTo>
                    <a:pt x="80" y="100"/>
                    <a:pt x="68" y="126"/>
                    <a:pt x="63" y="159"/>
                  </a:cubicBezTo>
                  <a:lnTo>
                    <a:pt x="263" y="1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pic>
        <p:nvPicPr>
          <p:cNvPr id="691" name="Picture 690"/>
          <p:cNvPicPr>
            <a:picLocks noChangeAspect="1"/>
          </p:cNvPicPr>
          <p:nvPr/>
        </p:nvPicPr>
        <p:blipFill rotWithShape="1">
          <a:blip r:embed="rId20" cstate="screen">
            <a:extLst>
              <a:ext uri="{28A0092B-C50C-407E-A947-70E740481C1C}">
                <a14:useLocalDpi xmlns:a14="http://schemas.microsoft.com/office/drawing/2010/main"/>
              </a:ext>
            </a:extLst>
          </a:blip>
          <a:srcRect t="44093" r="11119"/>
          <a:stretch/>
        </p:blipFill>
        <p:spPr>
          <a:xfrm>
            <a:off x="8137738" y="4052870"/>
            <a:ext cx="681060" cy="418153"/>
          </a:xfrm>
          <a:prstGeom prst="rect">
            <a:avLst/>
          </a:prstGeom>
        </p:spPr>
      </p:pic>
      <p:grpSp>
        <p:nvGrpSpPr>
          <p:cNvPr id="692" name="Group 691"/>
          <p:cNvGrpSpPr>
            <a:grpSpLocks noChangeAspect="1"/>
          </p:cNvGrpSpPr>
          <p:nvPr/>
        </p:nvGrpSpPr>
        <p:grpSpPr>
          <a:xfrm>
            <a:off x="8330293" y="4652532"/>
            <a:ext cx="393621" cy="555560"/>
            <a:chOff x="1214438" y="4121151"/>
            <a:chExt cx="1558925" cy="2200275"/>
          </a:xfrm>
        </p:grpSpPr>
        <p:sp>
          <p:nvSpPr>
            <p:cNvPr id="693" name="Freeform 5"/>
            <p:cNvSpPr>
              <a:spLocks noEditPoints="1"/>
            </p:cNvSpPr>
            <p:nvPr/>
          </p:nvSpPr>
          <p:spPr bwMode="auto">
            <a:xfrm>
              <a:off x="1214438" y="4121151"/>
              <a:ext cx="1558925" cy="2200275"/>
            </a:xfrm>
            <a:custGeom>
              <a:avLst/>
              <a:gdLst>
                <a:gd name="T0" fmla="*/ 89 w 982"/>
                <a:gd name="T1" fmla="*/ 1274 h 1386"/>
                <a:gd name="T2" fmla="*/ 892 w 982"/>
                <a:gd name="T3" fmla="*/ 1274 h 1386"/>
                <a:gd name="T4" fmla="*/ 0 w 982"/>
                <a:gd name="T5" fmla="*/ 272 h 1386"/>
                <a:gd name="T6" fmla="*/ 790 w 982"/>
                <a:gd name="T7" fmla="*/ 572 h 1386"/>
                <a:gd name="T8" fmla="*/ 787 w 982"/>
                <a:gd name="T9" fmla="*/ 600 h 1386"/>
                <a:gd name="T10" fmla="*/ 490 w 982"/>
                <a:gd name="T11" fmla="*/ 600 h 1386"/>
                <a:gd name="T12" fmla="*/ 328 w 982"/>
                <a:gd name="T13" fmla="*/ 725 h 1386"/>
                <a:gd name="T14" fmla="*/ 491 w 982"/>
                <a:gd name="T15" fmla="*/ 725 h 1386"/>
                <a:gd name="T16" fmla="*/ 776 w 982"/>
                <a:gd name="T17" fmla="*/ 725 h 1386"/>
                <a:gd name="T18" fmla="*/ 744 w 982"/>
                <a:gd name="T19" fmla="*/ 1082 h 1386"/>
                <a:gd name="T20" fmla="*/ 491 w 982"/>
                <a:gd name="T21" fmla="*/ 1173 h 1386"/>
                <a:gd name="T22" fmla="*/ 490 w 982"/>
                <a:gd name="T23" fmla="*/ 1173 h 1386"/>
                <a:gd name="T24" fmla="*/ 221 w 982"/>
                <a:gd name="T25" fmla="*/ 910 h 1386"/>
                <a:gd name="T26" fmla="*/ 344 w 982"/>
                <a:gd name="T27" fmla="*/ 910 h 1386"/>
                <a:gd name="T28" fmla="*/ 490 w 982"/>
                <a:gd name="T29" fmla="*/ 1045 h 1386"/>
                <a:gd name="T30" fmla="*/ 490 w 982"/>
                <a:gd name="T31" fmla="*/ 1045 h 1386"/>
                <a:gd name="T32" fmla="*/ 642 w 982"/>
                <a:gd name="T33" fmla="*/ 849 h 1386"/>
                <a:gd name="T34" fmla="*/ 490 w 982"/>
                <a:gd name="T35" fmla="*/ 849 h 1386"/>
                <a:gd name="T36" fmla="*/ 185 w 982"/>
                <a:gd name="T37" fmla="*/ 510 h 1386"/>
                <a:gd name="T38" fmla="*/ 490 w 982"/>
                <a:gd name="T39" fmla="*/ 477 h 1386"/>
                <a:gd name="T40" fmla="*/ 798 w 982"/>
                <a:gd name="T41" fmla="*/ 477 h 1386"/>
                <a:gd name="T42" fmla="*/ 91 w 982"/>
                <a:gd name="T43" fmla="*/ 0 h 1386"/>
                <a:gd name="T44" fmla="*/ 154 w 982"/>
                <a:gd name="T45" fmla="*/ 61 h 1386"/>
                <a:gd name="T46" fmla="*/ 210 w 982"/>
                <a:gd name="T47" fmla="*/ 0 h 1386"/>
                <a:gd name="T48" fmla="*/ 273 w 982"/>
                <a:gd name="T49" fmla="*/ 186 h 1386"/>
                <a:gd name="T50" fmla="*/ 210 w 982"/>
                <a:gd name="T51" fmla="*/ 124 h 1386"/>
                <a:gd name="T52" fmla="*/ 154 w 982"/>
                <a:gd name="T53" fmla="*/ 186 h 1386"/>
                <a:gd name="T54" fmla="*/ 91 w 982"/>
                <a:gd name="T55" fmla="*/ 0 h 1386"/>
                <a:gd name="T56" fmla="*/ 355 w 982"/>
                <a:gd name="T57" fmla="*/ 61 h 1386"/>
                <a:gd name="T58" fmla="*/ 300 w 982"/>
                <a:gd name="T59" fmla="*/ 0 h 1386"/>
                <a:gd name="T60" fmla="*/ 472 w 982"/>
                <a:gd name="T61" fmla="*/ 61 h 1386"/>
                <a:gd name="T62" fmla="*/ 418 w 982"/>
                <a:gd name="T63" fmla="*/ 186 h 1386"/>
                <a:gd name="T64" fmla="*/ 355 w 982"/>
                <a:gd name="T65" fmla="*/ 61 h 1386"/>
                <a:gd name="T66" fmla="*/ 500 w 982"/>
                <a:gd name="T67" fmla="*/ 0 h 1386"/>
                <a:gd name="T68" fmla="*/ 606 w 982"/>
                <a:gd name="T69" fmla="*/ 65 h 1386"/>
                <a:gd name="T70" fmla="*/ 710 w 982"/>
                <a:gd name="T71" fmla="*/ 0 h 1386"/>
                <a:gd name="T72" fmla="*/ 649 w 982"/>
                <a:gd name="T73" fmla="*/ 186 h 1386"/>
                <a:gd name="T74" fmla="*/ 606 w 982"/>
                <a:gd name="T75" fmla="*/ 160 h 1386"/>
                <a:gd name="T76" fmla="*/ 561 w 982"/>
                <a:gd name="T77" fmla="*/ 94 h 1386"/>
                <a:gd name="T78" fmla="*/ 500 w 982"/>
                <a:gd name="T79" fmla="*/ 186 h 1386"/>
                <a:gd name="T80" fmla="*/ 741 w 982"/>
                <a:gd name="T81" fmla="*/ 0 h 1386"/>
                <a:gd name="T82" fmla="*/ 804 w 982"/>
                <a:gd name="T83" fmla="*/ 125 h 1386"/>
                <a:gd name="T84" fmla="*/ 892 w 982"/>
                <a:gd name="T85" fmla="*/ 186 h 1386"/>
                <a:gd name="T86" fmla="*/ 741 w 982"/>
                <a:gd name="T87"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82" h="1386">
                  <a:moveTo>
                    <a:pt x="0" y="272"/>
                  </a:moveTo>
                  <a:lnTo>
                    <a:pt x="89" y="1274"/>
                  </a:lnTo>
                  <a:lnTo>
                    <a:pt x="490" y="1386"/>
                  </a:lnTo>
                  <a:lnTo>
                    <a:pt x="892" y="1274"/>
                  </a:lnTo>
                  <a:lnTo>
                    <a:pt x="982" y="272"/>
                  </a:lnTo>
                  <a:lnTo>
                    <a:pt x="0" y="272"/>
                  </a:lnTo>
                  <a:close/>
                  <a:moveTo>
                    <a:pt x="795" y="510"/>
                  </a:moveTo>
                  <a:lnTo>
                    <a:pt x="790" y="572"/>
                  </a:lnTo>
                  <a:lnTo>
                    <a:pt x="787" y="600"/>
                  </a:lnTo>
                  <a:lnTo>
                    <a:pt x="787" y="600"/>
                  </a:lnTo>
                  <a:lnTo>
                    <a:pt x="491" y="600"/>
                  </a:lnTo>
                  <a:lnTo>
                    <a:pt x="490" y="600"/>
                  </a:lnTo>
                  <a:lnTo>
                    <a:pt x="317" y="600"/>
                  </a:lnTo>
                  <a:lnTo>
                    <a:pt x="328" y="725"/>
                  </a:lnTo>
                  <a:lnTo>
                    <a:pt x="490" y="725"/>
                  </a:lnTo>
                  <a:lnTo>
                    <a:pt x="491" y="725"/>
                  </a:lnTo>
                  <a:lnTo>
                    <a:pt x="743" y="725"/>
                  </a:lnTo>
                  <a:lnTo>
                    <a:pt x="776" y="725"/>
                  </a:lnTo>
                  <a:lnTo>
                    <a:pt x="773" y="759"/>
                  </a:lnTo>
                  <a:lnTo>
                    <a:pt x="744" y="1082"/>
                  </a:lnTo>
                  <a:lnTo>
                    <a:pt x="742" y="1103"/>
                  </a:lnTo>
                  <a:lnTo>
                    <a:pt x="491" y="1173"/>
                  </a:lnTo>
                  <a:lnTo>
                    <a:pt x="491" y="1173"/>
                  </a:lnTo>
                  <a:lnTo>
                    <a:pt x="490" y="1173"/>
                  </a:lnTo>
                  <a:lnTo>
                    <a:pt x="238" y="1103"/>
                  </a:lnTo>
                  <a:lnTo>
                    <a:pt x="221" y="910"/>
                  </a:lnTo>
                  <a:lnTo>
                    <a:pt x="278" y="910"/>
                  </a:lnTo>
                  <a:lnTo>
                    <a:pt x="344" y="910"/>
                  </a:lnTo>
                  <a:lnTo>
                    <a:pt x="353" y="1008"/>
                  </a:lnTo>
                  <a:lnTo>
                    <a:pt x="490" y="1045"/>
                  </a:lnTo>
                  <a:lnTo>
                    <a:pt x="490" y="1045"/>
                  </a:lnTo>
                  <a:lnTo>
                    <a:pt x="490" y="1045"/>
                  </a:lnTo>
                  <a:lnTo>
                    <a:pt x="627" y="1008"/>
                  </a:lnTo>
                  <a:lnTo>
                    <a:pt x="642" y="849"/>
                  </a:lnTo>
                  <a:lnTo>
                    <a:pt x="491" y="849"/>
                  </a:lnTo>
                  <a:lnTo>
                    <a:pt x="490" y="849"/>
                  </a:lnTo>
                  <a:lnTo>
                    <a:pt x="215" y="849"/>
                  </a:lnTo>
                  <a:lnTo>
                    <a:pt x="185" y="510"/>
                  </a:lnTo>
                  <a:lnTo>
                    <a:pt x="182" y="477"/>
                  </a:lnTo>
                  <a:lnTo>
                    <a:pt x="490" y="477"/>
                  </a:lnTo>
                  <a:lnTo>
                    <a:pt x="491" y="477"/>
                  </a:lnTo>
                  <a:lnTo>
                    <a:pt x="798" y="477"/>
                  </a:lnTo>
                  <a:lnTo>
                    <a:pt x="795" y="510"/>
                  </a:lnTo>
                  <a:close/>
                  <a:moveTo>
                    <a:pt x="91" y="0"/>
                  </a:moveTo>
                  <a:lnTo>
                    <a:pt x="154" y="0"/>
                  </a:lnTo>
                  <a:lnTo>
                    <a:pt x="154" y="61"/>
                  </a:lnTo>
                  <a:lnTo>
                    <a:pt x="210" y="61"/>
                  </a:lnTo>
                  <a:lnTo>
                    <a:pt x="210" y="0"/>
                  </a:lnTo>
                  <a:lnTo>
                    <a:pt x="273" y="0"/>
                  </a:lnTo>
                  <a:lnTo>
                    <a:pt x="273" y="186"/>
                  </a:lnTo>
                  <a:lnTo>
                    <a:pt x="210" y="186"/>
                  </a:lnTo>
                  <a:lnTo>
                    <a:pt x="210" y="124"/>
                  </a:lnTo>
                  <a:lnTo>
                    <a:pt x="154" y="124"/>
                  </a:lnTo>
                  <a:lnTo>
                    <a:pt x="154" y="186"/>
                  </a:lnTo>
                  <a:lnTo>
                    <a:pt x="91" y="186"/>
                  </a:lnTo>
                  <a:lnTo>
                    <a:pt x="91" y="0"/>
                  </a:lnTo>
                  <a:lnTo>
                    <a:pt x="91" y="0"/>
                  </a:lnTo>
                  <a:close/>
                  <a:moveTo>
                    <a:pt x="355" y="61"/>
                  </a:moveTo>
                  <a:lnTo>
                    <a:pt x="300" y="61"/>
                  </a:lnTo>
                  <a:lnTo>
                    <a:pt x="300" y="0"/>
                  </a:lnTo>
                  <a:lnTo>
                    <a:pt x="472" y="0"/>
                  </a:lnTo>
                  <a:lnTo>
                    <a:pt x="472" y="61"/>
                  </a:lnTo>
                  <a:lnTo>
                    <a:pt x="418" y="61"/>
                  </a:lnTo>
                  <a:lnTo>
                    <a:pt x="418" y="186"/>
                  </a:lnTo>
                  <a:lnTo>
                    <a:pt x="355" y="186"/>
                  </a:lnTo>
                  <a:lnTo>
                    <a:pt x="355" y="61"/>
                  </a:lnTo>
                  <a:lnTo>
                    <a:pt x="355" y="61"/>
                  </a:lnTo>
                  <a:close/>
                  <a:moveTo>
                    <a:pt x="500" y="0"/>
                  </a:moveTo>
                  <a:lnTo>
                    <a:pt x="565" y="0"/>
                  </a:lnTo>
                  <a:lnTo>
                    <a:pt x="606" y="65"/>
                  </a:lnTo>
                  <a:lnTo>
                    <a:pt x="645" y="0"/>
                  </a:lnTo>
                  <a:lnTo>
                    <a:pt x="710" y="0"/>
                  </a:lnTo>
                  <a:lnTo>
                    <a:pt x="710" y="186"/>
                  </a:lnTo>
                  <a:lnTo>
                    <a:pt x="649" y="186"/>
                  </a:lnTo>
                  <a:lnTo>
                    <a:pt x="649" y="94"/>
                  </a:lnTo>
                  <a:lnTo>
                    <a:pt x="606" y="160"/>
                  </a:lnTo>
                  <a:lnTo>
                    <a:pt x="604" y="160"/>
                  </a:lnTo>
                  <a:lnTo>
                    <a:pt x="561" y="94"/>
                  </a:lnTo>
                  <a:lnTo>
                    <a:pt x="561" y="186"/>
                  </a:lnTo>
                  <a:lnTo>
                    <a:pt x="500" y="186"/>
                  </a:lnTo>
                  <a:lnTo>
                    <a:pt x="500" y="0"/>
                  </a:lnTo>
                  <a:close/>
                  <a:moveTo>
                    <a:pt x="741" y="0"/>
                  </a:moveTo>
                  <a:lnTo>
                    <a:pt x="804" y="0"/>
                  </a:lnTo>
                  <a:lnTo>
                    <a:pt x="804" y="125"/>
                  </a:lnTo>
                  <a:lnTo>
                    <a:pt x="892" y="125"/>
                  </a:lnTo>
                  <a:lnTo>
                    <a:pt x="892" y="186"/>
                  </a:lnTo>
                  <a:lnTo>
                    <a:pt x="741" y="186"/>
                  </a:lnTo>
                  <a:lnTo>
                    <a:pt x="741" y="0"/>
                  </a:lnTo>
                  <a:close/>
                </a:path>
              </a:pathLst>
            </a:custGeom>
            <a:solidFill>
              <a:srgbClr val="FFFFFF"/>
            </a:solidFill>
            <a:ln>
              <a:noFill/>
            </a:ln>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94" name="Freeform 7"/>
            <p:cNvSpPr>
              <a:spLocks/>
            </p:cNvSpPr>
            <p:nvPr/>
          </p:nvSpPr>
          <p:spPr bwMode="auto">
            <a:xfrm>
              <a:off x="1993900" y="4683126"/>
              <a:ext cx="636588" cy="1501775"/>
            </a:xfrm>
            <a:custGeom>
              <a:avLst/>
              <a:gdLst>
                <a:gd name="T0" fmla="*/ 0 w 401"/>
                <a:gd name="T1" fmla="*/ 0 h 946"/>
                <a:gd name="T2" fmla="*/ 0 w 401"/>
                <a:gd name="T3" fmla="*/ 123 h 946"/>
                <a:gd name="T4" fmla="*/ 307 w 401"/>
                <a:gd name="T5" fmla="*/ 123 h 946"/>
                <a:gd name="T6" fmla="*/ 304 w 401"/>
                <a:gd name="T7" fmla="*/ 156 h 946"/>
                <a:gd name="T8" fmla="*/ 299 w 401"/>
                <a:gd name="T9" fmla="*/ 218 h 946"/>
                <a:gd name="T10" fmla="*/ 296 w 401"/>
                <a:gd name="T11" fmla="*/ 246 h 946"/>
                <a:gd name="T12" fmla="*/ 296 w 401"/>
                <a:gd name="T13" fmla="*/ 246 h 946"/>
                <a:gd name="T14" fmla="*/ 0 w 401"/>
                <a:gd name="T15" fmla="*/ 246 h 946"/>
                <a:gd name="T16" fmla="*/ 0 w 401"/>
                <a:gd name="T17" fmla="*/ 371 h 946"/>
                <a:gd name="T18" fmla="*/ 252 w 401"/>
                <a:gd name="T19" fmla="*/ 371 h 946"/>
                <a:gd name="T20" fmla="*/ 285 w 401"/>
                <a:gd name="T21" fmla="*/ 371 h 946"/>
                <a:gd name="T22" fmla="*/ 282 w 401"/>
                <a:gd name="T23" fmla="*/ 405 h 946"/>
                <a:gd name="T24" fmla="*/ 253 w 401"/>
                <a:gd name="T25" fmla="*/ 728 h 946"/>
                <a:gd name="T26" fmla="*/ 251 w 401"/>
                <a:gd name="T27" fmla="*/ 749 h 946"/>
                <a:gd name="T28" fmla="*/ 0 w 401"/>
                <a:gd name="T29" fmla="*/ 819 h 946"/>
                <a:gd name="T30" fmla="*/ 0 w 401"/>
                <a:gd name="T31" fmla="*/ 946 h 946"/>
                <a:gd name="T32" fmla="*/ 325 w 401"/>
                <a:gd name="T33" fmla="*/ 856 h 946"/>
                <a:gd name="T34" fmla="*/ 401 w 401"/>
                <a:gd name="T35" fmla="*/ 0 h 946"/>
                <a:gd name="T36" fmla="*/ 0 w 401"/>
                <a:gd name="T37" fmla="*/ 0 h 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1" h="946">
                  <a:moveTo>
                    <a:pt x="0" y="0"/>
                  </a:moveTo>
                  <a:lnTo>
                    <a:pt x="0" y="123"/>
                  </a:lnTo>
                  <a:lnTo>
                    <a:pt x="307" y="123"/>
                  </a:lnTo>
                  <a:lnTo>
                    <a:pt x="304" y="156"/>
                  </a:lnTo>
                  <a:lnTo>
                    <a:pt x="299" y="218"/>
                  </a:lnTo>
                  <a:lnTo>
                    <a:pt x="296" y="246"/>
                  </a:lnTo>
                  <a:lnTo>
                    <a:pt x="296" y="246"/>
                  </a:lnTo>
                  <a:lnTo>
                    <a:pt x="0" y="246"/>
                  </a:lnTo>
                  <a:lnTo>
                    <a:pt x="0" y="371"/>
                  </a:lnTo>
                  <a:lnTo>
                    <a:pt x="252" y="371"/>
                  </a:lnTo>
                  <a:lnTo>
                    <a:pt x="285" y="371"/>
                  </a:lnTo>
                  <a:lnTo>
                    <a:pt x="282" y="405"/>
                  </a:lnTo>
                  <a:lnTo>
                    <a:pt x="253" y="728"/>
                  </a:lnTo>
                  <a:lnTo>
                    <a:pt x="251" y="749"/>
                  </a:lnTo>
                  <a:lnTo>
                    <a:pt x="0" y="819"/>
                  </a:lnTo>
                  <a:lnTo>
                    <a:pt x="0" y="946"/>
                  </a:lnTo>
                  <a:lnTo>
                    <a:pt x="325" y="856"/>
                  </a:lnTo>
                  <a:lnTo>
                    <a:pt x="401" y="0"/>
                  </a:lnTo>
                  <a:lnTo>
                    <a:pt x="0" y="0"/>
                  </a:lnTo>
                  <a:close/>
                </a:path>
              </a:pathLst>
            </a:custGeom>
            <a:solidFill>
              <a:srgbClr val="8888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spTree>
    <p:extLst>
      <p:ext uri="{BB962C8B-B14F-4D97-AF65-F5344CB8AC3E}">
        <p14:creationId xmlns:p14="http://schemas.microsoft.com/office/powerpoint/2010/main" val="751060105"/>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4710722" y="1814278"/>
            <a:ext cx="7168517" cy="2881111"/>
          </a:xfrm>
        </p:spPr>
        <p:txBody>
          <a:bodyPr/>
          <a:lstStyle/>
          <a:p>
            <a:r>
              <a:rPr lang="en-US" dirty="0" smtClean="0"/>
              <a:t>Intro</a:t>
            </a:r>
          </a:p>
          <a:p>
            <a:r>
              <a:rPr lang="en-US" dirty="0" smtClean="0"/>
              <a:t>Azure AD </a:t>
            </a:r>
            <a:r>
              <a:rPr lang="en-US" dirty="0" err="1" smtClean="0"/>
              <a:t>Auth</a:t>
            </a:r>
            <a:endParaRPr lang="en-US" dirty="0" smtClean="0"/>
          </a:p>
          <a:p>
            <a:r>
              <a:rPr lang="en-US" dirty="0"/>
              <a:t>SharePoint Lists APIs</a:t>
            </a:r>
          </a:p>
          <a:p>
            <a:r>
              <a:rPr lang="en-US" dirty="0" smtClean="0"/>
              <a:t>Exchange APIs</a:t>
            </a:r>
          </a:p>
          <a:p>
            <a:r>
              <a:rPr lang="en-US" dirty="0" smtClean="0"/>
              <a:t>OneDrive for Business APIs</a:t>
            </a:r>
          </a:p>
          <a:p>
            <a:endParaRPr lang="en-US" dirty="0" smtClean="0"/>
          </a:p>
        </p:txBody>
      </p:sp>
      <p:pic>
        <p:nvPicPr>
          <p:cNvPr id="4" name="Picture Placeholder 3"/>
          <p:cNvPicPr>
            <a:picLocks noGrp="1" noChangeAspect="1"/>
          </p:cNvPicPr>
          <p:nvPr>
            <p:ph type="pic" sz="quarter" idx="16"/>
          </p:nvPr>
        </p:nvPicPr>
        <p:blipFill>
          <a:blip r:embed="rId3">
            <a:extLst>
              <a:ext uri="{28A0092B-C50C-407E-A947-70E740481C1C}">
                <a14:useLocalDpi xmlns:a14="http://schemas.microsoft.com/office/drawing/2010/main"/>
              </a:ext>
            </a:extLst>
          </a:blip>
          <a:stretch>
            <a:fillRect/>
          </a:stretch>
        </p:blipFill>
        <p:spPr>
          <a:xfrm>
            <a:off x="271583" y="1905708"/>
            <a:ext cx="4301124" cy="2865210"/>
          </a:xfrm>
        </p:spPr>
      </p:pic>
      <p:sp>
        <p:nvSpPr>
          <p:cNvPr id="5" name="Title 4"/>
          <p:cNvSpPr>
            <a:spLocks noGrp="1"/>
          </p:cNvSpPr>
          <p:nvPr>
            <p:ph type="title"/>
          </p:nvPr>
        </p:nvSpPr>
        <p:spPr/>
        <p:txBody>
          <a:bodyPr/>
          <a:lstStyle/>
          <a:p>
            <a:r>
              <a:rPr lang="en-US" dirty="0" smtClean="0"/>
              <a:t>Agenda</a:t>
            </a:r>
            <a:br>
              <a:rPr lang="en-US" dirty="0" smtClean="0"/>
            </a:br>
            <a:endParaRPr lang="en-US" dirty="0"/>
          </a:p>
        </p:txBody>
      </p:sp>
    </p:spTree>
    <p:extLst>
      <p:ext uri="{BB962C8B-B14F-4D97-AF65-F5344CB8AC3E}">
        <p14:creationId xmlns:p14="http://schemas.microsoft.com/office/powerpoint/2010/main" val="336843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64058" y="3760682"/>
            <a:ext cx="2863928" cy="2853100"/>
          </a:xfrm>
          <a:prstGeom prst="rect">
            <a:avLst/>
          </a:prstGeom>
        </p:spPr>
      </p:pic>
      <p:sp>
        <p:nvSpPr>
          <p:cNvPr id="4" name="Title 3"/>
          <p:cNvSpPr>
            <a:spLocks noGrp="1"/>
          </p:cNvSpPr>
          <p:nvPr>
            <p:ph type="title"/>
          </p:nvPr>
        </p:nvSpPr>
        <p:spPr>
          <a:xfrm>
            <a:off x="1069848" y="226533"/>
            <a:ext cx="10058400" cy="1609344"/>
          </a:xfrm>
        </p:spPr>
        <p:txBody>
          <a:bodyPr/>
          <a:lstStyle/>
          <a:p>
            <a:r>
              <a:rPr lang="en-US" dirty="0" smtClean="0"/>
              <a:t>IOS SDKs</a:t>
            </a:r>
            <a:endParaRPr lang="en-US" dirty="0"/>
          </a:p>
        </p:txBody>
      </p:sp>
      <p:sp>
        <p:nvSpPr>
          <p:cNvPr id="5" name="Content Placeholder 4"/>
          <p:cNvSpPr>
            <a:spLocks noGrp="1"/>
          </p:cNvSpPr>
          <p:nvPr>
            <p:ph idx="1"/>
          </p:nvPr>
        </p:nvSpPr>
        <p:spPr>
          <a:xfrm>
            <a:off x="1069848" y="1082842"/>
            <a:ext cx="10058400" cy="5585377"/>
          </a:xfrm>
        </p:spPr>
        <p:txBody>
          <a:bodyPr>
            <a:normAutofit/>
          </a:bodyPr>
          <a:lstStyle/>
          <a:p>
            <a:r>
              <a:rPr lang="en-US" dirty="0" smtClean="0"/>
              <a:t>SDK generated from OData CSDL</a:t>
            </a:r>
          </a:p>
          <a:p>
            <a:pPr lvl="1"/>
            <a:r>
              <a:rPr lang="en-US" dirty="0" smtClean="0"/>
              <a:t>Standard interface for all platforms</a:t>
            </a:r>
          </a:p>
          <a:p>
            <a:r>
              <a:rPr lang="en-US" dirty="0" smtClean="0"/>
              <a:t>Dependency Injection optimized for each platform:</a:t>
            </a:r>
          </a:p>
          <a:p>
            <a:pPr lvl="1"/>
            <a:r>
              <a:rPr lang="en-US" dirty="0" smtClean="0"/>
              <a:t>HTTP clients, </a:t>
            </a:r>
            <a:r>
              <a:rPr lang="en-US" dirty="0" err="1" smtClean="0"/>
              <a:t>Async</a:t>
            </a:r>
            <a:r>
              <a:rPr lang="en-US" dirty="0" smtClean="0"/>
              <a:t> frameworks, JSON parsers</a:t>
            </a:r>
          </a:p>
          <a:p>
            <a:pPr lvl="1"/>
            <a:r>
              <a:rPr lang="en-US" dirty="0" smtClean="0"/>
              <a:t>Authentication with Azure AD Authentication Libraries</a:t>
            </a:r>
          </a:p>
          <a:p>
            <a:r>
              <a:rPr lang="en-US" dirty="0" smtClean="0"/>
              <a:t>Industry-standard dependency manager support</a:t>
            </a:r>
          </a:p>
          <a:p>
            <a:pPr lvl="1"/>
            <a:r>
              <a:rPr lang="en-US" dirty="0" err="1" smtClean="0"/>
              <a:t>Cocoapods</a:t>
            </a:r>
            <a:r>
              <a:rPr lang="en-US" dirty="0" smtClean="0"/>
              <a:t> (</a:t>
            </a:r>
            <a:r>
              <a:rPr lang="en-US" dirty="0" err="1" smtClean="0"/>
              <a:t>Xcode</a:t>
            </a:r>
            <a:r>
              <a:rPr lang="en-US" dirty="0" smtClean="0"/>
              <a:t>)</a:t>
            </a:r>
          </a:p>
          <a:p>
            <a:r>
              <a:rPr lang="en-US" dirty="0" smtClean="0"/>
              <a:t>Popular IDE Support</a:t>
            </a:r>
          </a:p>
          <a:p>
            <a:pPr lvl="1"/>
            <a:r>
              <a:rPr lang="en-US" dirty="0" err="1" smtClean="0"/>
              <a:t>Xcode</a:t>
            </a:r>
            <a:endParaRPr lang="en-US" dirty="0"/>
          </a:p>
          <a:p>
            <a:r>
              <a:rPr lang="en-US" dirty="0" smtClean="0"/>
              <a:t>Open source end to end</a:t>
            </a:r>
          </a:p>
          <a:p>
            <a:endParaRPr lang="en-US" dirty="0" smtClean="0"/>
          </a:p>
        </p:txBody>
      </p:sp>
    </p:spTree>
    <p:extLst>
      <p:ext uri="{BB962C8B-B14F-4D97-AF65-F5344CB8AC3E}">
        <p14:creationId xmlns:p14="http://schemas.microsoft.com/office/powerpoint/2010/main" val="551561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Developer</a:t>
            </a:r>
            <a:endParaRPr lang="en-US" dirty="0"/>
          </a:p>
        </p:txBody>
      </p:sp>
      <p:sp>
        <p:nvSpPr>
          <p:cNvPr id="3" name="Content Placeholder 2"/>
          <p:cNvSpPr>
            <a:spLocks noGrp="1"/>
          </p:cNvSpPr>
          <p:nvPr>
            <p:ph idx="1"/>
          </p:nvPr>
        </p:nvSpPr>
        <p:spPr/>
        <p:txBody>
          <a:bodyPr/>
          <a:lstStyle/>
          <a:p>
            <a:r>
              <a:rPr lang="en-US" dirty="0" smtClean="0"/>
              <a:t>Add dependencies via </a:t>
            </a:r>
            <a:r>
              <a:rPr lang="en-US" dirty="0" err="1" smtClean="0"/>
              <a:t>Cocoapods</a:t>
            </a:r>
            <a:endParaRPr lang="en-US" dirty="0" smtClean="0"/>
          </a:p>
          <a:p>
            <a:r>
              <a:rPr lang="en-US" dirty="0" smtClean="0"/>
              <a:t>Start coding:</a:t>
            </a:r>
          </a:p>
          <a:p>
            <a:pPr lvl="1"/>
            <a:r>
              <a:rPr lang="en-US" dirty="0" smtClean="0"/>
              <a:t>Add </a:t>
            </a:r>
            <a:r>
              <a:rPr lang="en-US" dirty="0" err="1" smtClean="0"/>
              <a:t>DependencyResolver</a:t>
            </a:r>
            <a:endParaRPr lang="en-US" dirty="0" smtClean="0"/>
          </a:p>
          <a:p>
            <a:pPr lvl="1"/>
            <a:r>
              <a:rPr lang="en-US" dirty="0" smtClean="0"/>
              <a:t>Handle authentication using ADAL</a:t>
            </a:r>
          </a:p>
          <a:p>
            <a:pPr lvl="1"/>
            <a:r>
              <a:rPr lang="en-US" dirty="0" smtClean="0"/>
              <a:t>Create *Client class for services</a:t>
            </a:r>
          </a:p>
          <a:p>
            <a:pPr lvl="1"/>
            <a:r>
              <a:rPr lang="en-US" dirty="0" smtClean="0"/>
              <a:t>Navigate hierarchy</a:t>
            </a:r>
            <a:endParaRPr lang="en-US" dirty="0"/>
          </a:p>
        </p:txBody>
      </p:sp>
    </p:spTree>
    <p:extLst>
      <p:ext uri="{BB962C8B-B14F-4D97-AF65-F5344CB8AC3E}">
        <p14:creationId xmlns:p14="http://schemas.microsoft.com/office/powerpoint/2010/main" val="191346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Getting Started</a:t>
            </a:r>
            <a:endParaRPr lang="en-NZ" dirty="0"/>
          </a:p>
        </p:txBody>
      </p:sp>
      <p:sp>
        <p:nvSpPr>
          <p:cNvPr id="3" name="Subtitle 2"/>
          <p:cNvSpPr>
            <a:spLocks noGrp="1"/>
          </p:cNvSpPr>
          <p:nvPr>
            <p:ph type="subTitle" idx="1"/>
          </p:nvPr>
        </p:nvSpPr>
        <p:spPr/>
        <p:txBody>
          <a:bodyPr/>
          <a:lstStyle/>
          <a:p>
            <a:r>
              <a:rPr lang="en-US" dirty="0" smtClean="0"/>
              <a:t>iOS</a:t>
            </a:r>
            <a:endParaRPr lang="en-NZ" dirty="0"/>
          </a:p>
        </p:txBody>
      </p:sp>
    </p:spTree>
    <p:extLst>
      <p:ext uri="{BB962C8B-B14F-4D97-AF65-F5344CB8AC3E}">
        <p14:creationId xmlns:p14="http://schemas.microsoft.com/office/powerpoint/2010/main" val="2874163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Arial" panose="020B0604020202020204" pitchFamily="34" charset="0"/>
              <a:buChar char="•"/>
            </a:pPr>
            <a:r>
              <a:rPr lang="en-US" dirty="0" err="1" smtClean="0"/>
              <a:t>Xcode</a:t>
            </a:r>
            <a:endParaRPr lang="en-US" dirty="0" smtClean="0"/>
          </a:p>
          <a:p>
            <a:pPr marL="742950" lvl="1" indent="-742950">
              <a:buFont typeface="Arial" panose="020B0604020202020204" pitchFamily="34" charset="0"/>
              <a:buChar char="•"/>
            </a:pPr>
            <a:r>
              <a:rPr lang="en-US" dirty="0" smtClean="0"/>
              <a:t>Create a new Objective-C iOS project</a:t>
            </a:r>
            <a:endParaRPr lang="en-US" dirty="0"/>
          </a:p>
          <a:p>
            <a:pPr marL="742950" indent="-742950">
              <a:buFont typeface="Arial" panose="020B0604020202020204" pitchFamily="34" charset="0"/>
              <a:buChar char="•"/>
            </a:pPr>
            <a:r>
              <a:rPr lang="en-US" dirty="0" smtClean="0"/>
              <a:t>Cocoapods – </a:t>
            </a:r>
            <a:r>
              <a:rPr lang="en-US" dirty="0" smtClean="0">
                <a:hlinkClick r:id="rId2"/>
              </a:rPr>
              <a:t>http://cocoapods.org</a:t>
            </a:r>
            <a:endParaRPr lang="en-US" dirty="0" smtClean="0"/>
          </a:p>
          <a:p>
            <a:pPr marL="742950" lvl="1" indent="-742950">
              <a:buFont typeface="Arial" panose="020B0604020202020204" pitchFamily="34" charset="0"/>
              <a:buChar char="•"/>
            </a:pPr>
            <a:r>
              <a:rPr lang="en-US" dirty="0" smtClean="0"/>
              <a:t>Create a </a:t>
            </a:r>
            <a:r>
              <a:rPr lang="en-US" dirty="0" err="1" smtClean="0"/>
              <a:t>Podfile</a:t>
            </a:r>
            <a:endParaRPr lang="en-US" dirty="0" smtClean="0"/>
          </a:p>
          <a:p>
            <a:pPr marL="742950" lvl="1" indent="-742950">
              <a:buFont typeface="Arial" panose="020B0604020202020204" pitchFamily="34" charset="0"/>
              <a:buChar char="•"/>
            </a:pPr>
            <a:r>
              <a:rPr lang="en-US" dirty="0" smtClean="0"/>
              <a:t>Run pod install</a:t>
            </a:r>
          </a:p>
          <a:p>
            <a:pPr marL="742950" lvl="1" indent="-742950">
              <a:buFont typeface="Arial" panose="020B0604020202020204" pitchFamily="34" charset="0"/>
              <a:buChar char="•"/>
            </a:pPr>
            <a:r>
              <a:rPr lang="en-US" dirty="0" smtClean="0"/>
              <a:t>Dependencies are resolved automatically</a:t>
            </a:r>
          </a:p>
          <a:p>
            <a:pPr marL="742950" lvl="1" indent="-742950">
              <a:buFont typeface="Arial" panose="020B0604020202020204" pitchFamily="34" charset="0"/>
              <a:buChar char="•"/>
            </a:pPr>
            <a:r>
              <a:rPr lang="en-US" dirty="0" smtClean="0"/>
              <a:t>Project is automatically updated</a:t>
            </a:r>
            <a:endParaRPr lang="en-US" dirty="0"/>
          </a:p>
        </p:txBody>
      </p:sp>
      <p:sp>
        <p:nvSpPr>
          <p:cNvPr id="3" name="Title 2"/>
          <p:cNvSpPr>
            <a:spLocks noGrp="1"/>
          </p:cNvSpPr>
          <p:nvPr>
            <p:ph type="title"/>
          </p:nvPr>
        </p:nvSpPr>
        <p:spPr/>
        <p:txBody>
          <a:bodyPr/>
          <a:lstStyle/>
          <a:p>
            <a:r>
              <a:rPr lang="en-US" dirty="0" smtClean="0"/>
              <a:t>Tools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07171516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Authentication with Azure AD</a:t>
            </a:r>
            <a:endParaRPr lang="en-NZ" dirty="0"/>
          </a:p>
        </p:txBody>
      </p:sp>
      <p:sp>
        <p:nvSpPr>
          <p:cNvPr id="3" name="Subtitle 2"/>
          <p:cNvSpPr>
            <a:spLocks noGrp="1"/>
          </p:cNvSpPr>
          <p:nvPr>
            <p:ph type="subTitle" idx="1"/>
          </p:nvPr>
        </p:nvSpPr>
        <p:spPr/>
        <p:txBody>
          <a:bodyPr/>
          <a:lstStyle/>
          <a:p>
            <a:r>
              <a:rPr lang="en-US" dirty="0" smtClean="0"/>
              <a:t>iOS</a:t>
            </a:r>
            <a:endParaRPr lang="en-NZ" dirty="0"/>
          </a:p>
        </p:txBody>
      </p:sp>
    </p:spTree>
    <p:extLst>
      <p:ext uri="{BB962C8B-B14F-4D97-AF65-F5344CB8AC3E}">
        <p14:creationId xmlns:p14="http://schemas.microsoft.com/office/powerpoint/2010/main" val="403823228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200" dirty="0" smtClean="0"/>
              <a:t>Authentication with O365 SharePoint is handled by Azure AD.</a:t>
            </a:r>
          </a:p>
          <a:p>
            <a:r>
              <a:rPr lang="en-NZ" sz="3200" dirty="0" smtClean="0"/>
              <a:t>Azure AD supports </a:t>
            </a:r>
            <a:r>
              <a:rPr lang="en-NZ" sz="3200" dirty="0" err="1" smtClean="0"/>
              <a:t>OAuth</a:t>
            </a:r>
            <a:r>
              <a:rPr lang="en-NZ" sz="3200" dirty="0" smtClean="0"/>
              <a:t> 2.0 – Access tokens and refresh tokens.</a:t>
            </a:r>
          </a:p>
          <a:p>
            <a:r>
              <a:rPr lang="en-NZ" sz="3200" dirty="0" smtClean="0"/>
              <a:t>The Active Directory Authentication Library (ADAL) provides UI and services for implementing Azure AD OAuth within an iOS app.</a:t>
            </a:r>
          </a:p>
          <a:p>
            <a:r>
              <a:rPr lang="en-NZ" sz="3200" dirty="0" smtClean="0"/>
              <a:t>Don’t expect to work with O365 APIs without understanding ADAL</a:t>
            </a:r>
            <a:endParaRPr lang="en-NZ" sz="3200" dirty="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79963388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mj-lt"/>
              <a:buAutoNum type="arabicPeriod"/>
            </a:pPr>
            <a:r>
              <a:rPr lang="en-US" dirty="0" smtClean="0"/>
              <a:t>Authentication </a:t>
            </a:r>
            <a:r>
              <a:rPr lang="en-US" dirty="0"/>
              <a:t>UI</a:t>
            </a:r>
          </a:p>
          <a:p>
            <a:pPr marL="742950" indent="-742950">
              <a:buFont typeface="+mj-lt"/>
              <a:buAutoNum type="arabicPeriod"/>
            </a:pPr>
            <a:r>
              <a:rPr lang="en-US" dirty="0" smtClean="0"/>
              <a:t>Support </a:t>
            </a:r>
            <a:r>
              <a:rPr lang="en-US" dirty="0"/>
              <a:t>for two-factor</a:t>
            </a:r>
          </a:p>
          <a:p>
            <a:pPr marL="742950" indent="-742950">
              <a:buFont typeface="+mj-lt"/>
              <a:buAutoNum type="arabicPeriod"/>
            </a:pPr>
            <a:r>
              <a:rPr lang="en-US" dirty="0" smtClean="0"/>
              <a:t>Caching </a:t>
            </a:r>
            <a:r>
              <a:rPr lang="en-US" dirty="0"/>
              <a:t>(automatic token refreshing, silent </a:t>
            </a:r>
            <a:r>
              <a:rPr lang="en-US" dirty="0" err="1" smtClean="0"/>
              <a:t>auth</a:t>
            </a:r>
            <a:r>
              <a:rPr lang="en-US" dirty="0" smtClean="0"/>
              <a:t>)</a:t>
            </a:r>
            <a:endParaRPr lang="en-US" dirty="0"/>
          </a:p>
          <a:p>
            <a:pPr marL="742950" indent="-742950">
              <a:buFont typeface="+mj-lt"/>
              <a:buAutoNum type="arabicPeriod"/>
            </a:pPr>
            <a:r>
              <a:rPr lang="en-US" dirty="0" smtClean="0"/>
              <a:t>Secure </a:t>
            </a:r>
            <a:r>
              <a:rPr lang="en-US" dirty="0"/>
              <a:t>(tokens etc. are encrypted in the cache)</a:t>
            </a:r>
          </a:p>
          <a:p>
            <a:endParaRPr lang="en-NZ" dirty="0"/>
          </a:p>
        </p:txBody>
      </p:sp>
      <p:sp>
        <p:nvSpPr>
          <p:cNvPr id="3" name="Title 2"/>
          <p:cNvSpPr>
            <a:spLocks noGrp="1"/>
          </p:cNvSpPr>
          <p:nvPr>
            <p:ph type="title"/>
          </p:nvPr>
        </p:nvSpPr>
        <p:spPr/>
        <p:txBody>
          <a:bodyPr/>
          <a:lstStyle/>
          <a:p>
            <a:r>
              <a:rPr lang="en-US" dirty="0" smtClean="0"/>
              <a:t>Features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6568689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mj-lt"/>
              <a:buAutoNum type="arabicPeriod"/>
            </a:pPr>
            <a:r>
              <a:rPr lang="en-US" dirty="0"/>
              <a:t>Create </a:t>
            </a:r>
            <a:r>
              <a:rPr lang="en-US" dirty="0" err="1" smtClean="0"/>
              <a:t>AuthenticationContext</a:t>
            </a:r>
            <a:endParaRPr lang="en-US" dirty="0"/>
          </a:p>
          <a:p>
            <a:pPr marL="742950" indent="-742950">
              <a:buFont typeface="+mj-lt"/>
              <a:buAutoNum type="arabicPeriod"/>
            </a:pPr>
            <a:r>
              <a:rPr lang="en-US" dirty="0"/>
              <a:t>Call ADAL and acquire token (may prompt user)</a:t>
            </a:r>
          </a:p>
          <a:p>
            <a:pPr marL="742950" indent="-742950">
              <a:buFont typeface="+mj-lt"/>
              <a:buAutoNum type="arabicPeriod"/>
            </a:pPr>
            <a:r>
              <a:rPr lang="en-US" dirty="0"/>
              <a:t>Setup </a:t>
            </a:r>
            <a:r>
              <a:rPr lang="en-US" dirty="0" err="1"/>
              <a:t>DependencyResolver</a:t>
            </a:r>
            <a:r>
              <a:rPr lang="en-US" dirty="0"/>
              <a:t>, add credentials</a:t>
            </a:r>
          </a:p>
          <a:p>
            <a:pPr marL="742950" indent="-742950">
              <a:buFont typeface="+mj-lt"/>
              <a:buAutoNum type="arabicPeriod"/>
            </a:pPr>
            <a:r>
              <a:rPr lang="en-US" dirty="0"/>
              <a:t>Create Client(s)</a:t>
            </a:r>
          </a:p>
        </p:txBody>
      </p:sp>
      <p:sp>
        <p:nvSpPr>
          <p:cNvPr id="3" name="Title 2"/>
          <p:cNvSpPr>
            <a:spLocks noGrp="1"/>
          </p:cNvSpPr>
          <p:nvPr>
            <p:ph type="title"/>
          </p:nvPr>
        </p:nvSpPr>
        <p:spPr/>
        <p:txBody>
          <a:bodyPr/>
          <a:lstStyle/>
          <a:p>
            <a:r>
              <a:rPr lang="en-US" dirty="0" smtClean="0"/>
              <a:t>Authentication Process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5080670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hlinkClick r:id="rId3"/>
              </a:rPr>
              <a:t>https</a:t>
            </a:r>
            <a:r>
              <a:rPr lang="en-NZ" dirty="0">
                <a:hlinkClick r:id="rId3"/>
              </a:rPr>
              <a:t>://</a:t>
            </a:r>
            <a:r>
              <a:rPr lang="en-NZ" dirty="0" smtClean="0">
                <a:hlinkClick r:id="rId3"/>
              </a:rPr>
              <a:t>github.com/AzureAD/azure-activedirectory-library-for-objc</a:t>
            </a:r>
            <a:endParaRPr lang="en-NZ" dirty="0" smtClean="0"/>
          </a:p>
          <a:p>
            <a:r>
              <a:rPr lang="en-NZ" dirty="0" smtClean="0"/>
              <a:t>Supports both iOS and OS X</a:t>
            </a:r>
          </a:p>
          <a:p>
            <a:r>
              <a:rPr lang="en-NZ" dirty="0" smtClean="0"/>
              <a:t>Can be included as source project, or installed via the Cocoapods dependency manager.</a:t>
            </a: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8030128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If you are using </a:t>
            </a:r>
            <a:r>
              <a:rPr lang="en-NZ" dirty="0" err="1"/>
              <a:t>C</a:t>
            </a:r>
            <a:r>
              <a:rPr lang="en-NZ" dirty="0" err="1" smtClean="0"/>
              <a:t>ocoapods</a:t>
            </a:r>
            <a:r>
              <a:rPr lang="en-NZ" dirty="0" smtClean="0"/>
              <a:t> to manage dependencies in your </a:t>
            </a:r>
            <a:r>
              <a:rPr lang="en-NZ" dirty="0" err="1" smtClean="0"/>
              <a:t>Xcode</a:t>
            </a:r>
            <a:r>
              <a:rPr lang="en-NZ" dirty="0" smtClean="0"/>
              <a:t> project, add the following line to your </a:t>
            </a:r>
            <a:r>
              <a:rPr lang="en-NZ" dirty="0" err="1" smtClean="0"/>
              <a:t>Podfile</a:t>
            </a:r>
            <a:r>
              <a:rPr lang="en-NZ" dirty="0" smtClean="0"/>
              <a:t> to install ADAL for iOS:</a:t>
            </a:r>
          </a:p>
          <a:p>
            <a:r>
              <a:rPr lang="en-NZ" dirty="0">
                <a:solidFill>
                  <a:schemeClr val="tx1"/>
                </a:solidFill>
                <a:latin typeface="Consolas" panose="020B0609020204030204" pitchFamily="49" charset="0"/>
                <a:cs typeface="Consolas" panose="020B0609020204030204" pitchFamily="49" charset="0"/>
              </a:rPr>
              <a:t>pod '</a:t>
            </a:r>
            <a:r>
              <a:rPr lang="en-NZ" dirty="0" err="1">
                <a:solidFill>
                  <a:schemeClr val="tx1"/>
                </a:solidFill>
                <a:latin typeface="Consolas" panose="020B0609020204030204" pitchFamily="49" charset="0"/>
                <a:cs typeface="Consolas" panose="020B0609020204030204" pitchFamily="49" charset="0"/>
              </a:rPr>
              <a:t>ADALiOS</a:t>
            </a:r>
            <a:r>
              <a:rPr lang="en-NZ" dirty="0">
                <a:solidFill>
                  <a:schemeClr val="tx1"/>
                </a:solidFill>
                <a:latin typeface="Consolas" panose="020B0609020204030204" pitchFamily="49" charset="0"/>
                <a:cs typeface="Consolas" panose="020B0609020204030204" pitchFamily="49" charset="0"/>
              </a:rPr>
              <a:t>', '~&gt; </a:t>
            </a:r>
            <a:r>
              <a:rPr lang="en-NZ" dirty="0">
                <a:solidFill>
                  <a:schemeClr val="tx1"/>
                </a:solidFill>
                <a:latin typeface="Consolas" panose="020B0609020204030204" pitchFamily="49" charset="0"/>
                <a:cs typeface="Consolas" panose="020B0609020204030204" pitchFamily="49" charset="0"/>
              </a:rPr>
              <a:t>1.0.2'</a:t>
            </a:r>
          </a:p>
        </p:txBody>
      </p:sp>
      <p:sp>
        <p:nvSpPr>
          <p:cNvPr id="3" name="Title 2"/>
          <p:cNvSpPr>
            <a:spLocks noGrp="1"/>
          </p:cNvSpPr>
          <p:nvPr>
            <p:ph type="title"/>
          </p:nvPr>
        </p:nvSpPr>
        <p:spPr/>
        <p:txBody>
          <a:bodyPr/>
          <a:lstStyle/>
          <a:p>
            <a:r>
              <a:rPr lang="en-NZ" dirty="0" smtClean="0"/>
              <a:t>How do I use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17</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8225985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Before continuing, you must register your iOS app in Azure AD as a “native client” app, and obtain a client ID.</a:t>
            </a:r>
          </a:p>
          <a:p>
            <a:r>
              <a:rPr lang="en-NZ" dirty="0" smtClean="0"/>
              <a:t>This client ID is passed to the ADAL along with other information about your AD/O365 tenant.</a:t>
            </a:r>
          </a:p>
        </p:txBody>
      </p:sp>
      <p:sp>
        <p:nvSpPr>
          <p:cNvPr id="3" name="Title 2"/>
          <p:cNvSpPr>
            <a:spLocks noGrp="1"/>
          </p:cNvSpPr>
          <p:nvPr>
            <p:ph type="title"/>
          </p:nvPr>
        </p:nvSpPr>
        <p:spPr/>
        <p:txBody>
          <a:bodyPr/>
          <a:lstStyle/>
          <a:p>
            <a:r>
              <a:rPr lang="en-NZ" dirty="0" smtClean="0"/>
              <a:t>What else do I need?</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64306826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See: </a:t>
            </a:r>
            <a:r>
              <a:rPr lang="en-US" dirty="0">
                <a:hlinkClick r:id="rId2"/>
              </a:rPr>
              <a:t>http://</a:t>
            </a:r>
            <a:r>
              <a:rPr lang="en-US" dirty="0" smtClean="0">
                <a:hlinkClick r:id="rId2"/>
              </a:rPr>
              <a:t>dev.office.com/ios</a:t>
            </a:r>
            <a:endParaRPr lang="en-US" dirty="0" smtClean="0"/>
          </a:p>
          <a:p>
            <a:endParaRPr lang="en-US" dirty="0"/>
          </a:p>
        </p:txBody>
      </p:sp>
      <p:sp>
        <p:nvSpPr>
          <p:cNvPr id="3" name="Title 2"/>
          <p:cNvSpPr>
            <a:spLocks noGrp="1"/>
          </p:cNvSpPr>
          <p:nvPr>
            <p:ph type="title"/>
          </p:nvPr>
        </p:nvSpPr>
        <p:spPr/>
        <p:txBody>
          <a:bodyPr/>
          <a:lstStyle/>
          <a:p>
            <a:r>
              <a:rPr lang="en-US" dirty="0" smtClean="0"/>
              <a:t>Examples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19</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17805332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While there are ADAL methods which accept passing refresh tokens, we don’t need to use them</a:t>
            </a:r>
          </a:p>
          <a:p>
            <a:r>
              <a:rPr lang="en-US" dirty="0" smtClean="0"/>
              <a:t>ADAL automatically caches access/refresh tokens securely</a:t>
            </a:r>
          </a:p>
          <a:p>
            <a:r>
              <a:rPr lang="en-US" dirty="0" smtClean="0"/>
              <a:t>Tokens stored securely using the </a:t>
            </a:r>
            <a:r>
              <a:rPr lang="en-NZ" dirty="0" smtClean="0"/>
              <a:t>iOS Keychain Services API</a:t>
            </a:r>
            <a:endParaRPr lang="en-NZ" dirty="0"/>
          </a:p>
          <a:p>
            <a:endParaRPr lang="en-NZ" dirty="0"/>
          </a:p>
        </p:txBody>
      </p:sp>
      <p:sp>
        <p:nvSpPr>
          <p:cNvPr id="3" name="Title 2"/>
          <p:cNvSpPr>
            <a:spLocks noGrp="1"/>
          </p:cNvSpPr>
          <p:nvPr>
            <p:ph type="title"/>
          </p:nvPr>
        </p:nvSpPr>
        <p:spPr/>
        <p:txBody>
          <a:bodyPr/>
          <a:lstStyle/>
          <a:p>
            <a:r>
              <a:rPr lang="en-US" dirty="0" smtClean="0"/>
              <a:t>Securely storing tokens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20</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42326504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AD Authentication Demo</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5875424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NZ" dirty="0" smtClean="0"/>
              <a:t>Calling the O365 SharePoint Lists API</a:t>
            </a:r>
            <a:endParaRPr lang="en-NZ" dirty="0"/>
          </a:p>
        </p:txBody>
      </p:sp>
      <p:sp>
        <p:nvSpPr>
          <p:cNvPr id="6" name="Subtitle 5"/>
          <p:cNvSpPr>
            <a:spLocks noGrp="1"/>
          </p:cNvSpPr>
          <p:nvPr>
            <p:ph type="subTitle" idx="1"/>
          </p:nvPr>
        </p:nvSpPr>
        <p:spPr/>
        <p:txBody>
          <a:bodyPr/>
          <a:lstStyle/>
          <a:p>
            <a:r>
              <a:rPr lang="en-NZ" dirty="0" smtClean="0"/>
              <a:t>iOS</a:t>
            </a:r>
            <a:endParaRPr lang="en-NZ"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22</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405130221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The O365 Lists SDK for Objective-C provides programmatic access to your Lists and List Items in O365 SharePoint Online</a:t>
            </a:r>
          </a:p>
          <a:p>
            <a:r>
              <a:rPr lang="en-US" dirty="0" smtClean="0"/>
              <a:t>Authentication is handled by Azure Active Directory</a:t>
            </a:r>
          </a:p>
          <a:p>
            <a:endParaRPr lang="en-US" dirty="0" smtClean="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10807265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3"/>
              </a:rPr>
              <a:t>https://github.com/OfficeDev/Office-365-SDK-for-iOS</a:t>
            </a:r>
            <a:r>
              <a:rPr lang="en-NZ" sz="3500" dirty="0" smtClean="0">
                <a:hlinkClick r:id="rId3"/>
              </a:rPr>
              <a:t>/</a:t>
            </a:r>
            <a:endParaRPr lang="en-NZ" sz="3500" dirty="0" smtClean="0"/>
          </a:p>
          <a:p>
            <a:r>
              <a:rPr lang="en-US" dirty="0" smtClean="0"/>
              <a:t>Install by adding to your </a:t>
            </a:r>
            <a:r>
              <a:rPr lang="en-US" dirty="0" err="1" smtClean="0"/>
              <a:t>Podfile</a:t>
            </a:r>
            <a:r>
              <a:rPr lang="en-US" dirty="0" smtClean="0"/>
              <a:t>:</a:t>
            </a:r>
          </a:p>
          <a:p>
            <a:r>
              <a:rPr lang="en-NZ" dirty="0">
                <a:solidFill>
                  <a:schemeClr val="tx1"/>
                </a:solidFill>
                <a:latin typeface="Consolas" panose="020B0609020204030204" pitchFamily="49" charset="0"/>
                <a:cs typeface="Consolas" panose="020B0609020204030204" pitchFamily="49" charset="0"/>
              </a:rPr>
              <a:t>pod 'Office365', '~&gt;</a:t>
            </a:r>
            <a:r>
              <a:rPr lang="en-NZ" dirty="0" smtClean="0">
                <a:solidFill>
                  <a:schemeClr val="tx1"/>
                </a:solidFill>
                <a:latin typeface="Consolas" panose="020B0609020204030204" pitchFamily="49" charset="0"/>
                <a:cs typeface="Consolas" panose="020B0609020204030204" pitchFamily="49" charset="0"/>
              </a:rPr>
              <a:t>0.5.0'</a:t>
            </a:r>
            <a:endParaRPr lang="en-NZ" dirty="0" smtClean="0">
              <a:solidFill>
                <a:schemeClr val="tx1"/>
              </a:solidFill>
              <a:latin typeface="Consolas" panose="020B0609020204030204" pitchFamily="49" charset="0"/>
              <a:cs typeface="Consolas" panose="020B0609020204030204" pitchFamily="49" charset="0"/>
            </a:endParaRP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'Office365/Lists', </a:t>
            </a:r>
            <a:r>
              <a:rPr lang="en-NZ" dirty="0">
                <a:solidFill>
                  <a:schemeClr val="tx1"/>
                </a:solidFill>
                <a:latin typeface="Consolas" panose="020B0609020204030204" pitchFamily="49" charset="0"/>
                <a:cs typeface="Consolas" panose="020B0609020204030204" pitchFamily="49" charset="0"/>
              </a:rPr>
              <a:t>'~&gt;0.5.0'</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6317785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smtClean="0"/>
              <a:t>Lists</a:t>
            </a:r>
          </a:p>
          <a:p>
            <a:pPr marL="571500" lvl="1" indent="-571500">
              <a:buFont typeface="Arial" panose="020B0604020202020204" pitchFamily="34" charset="0"/>
              <a:buChar char="•"/>
            </a:pPr>
            <a:r>
              <a:rPr lang="en-US" dirty="0" smtClean="0"/>
              <a:t>Enumerate lists</a:t>
            </a:r>
          </a:p>
          <a:p>
            <a:pPr marL="571500" lvl="1" indent="-571500">
              <a:buFont typeface="Arial" panose="020B0604020202020204" pitchFamily="34" charset="0"/>
              <a:buChar char="•"/>
            </a:pPr>
            <a:r>
              <a:rPr lang="en-US" dirty="0" smtClean="0"/>
              <a:t>Enumerate list fields/columns</a:t>
            </a:r>
          </a:p>
          <a:p>
            <a:pPr marL="571500" indent="-571500">
              <a:buFont typeface="Arial" panose="020B0604020202020204" pitchFamily="34" charset="0"/>
              <a:buChar char="•"/>
            </a:pPr>
            <a:r>
              <a:rPr lang="en-US" dirty="0" smtClean="0"/>
              <a:t>List Items</a:t>
            </a:r>
          </a:p>
          <a:p>
            <a:pPr marL="571500" lvl="1" indent="-571500">
              <a:buFont typeface="Arial" panose="020B0604020202020204" pitchFamily="34" charset="0"/>
              <a:buChar char="•"/>
            </a:pPr>
            <a:r>
              <a:rPr lang="en-US" dirty="0" smtClean="0"/>
              <a:t>Enumerate list items</a:t>
            </a:r>
          </a:p>
          <a:p>
            <a:pPr marL="571500" lvl="1" indent="-571500">
              <a:buFont typeface="Arial" panose="020B0604020202020204" pitchFamily="34" charset="0"/>
              <a:buChar char="•"/>
            </a:pPr>
            <a:r>
              <a:rPr lang="en-US" dirty="0" smtClean="0"/>
              <a:t>Create, read, update and delete list items</a:t>
            </a:r>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2676880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SharePoint Lists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49113106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NZ" dirty="0" smtClean="0"/>
              <a:t>Calling the O365 Exchange API</a:t>
            </a:r>
            <a:endParaRPr lang="en-NZ" dirty="0"/>
          </a:p>
        </p:txBody>
      </p:sp>
      <p:sp>
        <p:nvSpPr>
          <p:cNvPr id="3" name="Subtitle 2"/>
          <p:cNvSpPr>
            <a:spLocks noGrp="1"/>
          </p:cNvSpPr>
          <p:nvPr>
            <p:ph type="subTitle" idx="1"/>
          </p:nvPr>
        </p:nvSpPr>
        <p:spPr/>
        <p:txBody>
          <a:bodyPr/>
          <a:lstStyle/>
          <a:p>
            <a:r>
              <a:rPr lang="en-NZ" dirty="0" smtClean="0"/>
              <a:t>iOS</a:t>
            </a:r>
            <a:endParaRPr lang="en-NZ" dirty="0"/>
          </a:p>
        </p:txBody>
      </p:sp>
    </p:spTree>
    <p:extLst>
      <p:ext uri="{BB962C8B-B14F-4D97-AF65-F5344CB8AC3E}">
        <p14:creationId xmlns:p14="http://schemas.microsoft.com/office/powerpoint/2010/main" val="281146514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The O365 SDK for Objective-C provides programmatic access to your Mail, Calendar and Contacts in O365 Exchange Online</a:t>
            </a:r>
          </a:p>
          <a:p>
            <a:r>
              <a:rPr lang="en-US" dirty="0"/>
              <a:t>Authentication is handled by </a:t>
            </a:r>
            <a:r>
              <a:rPr lang="en-US" dirty="0" smtClean="0"/>
              <a:t>the Active Directory Authentication Library for Objective-C</a:t>
            </a:r>
            <a:endParaRPr lang="en-US" dirty="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411568673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2"/>
              </a:rPr>
              <a:t>https://github.com/OfficeDev/Office-365-SDK-for-iOS</a:t>
            </a:r>
            <a:r>
              <a:rPr lang="en-NZ" sz="3500" dirty="0" smtClean="0">
                <a:hlinkClick r:id="rId2"/>
              </a:rPr>
              <a:t>/</a:t>
            </a:r>
            <a:endParaRPr lang="en-NZ" sz="3500" dirty="0" smtClean="0"/>
          </a:p>
          <a:p>
            <a:r>
              <a:rPr lang="en-US" dirty="0" smtClean="0"/>
              <a:t>Install by adding to your </a:t>
            </a:r>
            <a:r>
              <a:rPr lang="en-US" dirty="0" err="1" smtClean="0"/>
              <a:t>Podfile</a:t>
            </a:r>
            <a:r>
              <a:rPr lang="en-US" dirty="0" smtClean="0"/>
              <a:t>:</a:t>
            </a:r>
          </a:p>
          <a:p>
            <a:r>
              <a:rPr lang="en-NZ" dirty="0">
                <a:solidFill>
                  <a:schemeClr val="tx1"/>
                </a:solidFill>
                <a:latin typeface="Consolas" panose="020B0609020204030204" pitchFamily="49" charset="0"/>
                <a:cs typeface="Consolas" panose="020B0609020204030204" pitchFamily="49" charset="0"/>
              </a:rPr>
              <a:t>pod 'Office365', '~&gt;</a:t>
            </a:r>
            <a:r>
              <a:rPr lang="en-NZ" dirty="0" smtClean="0">
                <a:solidFill>
                  <a:schemeClr val="tx1"/>
                </a:solidFill>
                <a:latin typeface="Consolas" panose="020B0609020204030204" pitchFamily="49" charset="0"/>
                <a:cs typeface="Consolas" panose="020B0609020204030204" pitchFamily="49" charset="0"/>
              </a:rPr>
              <a:t>0.5.4‘</a:t>
            </a: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'Office365/Outlook', </a:t>
            </a:r>
            <a:r>
              <a:rPr lang="en-NZ" dirty="0">
                <a:solidFill>
                  <a:schemeClr val="tx1"/>
                </a:solidFill>
                <a:latin typeface="Consolas" panose="020B0609020204030204" pitchFamily="49" charset="0"/>
                <a:cs typeface="Consolas" panose="020B0609020204030204" pitchFamily="49" charset="0"/>
              </a:rPr>
              <a:t>'~&gt;0.5.4'</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29</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27471297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a:t>Folders and Messages</a:t>
            </a:r>
          </a:p>
          <a:p>
            <a:pPr marL="571500" lvl="1" indent="-571500">
              <a:buFont typeface="Arial" panose="020B0604020202020204" pitchFamily="34" charset="0"/>
              <a:buChar char="•"/>
            </a:pPr>
            <a:r>
              <a:rPr lang="en-US" dirty="0"/>
              <a:t>Create, read, update and delete</a:t>
            </a:r>
          </a:p>
          <a:p>
            <a:pPr marL="571500" lvl="1" indent="-571500">
              <a:buFont typeface="Arial" panose="020B0604020202020204" pitchFamily="34" charset="0"/>
              <a:buChar char="•"/>
            </a:pPr>
            <a:r>
              <a:rPr lang="en-US" dirty="0"/>
              <a:t>Send new messages</a:t>
            </a:r>
          </a:p>
          <a:p>
            <a:pPr marL="571500" lvl="1" indent="-571500">
              <a:buFont typeface="Arial" panose="020B0604020202020204" pitchFamily="34" charset="0"/>
              <a:buChar char="•"/>
            </a:pPr>
            <a:r>
              <a:rPr lang="en-US" dirty="0"/>
              <a:t>Reply, reply all, forward messages</a:t>
            </a:r>
          </a:p>
          <a:p>
            <a:pPr marL="571500" lvl="1" indent="-571500">
              <a:buFont typeface="Arial" panose="020B0604020202020204" pitchFamily="34" charset="0"/>
              <a:buChar char="•"/>
            </a:pPr>
            <a:r>
              <a:rPr lang="en-US" dirty="0"/>
              <a:t>Manage attachments</a:t>
            </a:r>
          </a:p>
          <a:p>
            <a:pPr marL="571500" indent="-571500">
              <a:buFont typeface="Arial" panose="020B0604020202020204" pitchFamily="34" charset="0"/>
              <a:buChar char="•"/>
            </a:pPr>
            <a:r>
              <a:rPr lang="en-US" dirty="0"/>
              <a:t>Calendars and Events</a:t>
            </a:r>
          </a:p>
          <a:p>
            <a:pPr marL="571500" lvl="1" indent="-571500">
              <a:buFont typeface="Arial" panose="020B0604020202020204" pitchFamily="34" charset="0"/>
              <a:buChar char="•"/>
            </a:pPr>
            <a:r>
              <a:rPr lang="en-US" dirty="0"/>
              <a:t>Create, read, update and delete</a:t>
            </a:r>
          </a:p>
          <a:p>
            <a:pPr marL="571500" lvl="1" indent="-571500">
              <a:buFont typeface="Arial" panose="020B0604020202020204" pitchFamily="34" charset="0"/>
              <a:buChar char="•"/>
            </a:pPr>
            <a:r>
              <a:rPr lang="en-US" dirty="0"/>
              <a:t>Calendar groups</a:t>
            </a:r>
          </a:p>
          <a:p>
            <a:pPr marL="571500" lvl="1" indent="-571500">
              <a:buFont typeface="Arial" panose="020B0604020202020204" pitchFamily="34" charset="0"/>
              <a:buChar char="•"/>
            </a:pPr>
            <a:r>
              <a:rPr lang="en-US" dirty="0"/>
              <a:t>Send invites</a:t>
            </a:r>
          </a:p>
          <a:p>
            <a:pPr marL="571500" indent="-571500">
              <a:buFont typeface="Arial" panose="020B0604020202020204" pitchFamily="34" charset="0"/>
              <a:buChar char="•"/>
            </a:pPr>
            <a:r>
              <a:rPr lang="en-US" dirty="0"/>
              <a:t>Contacts</a:t>
            </a:r>
          </a:p>
          <a:p>
            <a:pPr marL="571500" lvl="1" indent="-571500">
              <a:buFont typeface="Arial" panose="020B0604020202020204" pitchFamily="34" charset="0"/>
              <a:buChar char="•"/>
            </a:pPr>
            <a:r>
              <a:rPr lang="en-US" dirty="0"/>
              <a:t>Create, read, update and delete</a:t>
            </a:r>
          </a:p>
          <a:p>
            <a:endParaRPr lang="en-US" dirty="0"/>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30</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90521518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https://github.com/OfficeDev/Property-Inspection-Code-Sample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Exchange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67619588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NZ" dirty="0" smtClean="0"/>
              <a:t>Calling OneDrive for Business</a:t>
            </a:r>
            <a:endParaRPr lang="en-NZ" dirty="0"/>
          </a:p>
        </p:txBody>
      </p:sp>
      <p:sp>
        <p:nvSpPr>
          <p:cNvPr id="6" name="Subtitle 5"/>
          <p:cNvSpPr>
            <a:spLocks noGrp="1"/>
          </p:cNvSpPr>
          <p:nvPr>
            <p:ph type="subTitle" idx="1"/>
          </p:nvPr>
        </p:nvSpPr>
        <p:spPr/>
        <p:txBody>
          <a:bodyPr/>
          <a:lstStyle/>
          <a:p>
            <a:r>
              <a:rPr lang="en-NZ" dirty="0" smtClean="0"/>
              <a:t>iOS</a:t>
            </a:r>
            <a:endParaRPr lang="en-NZ"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32</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46823082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The O365 OneDrive SDK for Objective-C provides programmatic access to </a:t>
            </a:r>
            <a:r>
              <a:rPr lang="en-US" dirty="0"/>
              <a:t>Files in in your O365 OneDrive </a:t>
            </a:r>
            <a:r>
              <a:rPr lang="en-US" dirty="0" smtClean="0"/>
              <a:t>account</a:t>
            </a:r>
          </a:p>
          <a:p>
            <a:r>
              <a:rPr lang="en-US" dirty="0" smtClean="0"/>
              <a:t>Authentication is handled by Azure Active Directory</a:t>
            </a:r>
          </a:p>
          <a:p>
            <a:endParaRPr lang="en-US" dirty="0" smtClean="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23923361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2"/>
              </a:rPr>
              <a:t>https://github.com/OfficeDev/Office-365-SDK-for-iOS</a:t>
            </a:r>
            <a:r>
              <a:rPr lang="en-NZ" sz="3500" dirty="0" smtClean="0">
                <a:hlinkClick r:id="rId2"/>
              </a:rPr>
              <a:t>/</a:t>
            </a:r>
            <a:endParaRPr lang="en-NZ" sz="3500" dirty="0" smtClean="0"/>
          </a:p>
          <a:p>
            <a:r>
              <a:rPr lang="en-US" dirty="0" smtClean="0"/>
              <a:t>Install by adding to your </a:t>
            </a:r>
            <a:r>
              <a:rPr lang="en-US" dirty="0" err="1" smtClean="0"/>
              <a:t>Podfile</a:t>
            </a:r>
            <a:r>
              <a:rPr lang="en-US" dirty="0" smtClean="0"/>
              <a:t>:</a:t>
            </a:r>
          </a:p>
          <a:p>
            <a:r>
              <a:rPr lang="en-NZ" dirty="0" smtClean="0">
                <a:solidFill>
                  <a:schemeClr val="tx1"/>
                </a:solidFill>
                <a:latin typeface="Consolas" panose="020B0609020204030204" pitchFamily="49" charset="0"/>
                <a:cs typeface="Consolas" panose="020B0609020204030204" pitchFamily="49" charset="0"/>
              </a:rPr>
              <a:t>pod 'Office365', '~&gt;0.5.4‘</a:t>
            </a: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'Office365/Files', </a:t>
            </a:r>
            <a:r>
              <a:rPr lang="en-NZ" dirty="0">
                <a:solidFill>
                  <a:schemeClr val="tx1"/>
                </a:solidFill>
                <a:latin typeface="Consolas" panose="020B0609020204030204" pitchFamily="49" charset="0"/>
                <a:cs typeface="Consolas" panose="020B0609020204030204" pitchFamily="49" charset="0"/>
              </a:rPr>
              <a:t>'~&gt;0.5.4'</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9514509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smtClean="0"/>
              <a:t>Files</a:t>
            </a:r>
            <a:endParaRPr lang="en-US" dirty="0"/>
          </a:p>
          <a:p>
            <a:pPr marL="571500" lvl="1" indent="-571500">
              <a:buFont typeface="Arial" panose="020B0604020202020204" pitchFamily="34" charset="0"/>
              <a:buChar char="•"/>
            </a:pPr>
            <a:r>
              <a:rPr lang="en-US" dirty="0" smtClean="0"/>
              <a:t>Create</a:t>
            </a:r>
            <a:r>
              <a:rPr lang="en-US" dirty="0"/>
              <a:t>, read, update and delete Files and Folders</a:t>
            </a:r>
          </a:p>
          <a:p>
            <a:pPr marL="571500" lvl="1" indent="-571500">
              <a:buFont typeface="Arial" panose="020B0604020202020204" pitchFamily="34" charset="0"/>
              <a:buChar char="•"/>
            </a:pPr>
            <a:r>
              <a:rPr lang="en-US" dirty="0"/>
              <a:t>Upload and download File </a:t>
            </a:r>
            <a:r>
              <a:rPr lang="en-US" dirty="0" smtClean="0"/>
              <a:t>contents</a:t>
            </a:r>
            <a:endParaRPr lang="en-US" dirty="0"/>
          </a:p>
          <a:p>
            <a:pPr marL="571500" lvl="1" indent="-571500">
              <a:buFont typeface="Arial" panose="020B0604020202020204" pitchFamily="34" charset="0"/>
              <a:buChar char="•"/>
            </a:pPr>
            <a:endParaRPr lang="en-US" dirty="0"/>
          </a:p>
          <a:p>
            <a:pPr lvl="1"/>
            <a:endParaRPr lang="en-US" dirty="0"/>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71657645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github.com/OfficeDev/Office-365-SDK-for-iOS/Samples/simple-drive-app</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OneDrive for Business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34172223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4710722" y="1814278"/>
            <a:ext cx="7168517" cy="2881111"/>
          </a:xfrm>
        </p:spPr>
        <p:txBody>
          <a:bodyPr/>
          <a:lstStyle/>
          <a:p>
            <a:r>
              <a:rPr lang="en-US" dirty="0"/>
              <a:t>Intro</a:t>
            </a:r>
          </a:p>
          <a:p>
            <a:r>
              <a:rPr lang="en-US" dirty="0"/>
              <a:t>Azure AD </a:t>
            </a:r>
            <a:r>
              <a:rPr lang="en-US" dirty="0" err="1"/>
              <a:t>Auth</a:t>
            </a:r>
            <a:endParaRPr lang="en-US" dirty="0"/>
          </a:p>
          <a:p>
            <a:r>
              <a:rPr lang="en-US" dirty="0"/>
              <a:t>SharePoint Lists APIs</a:t>
            </a:r>
          </a:p>
          <a:p>
            <a:r>
              <a:rPr lang="en-US" dirty="0" smtClean="0"/>
              <a:t>Exchange </a:t>
            </a:r>
            <a:r>
              <a:rPr lang="en-US" dirty="0"/>
              <a:t>APIs</a:t>
            </a:r>
          </a:p>
          <a:p>
            <a:r>
              <a:rPr lang="en-US" dirty="0"/>
              <a:t>OneDrive for Business </a:t>
            </a:r>
            <a:r>
              <a:rPr lang="en-US" dirty="0" smtClean="0"/>
              <a:t>APIs</a:t>
            </a:r>
            <a:endParaRPr lang="en-US" dirty="0"/>
          </a:p>
        </p:txBody>
      </p:sp>
      <p:pic>
        <p:nvPicPr>
          <p:cNvPr id="4" name="Picture Placeholder 3"/>
          <p:cNvPicPr>
            <a:picLocks noGrp="1" noChangeAspect="1"/>
          </p:cNvPicPr>
          <p:nvPr>
            <p:ph type="pic" sz="quarter" idx="16"/>
          </p:nvPr>
        </p:nvPicPr>
        <p:blipFill>
          <a:blip r:embed="rId3">
            <a:extLst>
              <a:ext uri="{28A0092B-C50C-407E-A947-70E740481C1C}">
                <a14:useLocalDpi xmlns:a14="http://schemas.microsoft.com/office/drawing/2010/main"/>
              </a:ext>
            </a:extLst>
          </a:blip>
          <a:stretch>
            <a:fillRect/>
          </a:stretch>
        </p:blipFill>
        <p:spPr>
          <a:xfrm>
            <a:off x="271583" y="1905708"/>
            <a:ext cx="4301124" cy="2865210"/>
          </a:xfrm>
        </p:spPr>
      </p:pic>
      <p:sp>
        <p:nvSpPr>
          <p:cNvPr id="5" name="Title 4"/>
          <p:cNvSpPr>
            <a:spLocks noGrp="1"/>
          </p:cNvSpPr>
          <p:nvPr>
            <p:ph type="title"/>
          </p:nvPr>
        </p:nvSpPr>
        <p:spPr/>
        <p:txBody>
          <a:bodyPr/>
          <a:lstStyle/>
          <a:p>
            <a:r>
              <a:rPr lang="en-US" dirty="0" smtClean="0"/>
              <a:t>Summary</a:t>
            </a:r>
            <a:br>
              <a:rPr lang="en-US" dirty="0" smtClean="0"/>
            </a:br>
            <a:endParaRPr lang="en-US" dirty="0"/>
          </a:p>
        </p:txBody>
      </p:sp>
    </p:spTree>
    <p:extLst>
      <p:ext uri="{BB962C8B-B14F-4D97-AF65-F5344CB8AC3E}">
        <p14:creationId xmlns:p14="http://schemas.microsoft.com/office/powerpoint/2010/main" val="13016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See </a:t>
            </a:r>
            <a:r>
              <a:rPr lang="en-US" dirty="0">
                <a:hlinkClick r:id="rId2"/>
              </a:rPr>
              <a:t>http://</a:t>
            </a:r>
            <a:r>
              <a:rPr lang="en-US" dirty="0" smtClean="0">
                <a:hlinkClick r:id="rId2"/>
              </a:rPr>
              <a:t>dev.office.com/ios</a:t>
            </a:r>
            <a:r>
              <a:rPr lang="en-US" dirty="0" smtClean="0"/>
              <a:t> to get started.</a:t>
            </a:r>
          </a:p>
          <a:p>
            <a:r>
              <a:rPr lang="en-US" dirty="0" smtClean="0"/>
              <a:t>ADAL:</a:t>
            </a:r>
            <a:br>
              <a:rPr lang="en-US" dirty="0" smtClean="0"/>
            </a:br>
            <a:r>
              <a:rPr lang="en-US" sz="3500" dirty="0" smtClean="0">
                <a:hlinkClick r:id="rId3"/>
              </a:rPr>
              <a:t>https</a:t>
            </a:r>
            <a:r>
              <a:rPr lang="en-US" sz="3500" dirty="0">
                <a:hlinkClick r:id="rId3"/>
              </a:rPr>
              <a:t>://</a:t>
            </a:r>
            <a:r>
              <a:rPr lang="en-US" sz="3500" dirty="0" smtClean="0">
                <a:hlinkClick r:id="rId3"/>
              </a:rPr>
              <a:t>github.com/AzureAD/azure-activedirectory-library-for-objc</a:t>
            </a:r>
            <a:endParaRPr lang="en-US" sz="3500" dirty="0" smtClean="0"/>
          </a:p>
          <a:p>
            <a:r>
              <a:rPr lang="en-US" dirty="0" smtClean="0"/>
              <a:t>Office </a:t>
            </a:r>
            <a:r>
              <a:rPr lang="en-US" dirty="0"/>
              <a:t>365 </a:t>
            </a:r>
            <a:r>
              <a:rPr lang="en-US" dirty="0" smtClean="0"/>
              <a:t>SDKs:</a:t>
            </a:r>
            <a:br>
              <a:rPr lang="en-US" dirty="0" smtClean="0"/>
            </a:br>
            <a:r>
              <a:rPr lang="en-US" sz="3500" dirty="0" smtClean="0">
                <a:hlinkClick r:id="rId4"/>
              </a:rPr>
              <a:t>https</a:t>
            </a:r>
            <a:r>
              <a:rPr lang="en-US" sz="3500" dirty="0">
                <a:hlinkClick r:id="rId4"/>
              </a:rPr>
              <a:t>://</a:t>
            </a:r>
            <a:r>
              <a:rPr lang="en-US" sz="3500" dirty="0" smtClean="0">
                <a:hlinkClick r:id="rId4"/>
              </a:rPr>
              <a:t>github.com/OfficeDev/Office-365-SDK-for-iOS</a:t>
            </a:r>
            <a:endParaRPr lang="en-US" dirty="0"/>
          </a:p>
          <a:p>
            <a:endParaRPr lang="en-US" dirty="0"/>
          </a:p>
        </p:txBody>
      </p:sp>
      <p:sp>
        <p:nvSpPr>
          <p:cNvPr id="3" name="Title 2"/>
          <p:cNvSpPr>
            <a:spLocks noGrp="1"/>
          </p:cNvSpPr>
          <p:nvPr>
            <p:ph type="title"/>
          </p:nvPr>
        </p:nvSpPr>
        <p:spPr/>
        <p:txBody>
          <a:bodyPr/>
          <a:lstStyle/>
          <a:p>
            <a:r>
              <a:rPr lang="en-US" dirty="0" smtClean="0"/>
              <a:t>Resources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171500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Building skills</a:t>
            </a:r>
          </a:p>
        </p:txBody>
      </p:sp>
      <p:sp>
        <p:nvSpPr>
          <p:cNvPr id="2" name="Text Placeholder 1"/>
          <p:cNvSpPr>
            <a:spLocks noGrp="1"/>
          </p:cNvSpPr>
          <p:nvPr>
            <p:ph type="body" sz="quarter" idx="11"/>
          </p:nvPr>
        </p:nvSpPr>
        <p:spPr>
          <a:xfrm>
            <a:off x="271585" y="1190395"/>
            <a:ext cx="11651152" cy="4252631"/>
          </a:xfrm>
        </p:spPr>
        <p:txBody>
          <a:bodyPr/>
          <a:lstStyle/>
          <a:p>
            <a:r>
              <a:rPr lang="en-US" dirty="0" smtClean="0"/>
              <a:t>Microsoft Virtual Academy</a:t>
            </a:r>
          </a:p>
          <a:p>
            <a:pPr lvl="1"/>
            <a:r>
              <a:rPr lang="en-US" dirty="0" smtClean="0">
                <a:gradFill>
                  <a:gsLst>
                    <a:gs pos="1250">
                      <a:srgbClr val="00BCF2"/>
                    </a:gs>
                    <a:gs pos="100000">
                      <a:srgbClr val="00BCF2"/>
                    </a:gs>
                  </a:gsLst>
                  <a:lin ang="5400000" scaled="0"/>
                </a:gradFill>
              </a:rPr>
              <a:t>dev.office.com/training</a:t>
            </a:r>
          </a:p>
          <a:p>
            <a:r>
              <a:rPr lang="en-US" dirty="0" smtClean="0"/>
              <a:t>Code Samples</a:t>
            </a:r>
          </a:p>
          <a:p>
            <a:pPr lvl="1"/>
            <a:r>
              <a:rPr lang="en-US" dirty="0">
                <a:gradFill>
                  <a:gsLst>
                    <a:gs pos="1250">
                      <a:srgbClr val="00BCF2"/>
                    </a:gs>
                    <a:gs pos="100000">
                      <a:srgbClr val="00BCF2"/>
                    </a:gs>
                  </a:gsLst>
                  <a:lin ang="5400000" scaled="0"/>
                </a:gradFill>
              </a:rPr>
              <a:t>dev.office.com/code-samples</a:t>
            </a:r>
          </a:p>
          <a:p>
            <a:r>
              <a:rPr lang="en-US" dirty="0" smtClean="0"/>
              <a:t>DX Office 365 Dev Camps</a:t>
            </a:r>
          </a:p>
          <a:p>
            <a:r>
              <a:rPr lang="en-US" dirty="0" smtClean="0"/>
              <a:t>Office 365 Summit </a:t>
            </a:r>
            <a:br>
              <a:rPr lang="en-US" dirty="0" smtClean="0"/>
            </a:br>
            <a:r>
              <a:rPr lang="en-US" dirty="0" smtClean="0"/>
              <a:t>Developer Tracks</a:t>
            </a:r>
          </a:p>
          <a:p>
            <a:pPr lvl="1"/>
            <a:r>
              <a:rPr lang="en-US" dirty="0">
                <a:gradFill>
                  <a:gsLst>
                    <a:gs pos="1250">
                      <a:srgbClr val="00BCF2"/>
                    </a:gs>
                    <a:gs pos="100000">
                      <a:srgbClr val="00BCF2"/>
                    </a:gs>
                  </a:gsLst>
                  <a:lin ang="5400000" scaled="0"/>
                </a:gradFill>
                <a:hlinkClick r:id="rId2" action="ppaction://hlinkfile"/>
              </a:rPr>
              <a:t>summit.office.com</a:t>
            </a:r>
            <a:endParaRPr lang="en-US" dirty="0">
              <a:gradFill>
                <a:gsLst>
                  <a:gs pos="1250">
                    <a:srgbClr val="00BCF2"/>
                  </a:gs>
                  <a:gs pos="100000">
                    <a:srgbClr val="00BCF2"/>
                  </a:gs>
                </a:gsLst>
                <a:lin ang="5400000" scaled="0"/>
              </a:gradFill>
            </a:endParaRPr>
          </a:p>
        </p:txBody>
      </p:sp>
      <p:sp>
        <p:nvSpPr>
          <p:cNvPr id="4" name="Rectangle 3"/>
          <p:cNvSpPr/>
          <p:nvPr/>
        </p:nvSpPr>
        <p:spPr bwMode="auto">
          <a:xfrm>
            <a:off x="2453" y="-855410"/>
            <a:ext cx="7616546" cy="77295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defTabSz="913741" fontAlgn="base">
              <a:lnSpc>
                <a:spcPct val="90000"/>
              </a:lnSpc>
              <a:spcBef>
                <a:spcPct val="0"/>
              </a:spcBef>
              <a:spcAft>
                <a:spcPct val="0"/>
              </a:spcAft>
            </a:pPr>
            <a:r>
              <a:rPr lang="en-US" sz="1764" dirty="0">
                <a:solidFill>
                  <a:srgbClr val="FFFFFF"/>
                </a:solidFill>
              </a:rPr>
              <a:t>Add screens shot from link</a:t>
            </a:r>
            <a:endParaRPr lang="en-US" sz="1764" dirty="0">
              <a:gradFill>
                <a:gsLst>
                  <a:gs pos="0">
                    <a:srgbClr val="FFFFFF"/>
                  </a:gs>
                  <a:gs pos="100000">
                    <a:srgbClr val="FFFFFF"/>
                  </a:gs>
                </a:gsLst>
                <a:lin ang="5400000" scaled="0"/>
              </a:gradFill>
              <a:ea typeface="Segoe UI" pitchFamily="34" charset="0"/>
              <a:cs typeface="Segoe UI" pitchFamily="34" charset="0"/>
            </a:endParaRPr>
          </a:p>
        </p:txBody>
      </p:sp>
      <p:grpSp>
        <p:nvGrpSpPr>
          <p:cNvPr id="6" name="Group 5"/>
          <p:cNvGrpSpPr/>
          <p:nvPr/>
        </p:nvGrpSpPr>
        <p:grpSpPr>
          <a:xfrm>
            <a:off x="7241507" y="1201528"/>
            <a:ext cx="4240556" cy="3773472"/>
            <a:chOff x="1503299" y="914400"/>
            <a:chExt cx="1685883" cy="1500188"/>
          </a:xfrm>
        </p:grpSpPr>
        <p:pic>
          <p:nvPicPr>
            <p:cNvPr id="111" name="Picture 110"/>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42626" y="961693"/>
              <a:ext cx="1605461" cy="1070307"/>
            </a:xfrm>
            <a:prstGeom prst="rect">
              <a:avLst/>
            </a:prstGeom>
          </p:spPr>
        </p:pic>
        <p:sp>
          <p:nvSpPr>
            <p:cNvPr id="112" name="Rectangle 5"/>
            <p:cNvSpPr>
              <a:spLocks noChangeArrowheads="1"/>
            </p:cNvSpPr>
            <p:nvPr/>
          </p:nvSpPr>
          <p:spPr bwMode="auto">
            <a:xfrm>
              <a:off x="1858963" y="2382838"/>
              <a:ext cx="982663" cy="31750"/>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13" name="Freeform 112"/>
            <p:cNvSpPr>
              <a:spLocks/>
            </p:cNvSpPr>
            <p:nvPr/>
          </p:nvSpPr>
          <p:spPr bwMode="auto">
            <a:xfrm>
              <a:off x="1503299" y="914400"/>
              <a:ext cx="1685883" cy="1179513"/>
            </a:xfrm>
            <a:custGeom>
              <a:avLst/>
              <a:gdLst>
                <a:gd name="connsiteX0" fmla="*/ 82097 w 1978025"/>
                <a:gd name="connsiteY0" fmla="*/ 50800 h 1179513"/>
                <a:gd name="connsiteX1" fmla="*/ 50800 w 1978025"/>
                <a:gd name="connsiteY1" fmla="*/ 82163 h 1179513"/>
                <a:gd name="connsiteX2" fmla="*/ 50800 w 1978025"/>
                <a:gd name="connsiteY2" fmla="*/ 1054410 h 1179513"/>
                <a:gd name="connsiteX3" fmla="*/ 82097 w 1978025"/>
                <a:gd name="connsiteY3" fmla="*/ 1079500 h 1179513"/>
                <a:gd name="connsiteX4" fmla="*/ 1891075 w 1978025"/>
                <a:gd name="connsiteY4" fmla="*/ 1079500 h 1179513"/>
                <a:gd name="connsiteX5" fmla="*/ 1916113 w 1978025"/>
                <a:gd name="connsiteY5" fmla="*/ 1054410 h 1179513"/>
                <a:gd name="connsiteX6" fmla="*/ 1916113 w 1978025"/>
                <a:gd name="connsiteY6" fmla="*/ 82163 h 1179513"/>
                <a:gd name="connsiteX7" fmla="*/ 1891075 w 1978025"/>
                <a:gd name="connsiteY7" fmla="*/ 50800 h 1179513"/>
                <a:gd name="connsiteX8" fmla="*/ 82097 w 1978025"/>
                <a:gd name="connsiteY8" fmla="*/ 50800 h 1179513"/>
                <a:gd name="connsiteX9" fmla="*/ 62596 w 1978025"/>
                <a:gd name="connsiteY9" fmla="*/ 0 h 1179513"/>
                <a:gd name="connsiteX10" fmla="*/ 1915429 w 1978025"/>
                <a:gd name="connsiteY10" fmla="*/ 0 h 1179513"/>
                <a:gd name="connsiteX11" fmla="*/ 1978025 w 1978025"/>
                <a:gd name="connsiteY11" fmla="*/ 62740 h 1179513"/>
                <a:gd name="connsiteX12" fmla="*/ 1978025 w 1978025"/>
                <a:gd name="connsiteY12" fmla="*/ 1116773 h 1179513"/>
                <a:gd name="connsiteX13" fmla="*/ 1915429 w 1978025"/>
                <a:gd name="connsiteY13" fmla="*/ 1179513 h 1179513"/>
                <a:gd name="connsiteX14" fmla="*/ 62596 w 1978025"/>
                <a:gd name="connsiteY14" fmla="*/ 1179513 h 1179513"/>
                <a:gd name="connsiteX15" fmla="*/ 0 w 1978025"/>
                <a:gd name="connsiteY15" fmla="*/ 1116773 h 1179513"/>
                <a:gd name="connsiteX16" fmla="*/ 0 w 1978025"/>
                <a:gd name="connsiteY16" fmla="*/ 62740 h 1179513"/>
                <a:gd name="connsiteX17" fmla="*/ 62596 w 1978025"/>
                <a:gd name="connsiteY17" fmla="*/ 0 h 117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8025" h="1179513">
                  <a:moveTo>
                    <a:pt x="82097" y="50800"/>
                  </a:moveTo>
                  <a:cubicBezTo>
                    <a:pt x="63319" y="50800"/>
                    <a:pt x="50800" y="63345"/>
                    <a:pt x="50800" y="82163"/>
                  </a:cubicBezTo>
                  <a:cubicBezTo>
                    <a:pt x="50800" y="82163"/>
                    <a:pt x="50800" y="82163"/>
                    <a:pt x="50800" y="1054410"/>
                  </a:cubicBezTo>
                  <a:cubicBezTo>
                    <a:pt x="50800" y="1066955"/>
                    <a:pt x="63319" y="1079500"/>
                    <a:pt x="82097" y="1079500"/>
                  </a:cubicBezTo>
                  <a:cubicBezTo>
                    <a:pt x="82097" y="1079500"/>
                    <a:pt x="82097" y="1079500"/>
                    <a:pt x="1891075" y="1079500"/>
                  </a:cubicBezTo>
                  <a:cubicBezTo>
                    <a:pt x="1903594" y="1079500"/>
                    <a:pt x="1916113" y="1066955"/>
                    <a:pt x="1916113" y="1054410"/>
                  </a:cubicBezTo>
                  <a:lnTo>
                    <a:pt x="1916113" y="82163"/>
                  </a:lnTo>
                  <a:cubicBezTo>
                    <a:pt x="1916113" y="63345"/>
                    <a:pt x="1903594" y="50800"/>
                    <a:pt x="1891075" y="50800"/>
                  </a:cubicBezTo>
                  <a:cubicBezTo>
                    <a:pt x="1891075" y="50800"/>
                    <a:pt x="1891075" y="50800"/>
                    <a:pt x="82097" y="50800"/>
                  </a:cubicBezTo>
                  <a:close/>
                  <a:moveTo>
                    <a:pt x="62596" y="0"/>
                  </a:moveTo>
                  <a:cubicBezTo>
                    <a:pt x="1915429" y="0"/>
                    <a:pt x="1915429" y="0"/>
                    <a:pt x="1915429" y="0"/>
                  </a:cubicBezTo>
                  <a:cubicBezTo>
                    <a:pt x="1946727" y="0"/>
                    <a:pt x="1978025" y="25096"/>
                    <a:pt x="1978025" y="62740"/>
                  </a:cubicBezTo>
                  <a:lnTo>
                    <a:pt x="1978025" y="1116773"/>
                  </a:lnTo>
                  <a:cubicBezTo>
                    <a:pt x="1978025" y="1154417"/>
                    <a:pt x="1946727" y="1179513"/>
                    <a:pt x="1915429" y="1179513"/>
                  </a:cubicBezTo>
                  <a:cubicBezTo>
                    <a:pt x="62596" y="1179513"/>
                    <a:pt x="62596" y="1179513"/>
                    <a:pt x="62596" y="1179513"/>
                  </a:cubicBezTo>
                  <a:cubicBezTo>
                    <a:pt x="25038" y="1179513"/>
                    <a:pt x="0" y="1154417"/>
                    <a:pt x="0" y="1116773"/>
                  </a:cubicBezTo>
                  <a:cubicBezTo>
                    <a:pt x="0" y="62740"/>
                    <a:pt x="0" y="62740"/>
                    <a:pt x="0" y="62740"/>
                  </a:cubicBezTo>
                  <a:cubicBezTo>
                    <a:pt x="0" y="25096"/>
                    <a:pt x="25038" y="0"/>
                    <a:pt x="62596" y="0"/>
                  </a:cubicBezTo>
                  <a:close/>
                </a:path>
              </a:pathLst>
            </a:custGeom>
            <a:solidFill>
              <a:srgbClr val="3C3C3C"/>
            </a:solidFill>
            <a:ln>
              <a:noFill/>
            </a:ln>
            <a:extLst/>
          </p:spPr>
          <p:txBody>
            <a:bodyPr vert="horz" wrap="square" lIns="89606" tIns="44804" rIns="89606" bIns="44804" numCol="1" anchor="t" anchorCtr="0" compatLnSpc="1">
              <a:prstTxWarp prst="textNoShape">
                <a:avLst/>
              </a:prstTxWarp>
              <a:noAutofit/>
            </a:bodyPr>
            <a:lstStyle/>
            <a:p>
              <a:pPr defTabSz="914004"/>
              <a:endParaRPr lang="en-US" sz="1764">
                <a:solidFill>
                  <a:srgbClr val="FFFFFF"/>
                </a:solidFill>
              </a:endParaRPr>
            </a:p>
          </p:txBody>
        </p:sp>
        <p:sp>
          <p:nvSpPr>
            <p:cNvPr id="114" name="Rectangle 33"/>
            <p:cNvSpPr>
              <a:spLocks noChangeArrowheads="1"/>
            </p:cNvSpPr>
            <p:nvPr/>
          </p:nvSpPr>
          <p:spPr bwMode="auto">
            <a:xfrm>
              <a:off x="2309813" y="2081213"/>
              <a:ext cx="80963" cy="320675"/>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117" name="Group 116"/>
          <p:cNvGrpSpPr/>
          <p:nvPr/>
        </p:nvGrpSpPr>
        <p:grpSpPr>
          <a:xfrm>
            <a:off x="5783329" y="2768818"/>
            <a:ext cx="4033585" cy="2611478"/>
            <a:chOff x="2781859" y="2353478"/>
            <a:chExt cx="3165371" cy="2049370"/>
          </a:xfrm>
        </p:grpSpPr>
        <p:sp>
          <p:nvSpPr>
            <p:cNvPr id="8" name="Rectangle 112"/>
            <p:cNvSpPr>
              <a:spLocks noChangeArrowheads="1"/>
            </p:cNvSpPr>
            <p:nvPr/>
          </p:nvSpPr>
          <p:spPr bwMode="auto">
            <a:xfrm>
              <a:off x="3390086" y="2353478"/>
              <a:ext cx="1958500" cy="1372513"/>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81020" y="2446693"/>
              <a:ext cx="1776632" cy="1203989"/>
            </a:xfrm>
            <a:prstGeom prst="rect">
              <a:avLst/>
            </a:prstGeom>
          </p:spPr>
        </p:pic>
        <p:sp>
          <p:nvSpPr>
            <p:cNvPr id="10" name="Freeform 113"/>
            <p:cNvSpPr>
              <a:spLocks/>
            </p:cNvSpPr>
            <p:nvPr/>
          </p:nvSpPr>
          <p:spPr bwMode="auto">
            <a:xfrm>
              <a:off x="2786564" y="3751060"/>
              <a:ext cx="3160666" cy="598516"/>
            </a:xfrm>
            <a:custGeom>
              <a:avLst/>
              <a:gdLst>
                <a:gd name="T0" fmla="*/ 1060 w 1060"/>
                <a:gd name="T1" fmla="*/ 191 h 191"/>
                <a:gd name="T2" fmla="*/ 0 w 1060"/>
                <a:gd name="T3" fmla="*/ 191 h 191"/>
                <a:gd name="T4" fmla="*/ 195 w 1060"/>
                <a:gd name="T5" fmla="*/ 0 h 191"/>
                <a:gd name="T6" fmla="*/ 865 w 1060"/>
                <a:gd name="T7" fmla="*/ 0 h 191"/>
                <a:gd name="T8" fmla="*/ 1060 w 1060"/>
                <a:gd name="T9" fmla="*/ 191 h 191"/>
              </a:gdLst>
              <a:ahLst/>
              <a:cxnLst>
                <a:cxn ang="0">
                  <a:pos x="T0" y="T1"/>
                </a:cxn>
                <a:cxn ang="0">
                  <a:pos x="T2" y="T3"/>
                </a:cxn>
                <a:cxn ang="0">
                  <a:pos x="T4" y="T5"/>
                </a:cxn>
                <a:cxn ang="0">
                  <a:pos x="T6" y="T7"/>
                </a:cxn>
                <a:cxn ang="0">
                  <a:pos x="T8" y="T9"/>
                </a:cxn>
              </a:cxnLst>
              <a:rect l="0" t="0" r="r" b="b"/>
              <a:pathLst>
                <a:path w="1060" h="191">
                  <a:moveTo>
                    <a:pt x="1060" y="191"/>
                  </a:moveTo>
                  <a:lnTo>
                    <a:pt x="0" y="191"/>
                  </a:lnTo>
                  <a:lnTo>
                    <a:pt x="195" y="0"/>
                  </a:lnTo>
                  <a:lnTo>
                    <a:pt x="865" y="0"/>
                  </a:lnTo>
                  <a:lnTo>
                    <a:pt x="1060" y="191"/>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1" name="Rectangle 114"/>
            <p:cNvSpPr>
              <a:spLocks noChangeArrowheads="1"/>
            </p:cNvSpPr>
            <p:nvPr/>
          </p:nvSpPr>
          <p:spPr bwMode="auto">
            <a:xfrm>
              <a:off x="2781859" y="4349578"/>
              <a:ext cx="3161846" cy="53270"/>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2" name="Oval 115"/>
            <p:cNvSpPr>
              <a:spLocks noChangeArrowheads="1"/>
            </p:cNvSpPr>
            <p:nvPr/>
          </p:nvSpPr>
          <p:spPr bwMode="auto">
            <a:xfrm>
              <a:off x="4330166" y="2387947"/>
              <a:ext cx="40738" cy="3760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3" name="Freeform 116"/>
            <p:cNvSpPr>
              <a:spLocks/>
            </p:cNvSpPr>
            <p:nvPr/>
          </p:nvSpPr>
          <p:spPr bwMode="auto">
            <a:xfrm>
              <a:off x="3985471" y="4136493"/>
              <a:ext cx="783399" cy="150413"/>
            </a:xfrm>
            <a:custGeom>
              <a:avLst/>
              <a:gdLst>
                <a:gd name="T0" fmla="*/ 240 w 250"/>
                <a:gd name="T1" fmla="*/ 0 h 48"/>
                <a:gd name="T2" fmla="*/ 10 w 250"/>
                <a:gd name="T3" fmla="*/ 0 h 48"/>
                <a:gd name="T4" fmla="*/ 0 w 250"/>
                <a:gd name="T5" fmla="*/ 48 h 48"/>
                <a:gd name="T6" fmla="*/ 250 w 250"/>
                <a:gd name="T7" fmla="*/ 48 h 48"/>
                <a:gd name="T8" fmla="*/ 240 w 250"/>
                <a:gd name="T9" fmla="*/ 0 h 48"/>
              </a:gdLst>
              <a:ahLst/>
              <a:cxnLst>
                <a:cxn ang="0">
                  <a:pos x="T0" y="T1"/>
                </a:cxn>
                <a:cxn ang="0">
                  <a:pos x="T2" y="T3"/>
                </a:cxn>
                <a:cxn ang="0">
                  <a:pos x="T4" y="T5"/>
                </a:cxn>
                <a:cxn ang="0">
                  <a:pos x="T6" y="T7"/>
                </a:cxn>
                <a:cxn ang="0">
                  <a:pos x="T8" y="T9"/>
                </a:cxn>
              </a:cxnLst>
              <a:rect l="0" t="0" r="r" b="b"/>
              <a:pathLst>
                <a:path w="250" h="48">
                  <a:moveTo>
                    <a:pt x="240" y="0"/>
                  </a:moveTo>
                  <a:lnTo>
                    <a:pt x="10" y="0"/>
                  </a:lnTo>
                  <a:lnTo>
                    <a:pt x="0" y="48"/>
                  </a:lnTo>
                  <a:lnTo>
                    <a:pt x="250" y="48"/>
                  </a:lnTo>
                  <a:lnTo>
                    <a:pt x="240" y="0"/>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4" name="Freeform 117"/>
            <p:cNvSpPr>
              <a:spLocks/>
            </p:cNvSpPr>
            <p:nvPr/>
          </p:nvSpPr>
          <p:spPr bwMode="auto">
            <a:xfrm>
              <a:off x="3070461" y="3798065"/>
              <a:ext cx="2575816" cy="291423"/>
            </a:xfrm>
            <a:custGeom>
              <a:avLst/>
              <a:gdLst>
                <a:gd name="T0" fmla="*/ 732 w 822"/>
                <a:gd name="T1" fmla="*/ 0 h 93"/>
                <a:gd name="T2" fmla="*/ 87 w 822"/>
                <a:gd name="T3" fmla="*/ 0 h 93"/>
                <a:gd name="T4" fmla="*/ 0 w 822"/>
                <a:gd name="T5" fmla="*/ 93 h 93"/>
                <a:gd name="T6" fmla="*/ 822 w 822"/>
                <a:gd name="T7" fmla="*/ 93 h 93"/>
                <a:gd name="T8" fmla="*/ 732 w 822"/>
                <a:gd name="T9" fmla="*/ 0 h 93"/>
              </a:gdLst>
              <a:ahLst/>
              <a:cxnLst>
                <a:cxn ang="0">
                  <a:pos x="T0" y="T1"/>
                </a:cxn>
                <a:cxn ang="0">
                  <a:pos x="T2" y="T3"/>
                </a:cxn>
                <a:cxn ang="0">
                  <a:pos x="T4" y="T5"/>
                </a:cxn>
                <a:cxn ang="0">
                  <a:pos x="T6" y="T7"/>
                </a:cxn>
                <a:cxn ang="0">
                  <a:pos x="T8" y="T9"/>
                </a:cxn>
              </a:cxnLst>
              <a:rect l="0" t="0" r="r" b="b"/>
              <a:pathLst>
                <a:path w="822" h="93">
                  <a:moveTo>
                    <a:pt x="732" y="0"/>
                  </a:moveTo>
                  <a:lnTo>
                    <a:pt x="87" y="0"/>
                  </a:lnTo>
                  <a:lnTo>
                    <a:pt x="0" y="93"/>
                  </a:lnTo>
                  <a:lnTo>
                    <a:pt x="822" y="93"/>
                  </a:lnTo>
                  <a:lnTo>
                    <a:pt x="732" y="0"/>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5" name="Rectangle 118"/>
            <p:cNvSpPr>
              <a:spLocks noChangeArrowheads="1"/>
            </p:cNvSpPr>
            <p:nvPr/>
          </p:nvSpPr>
          <p:spPr bwMode="auto">
            <a:xfrm>
              <a:off x="3137291" y="3986081"/>
              <a:ext cx="2459213" cy="15667"/>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6" name="Rectangle 119"/>
            <p:cNvSpPr>
              <a:spLocks noChangeArrowheads="1"/>
            </p:cNvSpPr>
            <p:nvPr/>
          </p:nvSpPr>
          <p:spPr bwMode="auto">
            <a:xfrm>
              <a:off x="3225120" y="3914007"/>
              <a:ext cx="2283555" cy="18802"/>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7" name="Rectangle 120"/>
            <p:cNvSpPr>
              <a:spLocks noChangeArrowheads="1"/>
            </p:cNvSpPr>
            <p:nvPr/>
          </p:nvSpPr>
          <p:spPr bwMode="auto">
            <a:xfrm>
              <a:off x="3312949" y="3845068"/>
              <a:ext cx="2107897" cy="6267"/>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9" name="Freeform 122"/>
            <p:cNvSpPr>
              <a:spLocks/>
            </p:cNvSpPr>
            <p:nvPr/>
          </p:nvSpPr>
          <p:spPr bwMode="auto">
            <a:xfrm>
              <a:off x="3932200" y="3995481"/>
              <a:ext cx="37603" cy="109675"/>
            </a:xfrm>
            <a:custGeom>
              <a:avLst/>
              <a:gdLst>
                <a:gd name="T0" fmla="*/ 2 w 12"/>
                <a:gd name="T1" fmla="*/ 35 h 35"/>
                <a:gd name="T2" fmla="*/ 0 w 12"/>
                <a:gd name="T3" fmla="*/ 32 h 35"/>
                <a:gd name="T4" fmla="*/ 10 w 12"/>
                <a:gd name="T5" fmla="*/ 0 h 35"/>
                <a:gd name="T6" fmla="*/ 12 w 12"/>
                <a:gd name="T7" fmla="*/ 2 h 35"/>
                <a:gd name="T8" fmla="*/ 2 w 12"/>
                <a:gd name="T9" fmla="*/ 35 h 35"/>
              </a:gdLst>
              <a:ahLst/>
              <a:cxnLst>
                <a:cxn ang="0">
                  <a:pos x="T0" y="T1"/>
                </a:cxn>
                <a:cxn ang="0">
                  <a:pos x="T2" y="T3"/>
                </a:cxn>
                <a:cxn ang="0">
                  <a:pos x="T4" y="T5"/>
                </a:cxn>
                <a:cxn ang="0">
                  <a:pos x="T6" y="T7"/>
                </a:cxn>
                <a:cxn ang="0">
                  <a:pos x="T8" y="T9"/>
                </a:cxn>
              </a:cxnLst>
              <a:rect l="0" t="0" r="r" b="b"/>
              <a:pathLst>
                <a:path w="12" h="35">
                  <a:moveTo>
                    <a:pt x="2" y="35"/>
                  </a:moveTo>
                  <a:lnTo>
                    <a:pt x="0" y="32"/>
                  </a:lnTo>
                  <a:lnTo>
                    <a:pt x="10" y="0"/>
                  </a:lnTo>
                  <a:lnTo>
                    <a:pt x="12" y="2"/>
                  </a:lnTo>
                  <a:lnTo>
                    <a:pt x="2" y="3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1" name="Freeform 124"/>
            <p:cNvSpPr>
              <a:spLocks/>
            </p:cNvSpPr>
            <p:nvPr/>
          </p:nvSpPr>
          <p:spPr bwMode="auto">
            <a:xfrm>
              <a:off x="3822524" y="3995481"/>
              <a:ext cx="53272" cy="115942"/>
            </a:xfrm>
            <a:custGeom>
              <a:avLst/>
              <a:gdLst>
                <a:gd name="T0" fmla="*/ 2 w 17"/>
                <a:gd name="T1" fmla="*/ 37 h 37"/>
                <a:gd name="T2" fmla="*/ 0 w 17"/>
                <a:gd name="T3" fmla="*/ 35 h 37"/>
                <a:gd name="T4" fmla="*/ 12 w 17"/>
                <a:gd name="T5" fmla="*/ 0 h 37"/>
                <a:gd name="T6" fmla="*/ 17 w 17"/>
                <a:gd name="T7" fmla="*/ 2 h 37"/>
                <a:gd name="T8" fmla="*/ 2 w 17"/>
                <a:gd name="T9" fmla="*/ 37 h 37"/>
              </a:gdLst>
              <a:ahLst/>
              <a:cxnLst>
                <a:cxn ang="0">
                  <a:pos x="T0" y="T1"/>
                </a:cxn>
                <a:cxn ang="0">
                  <a:pos x="T2" y="T3"/>
                </a:cxn>
                <a:cxn ang="0">
                  <a:pos x="T4" y="T5"/>
                </a:cxn>
                <a:cxn ang="0">
                  <a:pos x="T6" y="T7"/>
                </a:cxn>
                <a:cxn ang="0">
                  <a:pos x="T8" y="T9"/>
                </a:cxn>
              </a:cxnLst>
              <a:rect l="0" t="0" r="r" b="b"/>
              <a:pathLst>
                <a:path w="17" h="37">
                  <a:moveTo>
                    <a:pt x="2" y="37"/>
                  </a:moveTo>
                  <a:lnTo>
                    <a:pt x="0" y="35"/>
                  </a:lnTo>
                  <a:lnTo>
                    <a:pt x="12" y="0"/>
                  </a:lnTo>
                  <a:lnTo>
                    <a:pt x="17" y="2"/>
                  </a:lnTo>
                  <a:lnTo>
                    <a:pt x="2" y="37"/>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2" name="Freeform 125"/>
            <p:cNvSpPr>
              <a:spLocks/>
            </p:cNvSpPr>
            <p:nvPr/>
          </p:nvSpPr>
          <p:spPr bwMode="auto">
            <a:xfrm>
              <a:off x="3719116" y="3995481"/>
              <a:ext cx="56405" cy="109675"/>
            </a:xfrm>
            <a:custGeom>
              <a:avLst/>
              <a:gdLst>
                <a:gd name="T0" fmla="*/ 3 w 18"/>
                <a:gd name="T1" fmla="*/ 35 h 35"/>
                <a:gd name="T2" fmla="*/ 0 w 18"/>
                <a:gd name="T3" fmla="*/ 32 h 35"/>
                <a:gd name="T4" fmla="*/ 15 w 18"/>
                <a:gd name="T5" fmla="*/ 0 h 35"/>
                <a:gd name="T6" fmla="*/ 18 w 18"/>
                <a:gd name="T7" fmla="*/ 2 h 35"/>
                <a:gd name="T8" fmla="*/ 3 w 18"/>
                <a:gd name="T9" fmla="*/ 35 h 35"/>
              </a:gdLst>
              <a:ahLst/>
              <a:cxnLst>
                <a:cxn ang="0">
                  <a:pos x="T0" y="T1"/>
                </a:cxn>
                <a:cxn ang="0">
                  <a:pos x="T2" y="T3"/>
                </a:cxn>
                <a:cxn ang="0">
                  <a:pos x="T4" y="T5"/>
                </a:cxn>
                <a:cxn ang="0">
                  <a:pos x="T6" y="T7"/>
                </a:cxn>
                <a:cxn ang="0">
                  <a:pos x="T8" y="T9"/>
                </a:cxn>
              </a:cxnLst>
              <a:rect l="0" t="0" r="r" b="b"/>
              <a:pathLst>
                <a:path w="18" h="35">
                  <a:moveTo>
                    <a:pt x="3" y="35"/>
                  </a:moveTo>
                  <a:lnTo>
                    <a:pt x="0" y="32"/>
                  </a:lnTo>
                  <a:lnTo>
                    <a:pt x="15" y="0"/>
                  </a:lnTo>
                  <a:lnTo>
                    <a:pt x="18" y="2"/>
                  </a:lnTo>
                  <a:lnTo>
                    <a:pt x="3" y="3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3" name="Freeform 126"/>
            <p:cNvSpPr>
              <a:spLocks/>
            </p:cNvSpPr>
            <p:nvPr/>
          </p:nvSpPr>
          <p:spPr bwMode="auto">
            <a:xfrm>
              <a:off x="3603172" y="4001748"/>
              <a:ext cx="68939" cy="109675"/>
            </a:xfrm>
            <a:custGeom>
              <a:avLst/>
              <a:gdLst>
                <a:gd name="T0" fmla="*/ 5 w 22"/>
                <a:gd name="T1" fmla="*/ 35 h 35"/>
                <a:gd name="T2" fmla="*/ 0 w 22"/>
                <a:gd name="T3" fmla="*/ 33 h 35"/>
                <a:gd name="T4" fmla="*/ 20 w 22"/>
                <a:gd name="T5" fmla="*/ 0 h 35"/>
                <a:gd name="T6" fmla="*/ 22 w 22"/>
                <a:gd name="T7" fmla="*/ 3 h 35"/>
                <a:gd name="T8" fmla="*/ 5 w 22"/>
                <a:gd name="T9" fmla="*/ 35 h 35"/>
              </a:gdLst>
              <a:ahLst/>
              <a:cxnLst>
                <a:cxn ang="0">
                  <a:pos x="T0" y="T1"/>
                </a:cxn>
                <a:cxn ang="0">
                  <a:pos x="T2" y="T3"/>
                </a:cxn>
                <a:cxn ang="0">
                  <a:pos x="T4" y="T5"/>
                </a:cxn>
                <a:cxn ang="0">
                  <a:pos x="T6" y="T7"/>
                </a:cxn>
                <a:cxn ang="0">
                  <a:pos x="T8" y="T9"/>
                </a:cxn>
              </a:cxnLst>
              <a:rect l="0" t="0" r="r" b="b"/>
              <a:pathLst>
                <a:path w="22" h="35">
                  <a:moveTo>
                    <a:pt x="5" y="35"/>
                  </a:moveTo>
                  <a:lnTo>
                    <a:pt x="0" y="33"/>
                  </a:lnTo>
                  <a:lnTo>
                    <a:pt x="20" y="0"/>
                  </a:lnTo>
                  <a:lnTo>
                    <a:pt x="22" y="3"/>
                  </a:lnTo>
                  <a:lnTo>
                    <a:pt x="5" y="3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4" name="Freeform 127"/>
            <p:cNvSpPr>
              <a:spLocks/>
            </p:cNvSpPr>
            <p:nvPr/>
          </p:nvSpPr>
          <p:spPr bwMode="auto">
            <a:xfrm>
              <a:off x="3390087" y="3995481"/>
              <a:ext cx="87741" cy="115942"/>
            </a:xfrm>
            <a:custGeom>
              <a:avLst/>
              <a:gdLst>
                <a:gd name="T0" fmla="*/ 3 w 28"/>
                <a:gd name="T1" fmla="*/ 37 h 37"/>
                <a:gd name="T2" fmla="*/ 0 w 28"/>
                <a:gd name="T3" fmla="*/ 35 h 37"/>
                <a:gd name="T4" fmla="*/ 25 w 28"/>
                <a:gd name="T5" fmla="*/ 0 h 37"/>
                <a:gd name="T6" fmla="*/ 28 w 28"/>
                <a:gd name="T7" fmla="*/ 2 h 37"/>
                <a:gd name="T8" fmla="*/ 3 w 28"/>
                <a:gd name="T9" fmla="*/ 37 h 37"/>
              </a:gdLst>
              <a:ahLst/>
              <a:cxnLst>
                <a:cxn ang="0">
                  <a:pos x="T0" y="T1"/>
                </a:cxn>
                <a:cxn ang="0">
                  <a:pos x="T2" y="T3"/>
                </a:cxn>
                <a:cxn ang="0">
                  <a:pos x="T4" y="T5"/>
                </a:cxn>
                <a:cxn ang="0">
                  <a:pos x="T6" y="T7"/>
                </a:cxn>
                <a:cxn ang="0">
                  <a:pos x="T8" y="T9"/>
                </a:cxn>
              </a:cxnLst>
              <a:rect l="0" t="0" r="r" b="b"/>
              <a:pathLst>
                <a:path w="28" h="37">
                  <a:moveTo>
                    <a:pt x="3" y="37"/>
                  </a:moveTo>
                  <a:lnTo>
                    <a:pt x="0" y="35"/>
                  </a:lnTo>
                  <a:lnTo>
                    <a:pt x="25" y="0"/>
                  </a:lnTo>
                  <a:lnTo>
                    <a:pt x="28" y="2"/>
                  </a:lnTo>
                  <a:lnTo>
                    <a:pt x="3" y="37"/>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7" name="Freeform 130"/>
            <p:cNvSpPr>
              <a:spLocks/>
            </p:cNvSpPr>
            <p:nvPr/>
          </p:nvSpPr>
          <p:spPr bwMode="auto">
            <a:xfrm>
              <a:off x="5248311" y="3995481"/>
              <a:ext cx="100275" cy="131611"/>
            </a:xfrm>
            <a:custGeom>
              <a:avLst/>
              <a:gdLst>
                <a:gd name="T0" fmla="*/ 27 w 32"/>
                <a:gd name="T1" fmla="*/ 42 h 42"/>
                <a:gd name="T2" fmla="*/ 0 w 32"/>
                <a:gd name="T3" fmla="*/ 2 h 42"/>
                <a:gd name="T4" fmla="*/ 5 w 32"/>
                <a:gd name="T5" fmla="*/ 0 h 42"/>
                <a:gd name="T6" fmla="*/ 32 w 32"/>
                <a:gd name="T7" fmla="*/ 40 h 42"/>
                <a:gd name="T8" fmla="*/ 27 w 32"/>
                <a:gd name="T9" fmla="*/ 42 h 42"/>
              </a:gdLst>
              <a:ahLst/>
              <a:cxnLst>
                <a:cxn ang="0">
                  <a:pos x="T0" y="T1"/>
                </a:cxn>
                <a:cxn ang="0">
                  <a:pos x="T2" y="T3"/>
                </a:cxn>
                <a:cxn ang="0">
                  <a:pos x="T4" y="T5"/>
                </a:cxn>
                <a:cxn ang="0">
                  <a:pos x="T6" y="T7"/>
                </a:cxn>
                <a:cxn ang="0">
                  <a:pos x="T8" y="T9"/>
                </a:cxn>
              </a:cxnLst>
              <a:rect l="0" t="0" r="r" b="b"/>
              <a:pathLst>
                <a:path w="32" h="42">
                  <a:moveTo>
                    <a:pt x="27" y="42"/>
                  </a:moveTo>
                  <a:lnTo>
                    <a:pt x="0" y="2"/>
                  </a:lnTo>
                  <a:lnTo>
                    <a:pt x="5" y="0"/>
                  </a:lnTo>
                  <a:lnTo>
                    <a:pt x="32" y="40"/>
                  </a:lnTo>
                  <a:lnTo>
                    <a:pt x="27" y="4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8" name="Freeform 131"/>
            <p:cNvSpPr>
              <a:spLocks/>
            </p:cNvSpPr>
            <p:nvPr/>
          </p:nvSpPr>
          <p:spPr bwMode="auto">
            <a:xfrm>
              <a:off x="5348586" y="3995481"/>
              <a:ext cx="94008" cy="109675"/>
            </a:xfrm>
            <a:custGeom>
              <a:avLst/>
              <a:gdLst>
                <a:gd name="T0" fmla="*/ 25 w 30"/>
                <a:gd name="T1" fmla="*/ 35 h 35"/>
                <a:gd name="T2" fmla="*/ 0 w 30"/>
                <a:gd name="T3" fmla="*/ 2 h 35"/>
                <a:gd name="T4" fmla="*/ 3 w 30"/>
                <a:gd name="T5" fmla="*/ 0 h 35"/>
                <a:gd name="T6" fmla="*/ 30 w 30"/>
                <a:gd name="T7" fmla="*/ 32 h 35"/>
                <a:gd name="T8" fmla="*/ 25 w 30"/>
                <a:gd name="T9" fmla="*/ 35 h 35"/>
              </a:gdLst>
              <a:ahLst/>
              <a:cxnLst>
                <a:cxn ang="0">
                  <a:pos x="T0" y="T1"/>
                </a:cxn>
                <a:cxn ang="0">
                  <a:pos x="T2" y="T3"/>
                </a:cxn>
                <a:cxn ang="0">
                  <a:pos x="T4" y="T5"/>
                </a:cxn>
                <a:cxn ang="0">
                  <a:pos x="T6" y="T7"/>
                </a:cxn>
                <a:cxn ang="0">
                  <a:pos x="T8" y="T9"/>
                </a:cxn>
              </a:cxnLst>
              <a:rect l="0" t="0" r="r" b="b"/>
              <a:pathLst>
                <a:path w="30" h="35">
                  <a:moveTo>
                    <a:pt x="25" y="35"/>
                  </a:moveTo>
                  <a:lnTo>
                    <a:pt x="0" y="2"/>
                  </a:lnTo>
                  <a:lnTo>
                    <a:pt x="3" y="0"/>
                  </a:lnTo>
                  <a:lnTo>
                    <a:pt x="30" y="32"/>
                  </a:lnTo>
                  <a:lnTo>
                    <a:pt x="25" y="3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9" name="Freeform 132"/>
            <p:cNvSpPr>
              <a:spLocks/>
            </p:cNvSpPr>
            <p:nvPr/>
          </p:nvSpPr>
          <p:spPr bwMode="auto">
            <a:xfrm>
              <a:off x="5201306" y="3914007"/>
              <a:ext cx="62672" cy="87741"/>
            </a:xfrm>
            <a:custGeom>
              <a:avLst/>
              <a:gdLst>
                <a:gd name="T0" fmla="*/ 15 w 20"/>
                <a:gd name="T1" fmla="*/ 28 h 28"/>
                <a:gd name="T2" fmla="*/ 0 w 20"/>
                <a:gd name="T3" fmla="*/ 3 h 28"/>
                <a:gd name="T4" fmla="*/ 2 w 20"/>
                <a:gd name="T5" fmla="*/ 0 h 28"/>
                <a:gd name="T6" fmla="*/ 20 w 20"/>
                <a:gd name="T7" fmla="*/ 26 h 28"/>
                <a:gd name="T8" fmla="*/ 15 w 20"/>
                <a:gd name="T9" fmla="*/ 28 h 28"/>
              </a:gdLst>
              <a:ahLst/>
              <a:cxnLst>
                <a:cxn ang="0">
                  <a:pos x="T0" y="T1"/>
                </a:cxn>
                <a:cxn ang="0">
                  <a:pos x="T2" y="T3"/>
                </a:cxn>
                <a:cxn ang="0">
                  <a:pos x="T4" y="T5"/>
                </a:cxn>
                <a:cxn ang="0">
                  <a:pos x="T6" y="T7"/>
                </a:cxn>
                <a:cxn ang="0">
                  <a:pos x="T8" y="T9"/>
                </a:cxn>
              </a:cxnLst>
              <a:rect l="0" t="0" r="r" b="b"/>
              <a:pathLst>
                <a:path w="20" h="28">
                  <a:moveTo>
                    <a:pt x="15" y="28"/>
                  </a:moveTo>
                  <a:lnTo>
                    <a:pt x="0" y="3"/>
                  </a:lnTo>
                  <a:lnTo>
                    <a:pt x="2" y="0"/>
                  </a:lnTo>
                  <a:lnTo>
                    <a:pt x="20" y="26"/>
                  </a:lnTo>
                  <a:lnTo>
                    <a:pt x="15" y="2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2" name="Freeform 135"/>
            <p:cNvSpPr>
              <a:spLocks/>
            </p:cNvSpPr>
            <p:nvPr/>
          </p:nvSpPr>
          <p:spPr bwMode="auto">
            <a:xfrm>
              <a:off x="5232642" y="3845068"/>
              <a:ext cx="68939" cy="78339"/>
            </a:xfrm>
            <a:custGeom>
              <a:avLst/>
              <a:gdLst>
                <a:gd name="T0" fmla="*/ 20 w 22"/>
                <a:gd name="T1" fmla="*/ 25 h 25"/>
                <a:gd name="T2" fmla="*/ 0 w 22"/>
                <a:gd name="T3" fmla="*/ 2 h 25"/>
                <a:gd name="T4" fmla="*/ 2 w 22"/>
                <a:gd name="T5" fmla="*/ 0 h 25"/>
                <a:gd name="T6" fmla="*/ 22 w 22"/>
                <a:gd name="T7" fmla="*/ 22 h 25"/>
                <a:gd name="T8" fmla="*/ 20 w 22"/>
                <a:gd name="T9" fmla="*/ 25 h 25"/>
              </a:gdLst>
              <a:ahLst/>
              <a:cxnLst>
                <a:cxn ang="0">
                  <a:pos x="T0" y="T1"/>
                </a:cxn>
                <a:cxn ang="0">
                  <a:pos x="T2" y="T3"/>
                </a:cxn>
                <a:cxn ang="0">
                  <a:pos x="T4" y="T5"/>
                </a:cxn>
                <a:cxn ang="0">
                  <a:pos x="T6" y="T7"/>
                </a:cxn>
                <a:cxn ang="0">
                  <a:pos x="T8" y="T9"/>
                </a:cxn>
              </a:cxnLst>
              <a:rect l="0" t="0" r="r" b="b"/>
              <a:pathLst>
                <a:path w="22" h="25">
                  <a:moveTo>
                    <a:pt x="20" y="25"/>
                  </a:moveTo>
                  <a:lnTo>
                    <a:pt x="0" y="2"/>
                  </a:lnTo>
                  <a:lnTo>
                    <a:pt x="2" y="0"/>
                  </a:lnTo>
                  <a:lnTo>
                    <a:pt x="22" y="22"/>
                  </a:lnTo>
                  <a:lnTo>
                    <a:pt x="20"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8" name="Freeform 141"/>
            <p:cNvSpPr>
              <a:spLocks/>
            </p:cNvSpPr>
            <p:nvPr/>
          </p:nvSpPr>
          <p:spPr bwMode="auto">
            <a:xfrm>
              <a:off x="4496248" y="3923409"/>
              <a:ext cx="21936" cy="72072"/>
            </a:xfrm>
            <a:custGeom>
              <a:avLst/>
              <a:gdLst>
                <a:gd name="T0" fmla="*/ 5 w 7"/>
                <a:gd name="T1" fmla="*/ 23 h 23"/>
                <a:gd name="T2" fmla="*/ 0 w 7"/>
                <a:gd name="T3" fmla="*/ 0 h 23"/>
                <a:gd name="T4" fmla="*/ 5 w 7"/>
                <a:gd name="T5" fmla="*/ 0 h 23"/>
                <a:gd name="T6" fmla="*/ 7 w 7"/>
                <a:gd name="T7" fmla="*/ 23 h 23"/>
                <a:gd name="T8" fmla="*/ 5 w 7"/>
                <a:gd name="T9" fmla="*/ 23 h 23"/>
              </a:gdLst>
              <a:ahLst/>
              <a:cxnLst>
                <a:cxn ang="0">
                  <a:pos x="T0" y="T1"/>
                </a:cxn>
                <a:cxn ang="0">
                  <a:pos x="T2" y="T3"/>
                </a:cxn>
                <a:cxn ang="0">
                  <a:pos x="T4" y="T5"/>
                </a:cxn>
                <a:cxn ang="0">
                  <a:pos x="T6" y="T7"/>
                </a:cxn>
                <a:cxn ang="0">
                  <a:pos x="T8" y="T9"/>
                </a:cxn>
              </a:cxnLst>
              <a:rect l="0" t="0" r="r" b="b"/>
              <a:pathLst>
                <a:path w="7" h="23">
                  <a:moveTo>
                    <a:pt x="5" y="23"/>
                  </a:moveTo>
                  <a:lnTo>
                    <a:pt x="0" y="0"/>
                  </a:lnTo>
                  <a:lnTo>
                    <a:pt x="5" y="0"/>
                  </a:lnTo>
                  <a:lnTo>
                    <a:pt x="7" y="23"/>
                  </a:lnTo>
                  <a:lnTo>
                    <a:pt x="5" y="2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9" name="Freeform 142"/>
            <p:cNvSpPr>
              <a:spLocks/>
            </p:cNvSpPr>
            <p:nvPr/>
          </p:nvSpPr>
          <p:spPr bwMode="auto">
            <a:xfrm>
              <a:off x="4408507" y="3932809"/>
              <a:ext cx="15669" cy="62672"/>
            </a:xfrm>
            <a:custGeom>
              <a:avLst/>
              <a:gdLst>
                <a:gd name="T0" fmla="*/ 0 w 5"/>
                <a:gd name="T1" fmla="*/ 20 h 20"/>
                <a:gd name="T2" fmla="*/ 0 w 5"/>
                <a:gd name="T3" fmla="*/ 0 h 20"/>
                <a:gd name="T4" fmla="*/ 3 w 5"/>
                <a:gd name="T5" fmla="*/ 0 h 20"/>
                <a:gd name="T6" fmla="*/ 5 w 5"/>
                <a:gd name="T7" fmla="*/ 20 h 20"/>
                <a:gd name="T8" fmla="*/ 0 w 5"/>
                <a:gd name="T9" fmla="*/ 20 h 20"/>
              </a:gdLst>
              <a:ahLst/>
              <a:cxnLst>
                <a:cxn ang="0">
                  <a:pos x="T0" y="T1"/>
                </a:cxn>
                <a:cxn ang="0">
                  <a:pos x="T2" y="T3"/>
                </a:cxn>
                <a:cxn ang="0">
                  <a:pos x="T4" y="T5"/>
                </a:cxn>
                <a:cxn ang="0">
                  <a:pos x="T6" y="T7"/>
                </a:cxn>
                <a:cxn ang="0">
                  <a:pos x="T8" y="T9"/>
                </a:cxn>
              </a:cxnLst>
              <a:rect l="0" t="0" r="r" b="b"/>
              <a:pathLst>
                <a:path w="5" h="20">
                  <a:moveTo>
                    <a:pt x="0" y="20"/>
                  </a:moveTo>
                  <a:lnTo>
                    <a:pt x="0" y="0"/>
                  </a:lnTo>
                  <a:lnTo>
                    <a:pt x="3" y="0"/>
                  </a:lnTo>
                  <a:lnTo>
                    <a:pt x="5" y="20"/>
                  </a:lnTo>
                  <a:lnTo>
                    <a:pt x="0" y="2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0" name="Rectangle 143"/>
            <p:cNvSpPr>
              <a:spLocks noChangeArrowheads="1"/>
            </p:cNvSpPr>
            <p:nvPr/>
          </p:nvSpPr>
          <p:spPr bwMode="auto">
            <a:xfrm>
              <a:off x="4308232" y="3923409"/>
              <a:ext cx="15669" cy="72072"/>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1" name="Freeform 144"/>
            <p:cNvSpPr>
              <a:spLocks/>
            </p:cNvSpPr>
            <p:nvPr/>
          </p:nvSpPr>
          <p:spPr bwMode="auto">
            <a:xfrm>
              <a:off x="4204822" y="3923409"/>
              <a:ext cx="25069" cy="72072"/>
            </a:xfrm>
            <a:custGeom>
              <a:avLst/>
              <a:gdLst>
                <a:gd name="T0" fmla="*/ 5 w 8"/>
                <a:gd name="T1" fmla="*/ 23 h 23"/>
                <a:gd name="T2" fmla="*/ 0 w 8"/>
                <a:gd name="T3" fmla="*/ 23 h 23"/>
                <a:gd name="T4" fmla="*/ 3 w 8"/>
                <a:gd name="T5" fmla="*/ 0 h 23"/>
                <a:gd name="T6" fmla="*/ 8 w 8"/>
                <a:gd name="T7" fmla="*/ 0 h 23"/>
                <a:gd name="T8" fmla="*/ 5 w 8"/>
                <a:gd name="T9" fmla="*/ 23 h 23"/>
              </a:gdLst>
              <a:ahLst/>
              <a:cxnLst>
                <a:cxn ang="0">
                  <a:pos x="T0" y="T1"/>
                </a:cxn>
                <a:cxn ang="0">
                  <a:pos x="T2" y="T3"/>
                </a:cxn>
                <a:cxn ang="0">
                  <a:pos x="T4" y="T5"/>
                </a:cxn>
                <a:cxn ang="0">
                  <a:pos x="T6" y="T7"/>
                </a:cxn>
                <a:cxn ang="0">
                  <a:pos x="T8" y="T9"/>
                </a:cxn>
              </a:cxnLst>
              <a:rect l="0" t="0" r="r" b="b"/>
              <a:pathLst>
                <a:path w="8" h="23">
                  <a:moveTo>
                    <a:pt x="5" y="23"/>
                  </a:moveTo>
                  <a:lnTo>
                    <a:pt x="0" y="23"/>
                  </a:lnTo>
                  <a:lnTo>
                    <a:pt x="3" y="0"/>
                  </a:lnTo>
                  <a:lnTo>
                    <a:pt x="8" y="0"/>
                  </a:lnTo>
                  <a:lnTo>
                    <a:pt x="5" y="2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2" name="Freeform 145"/>
            <p:cNvSpPr>
              <a:spLocks/>
            </p:cNvSpPr>
            <p:nvPr/>
          </p:nvSpPr>
          <p:spPr bwMode="auto">
            <a:xfrm>
              <a:off x="4110814" y="3923409"/>
              <a:ext cx="25069" cy="72072"/>
            </a:xfrm>
            <a:custGeom>
              <a:avLst/>
              <a:gdLst>
                <a:gd name="T0" fmla="*/ 3 w 8"/>
                <a:gd name="T1" fmla="*/ 23 h 23"/>
                <a:gd name="T2" fmla="*/ 0 w 8"/>
                <a:gd name="T3" fmla="*/ 23 h 23"/>
                <a:gd name="T4" fmla="*/ 5 w 8"/>
                <a:gd name="T5" fmla="*/ 0 h 23"/>
                <a:gd name="T6" fmla="*/ 8 w 8"/>
                <a:gd name="T7" fmla="*/ 0 h 23"/>
                <a:gd name="T8" fmla="*/ 3 w 8"/>
                <a:gd name="T9" fmla="*/ 23 h 23"/>
              </a:gdLst>
              <a:ahLst/>
              <a:cxnLst>
                <a:cxn ang="0">
                  <a:pos x="T0" y="T1"/>
                </a:cxn>
                <a:cxn ang="0">
                  <a:pos x="T2" y="T3"/>
                </a:cxn>
                <a:cxn ang="0">
                  <a:pos x="T4" y="T5"/>
                </a:cxn>
                <a:cxn ang="0">
                  <a:pos x="T6" y="T7"/>
                </a:cxn>
                <a:cxn ang="0">
                  <a:pos x="T8" y="T9"/>
                </a:cxn>
              </a:cxnLst>
              <a:rect l="0" t="0" r="r" b="b"/>
              <a:pathLst>
                <a:path w="8" h="23">
                  <a:moveTo>
                    <a:pt x="3" y="23"/>
                  </a:moveTo>
                  <a:lnTo>
                    <a:pt x="0" y="23"/>
                  </a:lnTo>
                  <a:lnTo>
                    <a:pt x="5" y="0"/>
                  </a:lnTo>
                  <a:lnTo>
                    <a:pt x="8" y="0"/>
                  </a:lnTo>
                  <a:lnTo>
                    <a:pt x="3" y="23"/>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3" name="Freeform 146"/>
            <p:cNvSpPr>
              <a:spLocks/>
            </p:cNvSpPr>
            <p:nvPr/>
          </p:nvSpPr>
          <p:spPr bwMode="auto">
            <a:xfrm>
              <a:off x="4010539" y="3923409"/>
              <a:ext cx="31336" cy="78339"/>
            </a:xfrm>
            <a:custGeom>
              <a:avLst/>
              <a:gdLst>
                <a:gd name="T0" fmla="*/ 5 w 10"/>
                <a:gd name="T1" fmla="*/ 25 h 25"/>
                <a:gd name="T2" fmla="*/ 0 w 10"/>
                <a:gd name="T3" fmla="*/ 23 h 25"/>
                <a:gd name="T4" fmla="*/ 7 w 10"/>
                <a:gd name="T5" fmla="*/ 0 h 25"/>
                <a:gd name="T6" fmla="*/ 10 w 10"/>
                <a:gd name="T7" fmla="*/ 0 h 25"/>
                <a:gd name="T8" fmla="*/ 5 w 10"/>
                <a:gd name="T9" fmla="*/ 25 h 25"/>
              </a:gdLst>
              <a:ahLst/>
              <a:cxnLst>
                <a:cxn ang="0">
                  <a:pos x="T0" y="T1"/>
                </a:cxn>
                <a:cxn ang="0">
                  <a:pos x="T2" y="T3"/>
                </a:cxn>
                <a:cxn ang="0">
                  <a:pos x="T4" y="T5"/>
                </a:cxn>
                <a:cxn ang="0">
                  <a:pos x="T6" y="T7"/>
                </a:cxn>
                <a:cxn ang="0">
                  <a:pos x="T8" y="T9"/>
                </a:cxn>
              </a:cxnLst>
              <a:rect l="0" t="0" r="r" b="b"/>
              <a:pathLst>
                <a:path w="10" h="25">
                  <a:moveTo>
                    <a:pt x="5" y="25"/>
                  </a:moveTo>
                  <a:lnTo>
                    <a:pt x="0" y="23"/>
                  </a:lnTo>
                  <a:lnTo>
                    <a:pt x="7" y="0"/>
                  </a:lnTo>
                  <a:lnTo>
                    <a:pt x="10" y="0"/>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4" name="Freeform 147"/>
            <p:cNvSpPr>
              <a:spLocks/>
            </p:cNvSpPr>
            <p:nvPr/>
          </p:nvSpPr>
          <p:spPr bwMode="auto">
            <a:xfrm>
              <a:off x="3916532" y="3923409"/>
              <a:ext cx="31336" cy="78339"/>
            </a:xfrm>
            <a:custGeom>
              <a:avLst/>
              <a:gdLst>
                <a:gd name="T0" fmla="*/ 2 w 10"/>
                <a:gd name="T1" fmla="*/ 25 h 25"/>
                <a:gd name="T2" fmla="*/ 0 w 10"/>
                <a:gd name="T3" fmla="*/ 23 h 25"/>
                <a:gd name="T4" fmla="*/ 7 w 10"/>
                <a:gd name="T5" fmla="*/ 0 h 25"/>
                <a:gd name="T6" fmla="*/ 10 w 10"/>
                <a:gd name="T7" fmla="*/ 0 h 25"/>
                <a:gd name="T8" fmla="*/ 2 w 10"/>
                <a:gd name="T9" fmla="*/ 25 h 25"/>
              </a:gdLst>
              <a:ahLst/>
              <a:cxnLst>
                <a:cxn ang="0">
                  <a:pos x="T0" y="T1"/>
                </a:cxn>
                <a:cxn ang="0">
                  <a:pos x="T2" y="T3"/>
                </a:cxn>
                <a:cxn ang="0">
                  <a:pos x="T4" y="T5"/>
                </a:cxn>
                <a:cxn ang="0">
                  <a:pos x="T6" y="T7"/>
                </a:cxn>
                <a:cxn ang="0">
                  <a:pos x="T8" y="T9"/>
                </a:cxn>
              </a:cxnLst>
              <a:rect l="0" t="0" r="r" b="b"/>
              <a:pathLst>
                <a:path w="10" h="25">
                  <a:moveTo>
                    <a:pt x="2" y="25"/>
                  </a:moveTo>
                  <a:lnTo>
                    <a:pt x="0" y="23"/>
                  </a:lnTo>
                  <a:lnTo>
                    <a:pt x="7" y="0"/>
                  </a:lnTo>
                  <a:lnTo>
                    <a:pt x="10" y="0"/>
                  </a:lnTo>
                  <a:lnTo>
                    <a:pt x="2"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5" name="Freeform 149"/>
            <p:cNvSpPr>
              <a:spLocks/>
            </p:cNvSpPr>
            <p:nvPr/>
          </p:nvSpPr>
          <p:spPr bwMode="auto">
            <a:xfrm>
              <a:off x="3813124" y="3923409"/>
              <a:ext cx="40738" cy="78339"/>
            </a:xfrm>
            <a:custGeom>
              <a:avLst/>
              <a:gdLst>
                <a:gd name="T0" fmla="*/ 3 w 13"/>
                <a:gd name="T1" fmla="*/ 25 h 25"/>
                <a:gd name="T2" fmla="*/ 0 w 13"/>
                <a:gd name="T3" fmla="*/ 23 h 25"/>
                <a:gd name="T4" fmla="*/ 10 w 13"/>
                <a:gd name="T5" fmla="*/ 0 h 25"/>
                <a:gd name="T6" fmla="*/ 13 w 13"/>
                <a:gd name="T7" fmla="*/ 0 h 25"/>
                <a:gd name="T8" fmla="*/ 3 w 13"/>
                <a:gd name="T9" fmla="*/ 25 h 25"/>
              </a:gdLst>
              <a:ahLst/>
              <a:cxnLst>
                <a:cxn ang="0">
                  <a:pos x="T0" y="T1"/>
                </a:cxn>
                <a:cxn ang="0">
                  <a:pos x="T2" y="T3"/>
                </a:cxn>
                <a:cxn ang="0">
                  <a:pos x="T4" y="T5"/>
                </a:cxn>
                <a:cxn ang="0">
                  <a:pos x="T6" y="T7"/>
                </a:cxn>
                <a:cxn ang="0">
                  <a:pos x="T8" y="T9"/>
                </a:cxn>
              </a:cxnLst>
              <a:rect l="0" t="0" r="r" b="b"/>
              <a:pathLst>
                <a:path w="13" h="25">
                  <a:moveTo>
                    <a:pt x="3" y="25"/>
                  </a:moveTo>
                  <a:lnTo>
                    <a:pt x="0" y="23"/>
                  </a:lnTo>
                  <a:lnTo>
                    <a:pt x="10" y="0"/>
                  </a:lnTo>
                  <a:lnTo>
                    <a:pt x="13" y="0"/>
                  </a:lnTo>
                  <a:lnTo>
                    <a:pt x="3"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6" name="Freeform 150"/>
            <p:cNvSpPr>
              <a:spLocks/>
            </p:cNvSpPr>
            <p:nvPr/>
          </p:nvSpPr>
          <p:spPr bwMode="auto">
            <a:xfrm>
              <a:off x="3719116" y="3923409"/>
              <a:ext cx="47005" cy="78339"/>
            </a:xfrm>
            <a:custGeom>
              <a:avLst/>
              <a:gdLst>
                <a:gd name="T0" fmla="*/ 3 w 15"/>
                <a:gd name="T1" fmla="*/ 25 h 25"/>
                <a:gd name="T2" fmla="*/ 0 w 15"/>
                <a:gd name="T3" fmla="*/ 23 h 25"/>
                <a:gd name="T4" fmla="*/ 10 w 15"/>
                <a:gd name="T5" fmla="*/ 0 h 25"/>
                <a:gd name="T6" fmla="*/ 15 w 15"/>
                <a:gd name="T7" fmla="*/ 0 h 25"/>
                <a:gd name="T8" fmla="*/ 3 w 15"/>
                <a:gd name="T9" fmla="*/ 25 h 25"/>
              </a:gdLst>
              <a:ahLst/>
              <a:cxnLst>
                <a:cxn ang="0">
                  <a:pos x="T0" y="T1"/>
                </a:cxn>
                <a:cxn ang="0">
                  <a:pos x="T2" y="T3"/>
                </a:cxn>
                <a:cxn ang="0">
                  <a:pos x="T4" y="T5"/>
                </a:cxn>
                <a:cxn ang="0">
                  <a:pos x="T6" y="T7"/>
                </a:cxn>
                <a:cxn ang="0">
                  <a:pos x="T8" y="T9"/>
                </a:cxn>
              </a:cxnLst>
              <a:rect l="0" t="0" r="r" b="b"/>
              <a:pathLst>
                <a:path w="15" h="25">
                  <a:moveTo>
                    <a:pt x="3" y="25"/>
                  </a:moveTo>
                  <a:lnTo>
                    <a:pt x="0" y="23"/>
                  </a:lnTo>
                  <a:lnTo>
                    <a:pt x="10" y="0"/>
                  </a:lnTo>
                  <a:lnTo>
                    <a:pt x="15" y="0"/>
                  </a:lnTo>
                  <a:lnTo>
                    <a:pt x="3"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7" name="Freeform 151"/>
            <p:cNvSpPr>
              <a:spLocks/>
            </p:cNvSpPr>
            <p:nvPr/>
          </p:nvSpPr>
          <p:spPr bwMode="auto">
            <a:xfrm>
              <a:off x="3618841" y="3923409"/>
              <a:ext cx="53272" cy="78339"/>
            </a:xfrm>
            <a:custGeom>
              <a:avLst/>
              <a:gdLst>
                <a:gd name="T0" fmla="*/ 2 w 17"/>
                <a:gd name="T1" fmla="*/ 25 h 25"/>
                <a:gd name="T2" fmla="*/ 0 w 17"/>
                <a:gd name="T3" fmla="*/ 23 h 25"/>
                <a:gd name="T4" fmla="*/ 12 w 17"/>
                <a:gd name="T5" fmla="*/ 0 h 25"/>
                <a:gd name="T6" fmla="*/ 17 w 17"/>
                <a:gd name="T7" fmla="*/ 0 h 25"/>
                <a:gd name="T8" fmla="*/ 2 w 17"/>
                <a:gd name="T9" fmla="*/ 25 h 25"/>
              </a:gdLst>
              <a:ahLst/>
              <a:cxnLst>
                <a:cxn ang="0">
                  <a:pos x="T0" y="T1"/>
                </a:cxn>
                <a:cxn ang="0">
                  <a:pos x="T2" y="T3"/>
                </a:cxn>
                <a:cxn ang="0">
                  <a:pos x="T4" y="T5"/>
                </a:cxn>
                <a:cxn ang="0">
                  <a:pos x="T6" y="T7"/>
                </a:cxn>
                <a:cxn ang="0">
                  <a:pos x="T8" y="T9"/>
                </a:cxn>
              </a:cxnLst>
              <a:rect l="0" t="0" r="r" b="b"/>
              <a:pathLst>
                <a:path w="17" h="25">
                  <a:moveTo>
                    <a:pt x="2" y="25"/>
                  </a:moveTo>
                  <a:lnTo>
                    <a:pt x="0" y="23"/>
                  </a:lnTo>
                  <a:lnTo>
                    <a:pt x="12" y="0"/>
                  </a:lnTo>
                  <a:lnTo>
                    <a:pt x="17" y="0"/>
                  </a:lnTo>
                  <a:lnTo>
                    <a:pt x="2"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8" name="Freeform 152"/>
            <p:cNvSpPr>
              <a:spLocks/>
            </p:cNvSpPr>
            <p:nvPr/>
          </p:nvSpPr>
          <p:spPr bwMode="auto">
            <a:xfrm>
              <a:off x="3515431" y="3914007"/>
              <a:ext cx="62672" cy="87741"/>
            </a:xfrm>
            <a:custGeom>
              <a:avLst/>
              <a:gdLst>
                <a:gd name="T0" fmla="*/ 5 w 20"/>
                <a:gd name="T1" fmla="*/ 28 h 28"/>
                <a:gd name="T2" fmla="*/ 0 w 20"/>
                <a:gd name="T3" fmla="*/ 26 h 28"/>
                <a:gd name="T4" fmla="*/ 15 w 20"/>
                <a:gd name="T5" fmla="*/ 0 h 28"/>
                <a:gd name="T6" fmla="*/ 20 w 20"/>
                <a:gd name="T7" fmla="*/ 3 h 28"/>
                <a:gd name="T8" fmla="*/ 5 w 20"/>
                <a:gd name="T9" fmla="*/ 28 h 28"/>
              </a:gdLst>
              <a:ahLst/>
              <a:cxnLst>
                <a:cxn ang="0">
                  <a:pos x="T0" y="T1"/>
                </a:cxn>
                <a:cxn ang="0">
                  <a:pos x="T2" y="T3"/>
                </a:cxn>
                <a:cxn ang="0">
                  <a:pos x="T4" y="T5"/>
                </a:cxn>
                <a:cxn ang="0">
                  <a:pos x="T6" y="T7"/>
                </a:cxn>
                <a:cxn ang="0">
                  <a:pos x="T8" y="T9"/>
                </a:cxn>
              </a:cxnLst>
              <a:rect l="0" t="0" r="r" b="b"/>
              <a:pathLst>
                <a:path w="20" h="28">
                  <a:moveTo>
                    <a:pt x="5" y="28"/>
                  </a:moveTo>
                  <a:lnTo>
                    <a:pt x="0" y="26"/>
                  </a:lnTo>
                  <a:lnTo>
                    <a:pt x="15" y="0"/>
                  </a:lnTo>
                  <a:lnTo>
                    <a:pt x="20" y="3"/>
                  </a:lnTo>
                  <a:lnTo>
                    <a:pt x="5" y="2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49" name="Freeform 153"/>
            <p:cNvSpPr>
              <a:spLocks/>
            </p:cNvSpPr>
            <p:nvPr/>
          </p:nvSpPr>
          <p:spPr bwMode="auto">
            <a:xfrm>
              <a:off x="3421423" y="3914007"/>
              <a:ext cx="62672" cy="87741"/>
            </a:xfrm>
            <a:custGeom>
              <a:avLst/>
              <a:gdLst>
                <a:gd name="T0" fmla="*/ 3 w 20"/>
                <a:gd name="T1" fmla="*/ 28 h 28"/>
                <a:gd name="T2" fmla="*/ 0 w 20"/>
                <a:gd name="T3" fmla="*/ 26 h 28"/>
                <a:gd name="T4" fmla="*/ 18 w 20"/>
                <a:gd name="T5" fmla="*/ 0 h 28"/>
                <a:gd name="T6" fmla="*/ 20 w 20"/>
                <a:gd name="T7" fmla="*/ 3 h 28"/>
                <a:gd name="T8" fmla="*/ 3 w 20"/>
                <a:gd name="T9" fmla="*/ 28 h 28"/>
              </a:gdLst>
              <a:ahLst/>
              <a:cxnLst>
                <a:cxn ang="0">
                  <a:pos x="T0" y="T1"/>
                </a:cxn>
                <a:cxn ang="0">
                  <a:pos x="T2" y="T3"/>
                </a:cxn>
                <a:cxn ang="0">
                  <a:pos x="T4" y="T5"/>
                </a:cxn>
                <a:cxn ang="0">
                  <a:pos x="T6" y="T7"/>
                </a:cxn>
                <a:cxn ang="0">
                  <a:pos x="T8" y="T9"/>
                </a:cxn>
              </a:cxnLst>
              <a:rect l="0" t="0" r="r" b="b"/>
              <a:pathLst>
                <a:path w="20" h="28">
                  <a:moveTo>
                    <a:pt x="3" y="28"/>
                  </a:moveTo>
                  <a:lnTo>
                    <a:pt x="0" y="26"/>
                  </a:lnTo>
                  <a:lnTo>
                    <a:pt x="18" y="0"/>
                  </a:lnTo>
                  <a:lnTo>
                    <a:pt x="20" y="3"/>
                  </a:lnTo>
                  <a:lnTo>
                    <a:pt x="3" y="2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4" name="Freeform 158"/>
            <p:cNvSpPr>
              <a:spLocks/>
            </p:cNvSpPr>
            <p:nvPr/>
          </p:nvSpPr>
          <p:spPr bwMode="auto">
            <a:xfrm>
              <a:off x="4471179" y="3845068"/>
              <a:ext cx="25069" cy="78339"/>
            </a:xfrm>
            <a:custGeom>
              <a:avLst/>
              <a:gdLst>
                <a:gd name="T0" fmla="*/ 3 w 8"/>
                <a:gd name="T1" fmla="*/ 25 h 25"/>
                <a:gd name="T2" fmla="*/ 0 w 8"/>
                <a:gd name="T3" fmla="*/ 0 h 25"/>
                <a:gd name="T4" fmla="*/ 5 w 8"/>
                <a:gd name="T5" fmla="*/ 0 h 25"/>
                <a:gd name="T6" fmla="*/ 8 w 8"/>
                <a:gd name="T7" fmla="*/ 25 h 25"/>
                <a:gd name="T8" fmla="*/ 3 w 8"/>
                <a:gd name="T9" fmla="*/ 25 h 25"/>
              </a:gdLst>
              <a:ahLst/>
              <a:cxnLst>
                <a:cxn ang="0">
                  <a:pos x="T0" y="T1"/>
                </a:cxn>
                <a:cxn ang="0">
                  <a:pos x="T2" y="T3"/>
                </a:cxn>
                <a:cxn ang="0">
                  <a:pos x="T4" y="T5"/>
                </a:cxn>
                <a:cxn ang="0">
                  <a:pos x="T6" y="T7"/>
                </a:cxn>
                <a:cxn ang="0">
                  <a:pos x="T8" y="T9"/>
                </a:cxn>
              </a:cxnLst>
              <a:rect l="0" t="0" r="r" b="b"/>
              <a:pathLst>
                <a:path w="8" h="25">
                  <a:moveTo>
                    <a:pt x="3" y="25"/>
                  </a:moveTo>
                  <a:lnTo>
                    <a:pt x="0" y="0"/>
                  </a:lnTo>
                  <a:lnTo>
                    <a:pt x="5" y="0"/>
                  </a:lnTo>
                  <a:lnTo>
                    <a:pt x="8" y="25"/>
                  </a:lnTo>
                  <a:lnTo>
                    <a:pt x="3"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5" name="Rectangle 159"/>
            <p:cNvSpPr>
              <a:spLocks noChangeArrowheads="1"/>
            </p:cNvSpPr>
            <p:nvPr/>
          </p:nvSpPr>
          <p:spPr bwMode="auto">
            <a:xfrm>
              <a:off x="4386571" y="3845068"/>
              <a:ext cx="15669" cy="78339"/>
            </a:xfrm>
            <a:prstGeom prst="rect">
              <a:avLst/>
            </a:prstGeom>
            <a:solidFill>
              <a:srgbClr val="6D6E6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6" name="Freeform 160"/>
            <p:cNvSpPr>
              <a:spLocks/>
            </p:cNvSpPr>
            <p:nvPr/>
          </p:nvSpPr>
          <p:spPr bwMode="auto">
            <a:xfrm>
              <a:off x="4292563" y="3845068"/>
              <a:ext cx="15669" cy="78339"/>
            </a:xfrm>
            <a:custGeom>
              <a:avLst/>
              <a:gdLst>
                <a:gd name="T0" fmla="*/ 5 w 5"/>
                <a:gd name="T1" fmla="*/ 25 h 25"/>
                <a:gd name="T2" fmla="*/ 0 w 5"/>
                <a:gd name="T3" fmla="*/ 25 h 25"/>
                <a:gd name="T4" fmla="*/ 2 w 5"/>
                <a:gd name="T5" fmla="*/ 0 h 25"/>
                <a:gd name="T6" fmla="*/ 5 w 5"/>
                <a:gd name="T7" fmla="*/ 0 h 25"/>
                <a:gd name="T8" fmla="*/ 5 w 5"/>
                <a:gd name="T9" fmla="*/ 25 h 25"/>
              </a:gdLst>
              <a:ahLst/>
              <a:cxnLst>
                <a:cxn ang="0">
                  <a:pos x="T0" y="T1"/>
                </a:cxn>
                <a:cxn ang="0">
                  <a:pos x="T2" y="T3"/>
                </a:cxn>
                <a:cxn ang="0">
                  <a:pos x="T4" y="T5"/>
                </a:cxn>
                <a:cxn ang="0">
                  <a:pos x="T6" y="T7"/>
                </a:cxn>
                <a:cxn ang="0">
                  <a:pos x="T8" y="T9"/>
                </a:cxn>
              </a:cxnLst>
              <a:rect l="0" t="0" r="r" b="b"/>
              <a:pathLst>
                <a:path w="5" h="25">
                  <a:moveTo>
                    <a:pt x="5" y="25"/>
                  </a:moveTo>
                  <a:lnTo>
                    <a:pt x="0" y="25"/>
                  </a:lnTo>
                  <a:lnTo>
                    <a:pt x="2" y="0"/>
                  </a:lnTo>
                  <a:lnTo>
                    <a:pt x="5" y="0"/>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7" name="Freeform 161"/>
            <p:cNvSpPr>
              <a:spLocks/>
            </p:cNvSpPr>
            <p:nvPr/>
          </p:nvSpPr>
          <p:spPr bwMode="auto">
            <a:xfrm>
              <a:off x="4198555" y="3845068"/>
              <a:ext cx="21936" cy="78339"/>
            </a:xfrm>
            <a:custGeom>
              <a:avLst/>
              <a:gdLst>
                <a:gd name="T0" fmla="*/ 5 w 7"/>
                <a:gd name="T1" fmla="*/ 25 h 25"/>
                <a:gd name="T2" fmla="*/ 0 w 7"/>
                <a:gd name="T3" fmla="*/ 25 h 25"/>
                <a:gd name="T4" fmla="*/ 2 w 7"/>
                <a:gd name="T5" fmla="*/ 0 h 25"/>
                <a:gd name="T6" fmla="*/ 7 w 7"/>
                <a:gd name="T7" fmla="*/ 0 h 25"/>
                <a:gd name="T8" fmla="*/ 5 w 7"/>
                <a:gd name="T9" fmla="*/ 25 h 25"/>
              </a:gdLst>
              <a:ahLst/>
              <a:cxnLst>
                <a:cxn ang="0">
                  <a:pos x="T0" y="T1"/>
                </a:cxn>
                <a:cxn ang="0">
                  <a:pos x="T2" y="T3"/>
                </a:cxn>
                <a:cxn ang="0">
                  <a:pos x="T4" y="T5"/>
                </a:cxn>
                <a:cxn ang="0">
                  <a:pos x="T6" y="T7"/>
                </a:cxn>
                <a:cxn ang="0">
                  <a:pos x="T8" y="T9"/>
                </a:cxn>
              </a:cxnLst>
              <a:rect l="0" t="0" r="r" b="b"/>
              <a:pathLst>
                <a:path w="7" h="25">
                  <a:moveTo>
                    <a:pt x="5" y="25"/>
                  </a:moveTo>
                  <a:lnTo>
                    <a:pt x="0" y="25"/>
                  </a:lnTo>
                  <a:lnTo>
                    <a:pt x="2" y="0"/>
                  </a:lnTo>
                  <a:lnTo>
                    <a:pt x="7" y="0"/>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8" name="Freeform 162"/>
            <p:cNvSpPr>
              <a:spLocks/>
            </p:cNvSpPr>
            <p:nvPr/>
          </p:nvSpPr>
          <p:spPr bwMode="auto">
            <a:xfrm>
              <a:off x="4104547" y="3845068"/>
              <a:ext cx="31336" cy="78339"/>
            </a:xfrm>
            <a:custGeom>
              <a:avLst/>
              <a:gdLst>
                <a:gd name="T0" fmla="*/ 5 w 10"/>
                <a:gd name="T1" fmla="*/ 25 h 25"/>
                <a:gd name="T2" fmla="*/ 0 w 10"/>
                <a:gd name="T3" fmla="*/ 25 h 25"/>
                <a:gd name="T4" fmla="*/ 5 w 10"/>
                <a:gd name="T5" fmla="*/ 0 h 25"/>
                <a:gd name="T6" fmla="*/ 10 w 10"/>
                <a:gd name="T7" fmla="*/ 2 h 25"/>
                <a:gd name="T8" fmla="*/ 5 w 10"/>
                <a:gd name="T9" fmla="*/ 25 h 25"/>
              </a:gdLst>
              <a:ahLst/>
              <a:cxnLst>
                <a:cxn ang="0">
                  <a:pos x="T0" y="T1"/>
                </a:cxn>
                <a:cxn ang="0">
                  <a:pos x="T2" y="T3"/>
                </a:cxn>
                <a:cxn ang="0">
                  <a:pos x="T4" y="T5"/>
                </a:cxn>
                <a:cxn ang="0">
                  <a:pos x="T6" y="T7"/>
                </a:cxn>
                <a:cxn ang="0">
                  <a:pos x="T8" y="T9"/>
                </a:cxn>
              </a:cxnLst>
              <a:rect l="0" t="0" r="r" b="b"/>
              <a:pathLst>
                <a:path w="10" h="25">
                  <a:moveTo>
                    <a:pt x="5" y="25"/>
                  </a:moveTo>
                  <a:lnTo>
                    <a:pt x="0" y="25"/>
                  </a:lnTo>
                  <a:lnTo>
                    <a:pt x="5" y="0"/>
                  </a:lnTo>
                  <a:lnTo>
                    <a:pt x="10" y="2"/>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9" name="Freeform 163"/>
            <p:cNvSpPr>
              <a:spLocks/>
            </p:cNvSpPr>
            <p:nvPr/>
          </p:nvSpPr>
          <p:spPr bwMode="auto">
            <a:xfrm>
              <a:off x="4010539" y="3845068"/>
              <a:ext cx="37603" cy="78339"/>
            </a:xfrm>
            <a:custGeom>
              <a:avLst/>
              <a:gdLst>
                <a:gd name="T0" fmla="*/ 5 w 12"/>
                <a:gd name="T1" fmla="*/ 25 h 25"/>
                <a:gd name="T2" fmla="*/ 0 w 12"/>
                <a:gd name="T3" fmla="*/ 25 h 25"/>
                <a:gd name="T4" fmla="*/ 7 w 12"/>
                <a:gd name="T5" fmla="*/ 0 h 25"/>
                <a:gd name="T6" fmla="*/ 12 w 12"/>
                <a:gd name="T7" fmla="*/ 2 h 25"/>
                <a:gd name="T8" fmla="*/ 5 w 12"/>
                <a:gd name="T9" fmla="*/ 25 h 25"/>
              </a:gdLst>
              <a:ahLst/>
              <a:cxnLst>
                <a:cxn ang="0">
                  <a:pos x="T0" y="T1"/>
                </a:cxn>
                <a:cxn ang="0">
                  <a:pos x="T2" y="T3"/>
                </a:cxn>
                <a:cxn ang="0">
                  <a:pos x="T4" y="T5"/>
                </a:cxn>
                <a:cxn ang="0">
                  <a:pos x="T6" y="T7"/>
                </a:cxn>
                <a:cxn ang="0">
                  <a:pos x="T8" y="T9"/>
                </a:cxn>
              </a:cxnLst>
              <a:rect l="0" t="0" r="r" b="b"/>
              <a:pathLst>
                <a:path w="12" h="25">
                  <a:moveTo>
                    <a:pt x="5" y="25"/>
                  </a:moveTo>
                  <a:lnTo>
                    <a:pt x="0" y="25"/>
                  </a:lnTo>
                  <a:lnTo>
                    <a:pt x="7" y="0"/>
                  </a:lnTo>
                  <a:lnTo>
                    <a:pt x="12" y="2"/>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0" name="Freeform 164"/>
            <p:cNvSpPr>
              <a:spLocks/>
            </p:cNvSpPr>
            <p:nvPr/>
          </p:nvSpPr>
          <p:spPr bwMode="auto">
            <a:xfrm>
              <a:off x="3916532" y="3845068"/>
              <a:ext cx="37603" cy="78339"/>
            </a:xfrm>
            <a:custGeom>
              <a:avLst/>
              <a:gdLst>
                <a:gd name="T0" fmla="*/ 5 w 12"/>
                <a:gd name="T1" fmla="*/ 25 h 25"/>
                <a:gd name="T2" fmla="*/ 0 w 12"/>
                <a:gd name="T3" fmla="*/ 25 h 25"/>
                <a:gd name="T4" fmla="*/ 10 w 12"/>
                <a:gd name="T5" fmla="*/ 0 h 25"/>
                <a:gd name="T6" fmla="*/ 12 w 12"/>
                <a:gd name="T7" fmla="*/ 2 h 25"/>
                <a:gd name="T8" fmla="*/ 5 w 12"/>
                <a:gd name="T9" fmla="*/ 25 h 25"/>
              </a:gdLst>
              <a:ahLst/>
              <a:cxnLst>
                <a:cxn ang="0">
                  <a:pos x="T0" y="T1"/>
                </a:cxn>
                <a:cxn ang="0">
                  <a:pos x="T2" y="T3"/>
                </a:cxn>
                <a:cxn ang="0">
                  <a:pos x="T4" y="T5"/>
                </a:cxn>
                <a:cxn ang="0">
                  <a:pos x="T6" y="T7"/>
                </a:cxn>
                <a:cxn ang="0">
                  <a:pos x="T8" y="T9"/>
                </a:cxn>
              </a:cxnLst>
              <a:rect l="0" t="0" r="r" b="b"/>
              <a:pathLst>
                <a:path w="12" h="25">
                  <a:moveTo>
                    <a:pt x="5" y="25"/>
                  </a:moveTo>
                  <a:lnTo>
                    <a:pt x="0" y="25"/>
                  </a:lnTo>
                  <a:lnTo>
                    <a:pt x="10" y="0"/>
                  </a:lnTo>
                  <a:lnTo>
                    <a:pt x="12" y="2"/>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1" name="Freeform 165"/>
            <p:cNvSpPr>
              <a:spLocks/>
            </p:cNvSpPr>
            <p:nvPr/>
          </p:nvSpPr>
          <p:spPr bwMode="auto">
            <a:xfrm>
              <a:off x="3828791" y="3845068"/>
              <a:ext cx="40738" cy="78339"/>
            </a:xfrm>
            <a:custGeom>
              <a:avLst/>
              <a:gdLst>
                <a:gd name="T0" fmla="*/ 3 w 13"/>
                <a:gd name="T1" fmla="*/ 25 h 25"/>
                <a:gd name="T2" fmla="*/ 0 w 13"/>
                <a:gd name="T3" fmla="*/ 25 h 25"/>
                <a:gd name="T4" fmla="*/ 10 w 13"/>
                <a:gd name="T5" fmla="*/ 0 h 25"/>
                <a:gd name="T6" fmla="*/ 13 w 13"/>
                <a:gd name="T7" fmla="*/ 2 h 25"/>
                <a:gd name="T8" fmla="*/ 3 w 13"/>
                <a:gd name="T9" fmla="*/ 25 h 25"/>
              </a:gdLst>
              <a:ahLst/>
              <a:cxnLst>
                <a:cxn ang="0">
                  <a:pos x="T0" y="T1"/>
                </a:cxn>
                <a:cxn ang="0">
                  <a:pos x="T2" y="T3"/>
                </a:cxn>
                <a:cxn ang="0">
                  <a:pos x="T4" y="T5"/>
                </a:cxn>
                <a:cxn ang="0">
                  <a:pos x="T6" y="T7"/>
                </a:cxn>
                <a:cxn ang="0">
                  <a:pos x="T8" y="T9"/>
                </a:cxn>
              </a:cxnLst>
              <a:rect l="0" t="0" r="r" b="b"/>
              <a:pathLst>
                <a:path w="13" h="25">
                  <a:moveTo>
                    <a:pt x="3" y="25"/>
                  </a:moveTo>
                  <a:lnTo>
                    <a:pt x="0" y="25"/>
                  </a:lnTo>
                  <a:lnTo>
                    <a:pt x="10" y="0"/>
                  </a:lnTo>
                  <a:lnTo>
                    <a:pt x="13" y="2"/>
                  </a:lnTo>
                  <a:lnTo>
                    <a:pt x="3"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2" name="Freeform 166"/>
            <p:cNvSpPr>
              <a:spLocks/>
            </p:cNvSpPr>
            <p:nvPr/>
          </p:nvSpPr>
          <p:spPr bwMode="auto">
            <a:xfrm>
              <a:off x="3546767" y="3845068"/>
              <a:ext cx="62672" cy="78339"/>
            </a:xfrm>
            <a:custGeom>
              <a:avLst/>
              <a:gdLst>
                <a:gd name="T0" fmla="*/ 5 w 20"/>
                <a:gd name="T1" fmla="*/ 25 h 25"/>
                <a:gd name="T2" fmla="*/ 0 w 20"/>
                <a:gd name="T3" fmla="*/ 22 h 25"/>
                <a:gd name="T4" fmla="*/ 18 w 20"/>
                <a:gd name="T5" fmla="*/ 0 h 25"/>
                <a:gd name="T6" fmla="*/ 20 w 20"/>
                <a:gd name="T7" fmla="*/ 2 h 25"/>
                <a:gd name="T8" fmla="*/ 5 w 20"/>
                <a:gd name="T9" fmla="*/ 25 h 25"/>
              </a:gdLst>
              <a:ahLst/>
              <a:cxnLst>
                <a:cxn ang="0">
                  <a:pos x="T0" y="T1"/>
                </a:cxn>
                <a:cxn ang="0">
                  <a:pos x="T2" y="T3"/>
                </a:cxn>
                <a:cxn ang="0">
                  <a:pos x="T4" y="T5"/>
                </a:cxn>
                <a:cxn ang="0">
                  <a:pos x="T6" y="T7"/>
                </a:cxn>
                <a:cxn ang="0">
                  <a:pos x="T8" y="T9"/>
                </a:cxn>
              </a:cxnLst>
              <a:rect l="0" t="0" r="r" b="b"/>
              <a:pathLst>
                <a:path w="20" h="25">
                  <a:moveTo>
                    <a:pt x="5" y="25"/>
                  </a:moveTo>
                  <a:lnTo>
                    <a:pt x="0" y="22"/>
                  </a:lnTo>
                  <a:lnTo>
                    <a:pt x="18" y="0"/>
                  </a:lnTo>
                  <a:lnTo>
                    <a:pt x="20" y="2"/>
                  </a:lnTo>
                  <a:lnTo>
                    <a:pt x="5"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3" name="Freeform 167"/>
            <p:cNvSpPr>
              <a:spLocks/>
            </p:cNvSpPr>
            <p:nvPr/>
          </p:nvSpPr>
          <p:spPr bwMode="auto">
            <a:xfrm>
              <a:off x="3900865" y="3782396"/>
              <a:ext cx="37603" cy="68939"/>
            </a:xfrm>
            <a:custGeom>
              <a:avLst/>
              <a:gdLst>
                <a:gd name="T0" fmla="*/ 5 w 12"/>
                <a:gd name="T1" fmla="*/ 22 h 22"/>
                <a:gd name="T2" fmla="*/ 0 w 12"/>
                <a:gd name="T3" fmla="*/ 20 h 22"/>
                <a:gd name="T4" fmla="*/ 10 w 12"/>
                <a:gd name="T5" fmla="*/ 0 h 22"/>
                <a:gd name="T6" fmla="*/ 12 w 12"/>
                <a:gd name="T7" fmla="*/ 0 h 22"/>
                <a:gd name="T8" fmla="*/ 5 w 12"/>
                <a:gd name="T9" fmla="*/ 22 h 22"/>
              </a:gdLst>
              <a:ahLst/>
              <a:cxnLst>
                <a:cxn ang="0">
                  <a:pos x="T0" y="T1"/>
                </a:cxn>
                <a:cxn ang="0">
                  <a:pos x="T2" y="T3"/>
                </a:cxn>
                <a:cxn ang="0">
                  <a:pos x="T4" y="T5"/>
                </a:cxn>
                <a:cxn ang="0">
                  <a:pos x="T6" y="T7"/>
                </a:cxn>
                <a:cxn ang="0">
                  <a:pos x="T8" y="T9"/>
                </a:cxn>
              </a:cxnLst>
              <a:rect l="0" t="0" r="r" b="b"/>
              <a:pathLst>
                <a:path w="12" h="22">
                  <a:moveTo>
                    <a:pt x="5" y="22"/>
                  </a:moveTo>
                  <a:lnTo>
                    <a:pt x="0" y="20"/>
                  </a:lnTo>
                  <a:lnTo>
                    <a:pt x="10" y="0"/>
                  </a:lnTo>
                  <a:lnTo>
                    <a:pt x="12" y="0"/>
                  </a:lnTo>
                  <a:lnTo>
                    <a:pt x="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4" name="Freeform 168"/>
            <p:cNvSpPr>
              <a:spLocks/>
            </p:cNvSpPr>
            <p:nvPr/>
          </p:nvSpPr>
          <p:spPr bwMode="auto">
            <a:xfrm>
              <a:off x="3813124" y="3782396"/>
              <a:ext cx="47005" cy="68939"/>
            </a:xfrm>
            <a:custGeom>
              <a:avLst/>
              <a:gdLst>
                <a:gd name="T0" fmla="*/ 5 w 15"/>
                <a:gd name="T1" fmla="*/ 22 h 22"/>
                <a:gd name="T2" fmla="*/ 0 w 15"/>
                <a:gd name="T3" fmla="*/ 20 h 22"/>
                <a:gd name="T4" fmla="*/ 13 w 15"/>
                <a:gd name="T5" fmla="*/ 0 h 22"/>
                <a:gd name="T6" fmla="*/ 15 w 15"/>
                <a:gd name="T7" fmla="*/ 0 h 22"/>
                <a:gd name="T8" fmla="*/ 5 w 15"/>
                <a:gd name="T9" fmla="*/ 22 h 22"/>
              </a:gdLst>
              <a:ahLst/>
              <a:cxnLst>
                <a:cxn ang="0">
                  <a:pos x="T0" y="T1"/>
                </a:cxn>
                <a:cxn ang="0">
                  <a:pos x="T2" y="T3"/>
                </a:cxn>
                <a:cxn ang="0">
                  <a:pos x="T4" y="T5"/>
                </a:cxn>
                <a:cxn ang="0">
                  <a:pos x="T6" y="T7"/>
                </a:cxn>
                <a:cxn ang="0">
                  <a:pos x="T8" y="T9"/>
                </a:cxn>
              </a:cxnLst>
              <a:rect l="0" t="0" r="r" b="b"/>
              <a:pathLst>
                <a:path w="15" h="22">
                  <a:moveTo>
                    <a:pt x="5" y="22"/>
                  </a:moveTo>
                  <a:lnTo>
                    <a:pt x="0" y="20"/>
                  </a:lnTo>
                  <a:lnTo>
                    <a:pt x="13" y="0"/>
                  </a:lnTo>
                  <a:lnTo>
                    <a:pt x="15" y="0"/>
                  </a:lnTo>
                  <a:lnTo>
                    <a:pt x="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5" name="Freeform 169"/>
            <p:cNvSpPr>
              <a:spLocks/>
            </p:cNvSpPr>
            <p:nvPr/>
          </p:nvSpPr>
          <p:spPr bwMode="auto">
            <a:xfrm>
              <a:off x="3985471" y="3782396"/>
              <a:ext cx="40738" cy="68939"/>
            </a:xfrm>
            <a:custGeom>
              <a:avLst/>
              <a:gdLst>
                <a:gd name="T0" fmla="*/ 5 w 13"/>
                <a:gd name="T1" fmla="*/ 22 h 22"/>
                <a:gd name="T2" fmla="*/ 0 w 13"/>
                <a:gd name="T3" fmla="*/ 20 h 22"/>
                <a:gd name="T4" fmla="*/ 8 w 13"/>
                <a:gd name="T5" fmla="*/ 0 h 22"/>
                <a:gd name="T6" fmla="*/ 13 w 13"/>
                <a:gd name="T7" fmla="*/ 0 h 22"/>
                <a:gd name="T8" fmla="*/ 5 w 13"/>
                <a:gd name="T9" fmla="*/ 22 h 22"/>
              </a:gdLst>
              <a:ahLst/>
              <a:cxnLst>
                <a:cxn ang="0">
                  <a:pos x="T0" y="T1"/>
                </a:cxn>
                <a:cxn ang="0">
                  <a:pos x="T2" y="T3"/>
                </a:cxn>
                <a:cxn ang="0">
                  <a:pos x="T4" y="T5"/>
                </a:cxn>
                <a:cxn ang="0">
                  <a:pos x="T6" y="T7"/>
                </a:cxn>
                <a:cxn ang="0">
                  <a:pos x="T8" y="T9"/>
                </a:cxn>
              </a:cxnLst>
              <a:rect l="0" t="0" r="r" b="b"/>
              <a:pathLst>
                <a:path w="13" h="22">
                  <a:moveTo>
                    <a:pt x="5" y="22"/>
                  </a:moveTo>
                  <a:lnTo>
                    <a:pt x="0" y="20"/>
                  </a:lnTo>
                  <a:lnTo>
                    <a:pt x="8" y="0"/>
                  </a:lnTo>
                  <a:lnTo>
                    <a:pt x="13" y="0"/>
                  </a:lnTo>
                  <a:lnTo>
                    <a:pt x="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6" name="Freeform 170"/>
            <p:cNvSpPr>
              <a:spLocks/>
            </p:cNvSpPr>
            <p:nvPr/>
          </p:nvSpPr>
          <p:spPr bwMode="auto">
            <a:xfrm>
              <a:off x="4079479" y="3788663"/>
              <a:ext cx="25069" cy="62672"/>
            </a:xfrm>
            <a:custGeom>
              <a:avLst/>
              <a:gdLst>
                <a:gd name="T0" fmla="*/ 3 w 8"/>
                <a:gd name="T1" fmla="*/ 20 h 20"/>
                <a:gd name="T2" fmla="*/ 0 w 8"/>
                <a:gd name="T3" fmla="*/ 18 h 20"/>
                <a:gd name="T4" fmla="*/ 3 w 8"/>
                <a:gd name="T5" fmla="*/ 0 h 20"/>
                <a:gd name="T6" fmla="*/ 8 w 8"/>
                <a:gd name="T7" fmla="*/ 0 h 20"/>
                <a:gd name="T8" fmla="*/ 3 w 8"/>
                <a:gd name="T9" fmla="*/ 20 h 20"/>
              </a:gdLst>
              <a:ahLst/>
              <a:cxnLst>
                <a:cxn ang="0">
                  <a:pos x="T0" y="T1"/>
                </a:cxn>
                <a:cxn ang="0">
                  <a:pos x="T2" y="T3"/>
                </a:cxn>
                <a:cxn ang="0">
                  <a:pos x="T4" y="T5"/>
                </a:cxn>
                <a:cxn ang="0">
                  <a:pos x="T6" y="T7"/>
                </a:cxn>
                <a:cxn ang="0">
                  <a:pos x="T8" y="T9"/>
                </a:cxn>
              </a:cxnLst>
              <a:rect l="0" t="0" r="r" b="b"/>
              <a:pathLst>
                <a:path w="8" h="20">
                  <a:moveTo>
                    <a:pt x="3" y="20"/>
                  </a:moveTo>
                  <a:lnTo>
                    <a:pt x="0" y="18"/>
                  </a:lnTo>
                  <a:lnTo>
                    <a:pt x="3" y="0"/>
                  </a:lnTo>
                  <a:lnTo>
                    <a:pt x="8" y="0"/>
                  </a:lnTo>
                  <a:lnTo>
                    <a:pt x="3" y="2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7" name="Freeform 171"/>
            <p:cNvSpPr>
              <a:spLocks/>
            </p:cNvSpPr>
            <p:nvPr/>
          </p:nvSpPr>
          <p:spPr bwMode="auto">
            <a:xfrm>
              <a:off x="4167219" y="3782396"/>
              <a:ext cx="21936" cy="62672"/>
            </a:xfrm>
            <a:custGeom>
              <a:avLst/>
              <a:gdLst>
                <a:gd name="T0" fmla="*/ 2 w 7"/>
                <a:gd name="T1" fmla="*/ 20 h 20"/>
                <a:gd name="T2" fmla="*/ 0 w 7"/>
                <a:gd name="T3" fmla="*/ 20 h 20"/>
                <a:gd name="T4" fmla="*/ 2 w 7"/>
                <a:gd name="T5" fmla="*/ 0 h 20"/>
                <a:gd name="T6" fmla="*/ 7 w 7"/>
                <a:gd name="T7" fmla="*/ 0 h 20"/>
                <a:gd name="T8" fmla="*/ 2 w 7"/>
                <a:gd name="T9" fmla="*/ 20 h 20"/>
              </a:gdLst>
              <a:ahLst/>
              <a:cxnLst>
                <a:cxn ang="0">
                  <a:pos x="T0" y="T1"/>
                </a:cxn>
                <a:cxn ang="0">
                  <a:pos x="T2" y="T3"/>
                </a:cxn>
                <a:cxn ang="0">
                  <a:pos x="T4" y="T5"/>
                </a:cxn>
                <a:cxn ang="0">
                  <a:pos x="T6" y="T7"/>
                </a:cxn>
                <a:cxn ang="0">
                  <a:pos x="T8" y="T9"/>
                </a:cxn>
              </a:cxnLst>
              <a:rect l="0" t="0" r="r" b="b"/>
              <a:pathLst>
                <a:path w="7" h="20">
                  <a:moveTo>
                    <a:pt x="2" y="20"/>
                  </a:moveTo>
                  <a:lnTo>
                    <a:pt x="0" y="20"/>
                  </a:lnTo>
                  <a:lnTo>
                    <a:pt x="2" y="0"/>
                  </a:lnTo>
                  <a:lnTo>
                    <a:pt x="7" y="0"/>
                  </a:lnTo>
                  <a:lnTo>
                    <a:pt x="2" y="2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8" name="Freeform 172"/>
            <p:cNvSpPr>
              <a:spLocks/>
            </p:cNvSpPr>
            <p:nvPr/>
          </p:nvSpPr>
          <p:spPr bwMode="auto">
            <a:xfrm>
              <a:off x="4251827" y="3788663"/>
              <a:ext cx="25069" cy="56405"/>
            </a:xfrm>
            <a:custGeom>
              <a:avLst/>
              <a:gdLst>
                <a:gd name="T0" fmla="*/ 5 w 8"/>
                <a:gd name="T1" fmla="*/ 18 h 18"/>
                <a:gd name="T2" fmla="*/ 0 w 8"/>
                <a:gd name="T3" fmla="*/ 18 h 18"/>
                <a:gd name="T4" fmla="*/ 3 w 8"/>
                <a:gd name="T5" fmla="*/ 0 h 18"/>
                <a:gd name="T6" fmla="*/ 8 w 8"/>
                <a:gd name="T7" fmla="*/ 0 h 18"/>
                <a:gd name="T8" fmla="*/ 5 w 8"/>
                <a:gd name="T9" fmla="*/ 18 h 18"/>
              </a:gdLst>
              <a:ahLst/>
              <a:cxnLst>
                <a:cxn ang="0">
                  <a:pos x="T0" y="T1"/>
                </a:cxn>
                <a:cxn ang="0">
                  <a:pos x="T2" y="T3"/>
                </a:cxn>
                <a:cxn ang="0">
                  <a:pos x="T4" y="T5"/>
                </a:cxn>
                <a:cxn ang="0">
                  <a:pos x="T6" y="T7"/>
                </a:cxn>
                <a:cxn ang="0">
                  <a:pos x="T8" y="T9"/>
                </a:cxn>
              </a:cxnLst>
              <a:rect l="0" t="0" r="r" b="b"/>
              <a:pathLst>
                <a:path w="8" h="18">
                  <a:moveTo>
                    <a:pt x="5" y="18"/>
                  </a:moveTo>
                  <a:lnTo>
                    <a:pt x="0" y="18"/>
                  </a:lnTo>
                  <a:lnTo>
                    <a:pt x="3" y="0"/>
                  </a:lnTo>
                  <a:lnTo>
                    <a:pt x="8" y="0"/>
                  </a:lnTo>
                  <a:lnTo>
                    <a:pt x="5" y="1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69" name="Freeform 173"/>
            <p:cNvSpPr>
              <a:spLocks/>
            </p:cNvSpPr>
            <p:nvPr/>
          </p:nvSpPr>
          <p:spPr bwMode="auto">
            <a:xfrm>
              <a:off x="4339568" y="3788663"/>
              <a:ext cx="15669" cy="56405"/>
            </a:xfrm>
            <a:custGeom>
              <a:avLst/>
              <a:gdLst>
                <a:gd name="T0" fmla="*/ 5 w 5"/>
                <a:gd name="T1" fmla="*/ 18 h 18"/>
                <a:gd name="T2" fmla="*/ 0 w 5"/>
                <a:gd name="T3" fmla="*/ 18 h 18"/>
                <a:gd name="T4" fmla="*/ 2 w 5"/>
                <a:gd name="T5" fmla="*/ 0 h 18"/>
                <a:gd name="T6" fmla="*/ 5 w 5"/>
                <a:gd name="T7" fmla="*/ 0 h 18"/>
                <a:gd name="T8" fmla="*/ 5 w 5"/>
                <a:gd name="T9" fmla="*/ 18 h 18"/>
              </a:gdLst>
              <a:ahLst/>
              <a:cxnLst>
                <a:cxn ang="0">
                  <a:pos x="T0" y="T1"/>
                </a:cxn>
                <a:cxn ang="0">
                  <a:pos x="T2" y="T3"/>
                </a:cxn>
                <a:cxn ang="0">
                  <a:pos x="T4" y="T5"/>
                </a:cxn>
                <a:cxn ang="0">
                  <a:pos x="T6" y="T7"/>
                </a:cxn>
                <a:cxn ang="0">
                  <a:pos x="T8" y="T9"/>
                </a:cxn>
              </a:cxnLst>
              <a:rect l="0" t="0" r="r" b="b"/>
              <a:pathLst>
                <a:path w="5" h="18">
                  <a:moveTo>
                    <a:pt x="5" y="18"/>
                  </a:moveTo>
                  <a:lnTo>
                    <a:pt x="0" y="18"/>
                  </a:lnTo>
                  <a:lnTo>
                    <a:pt x="2" y="0"/>
                  </a:lnTo>
                  <a:lnTo>
                    <a:pt x="5" y="0"/>
                  </a:lnTo>
                  <a:lnTo>
                    <a:pt x="5" y="1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0" name="Freeform 174"/>
            <p:cNvSpPr>
              <a:spLocks/>
            </p:cNvSpPr>
            <p:nvPr/>
          </p:nvSpPr>
          <p:spPr bwMode="auto">
            <a:xfrm>
              <a:off x="4424174" y="3788663"/>
              <a:ext cx="15669" cy="56405"/>
            </a:xfrm>
            <a:custGeom>
              <a:avLst/>
              <a:gdLst>
                <a:gd name="T0" fmla="*/ 3 w 5"/>
                <a:gd name="T1" fmla="*/ 18 h 18"/>
                <a:gd name="T2" fmla="*/ 0 w 5"/>
                <a:gd name="T3" fmla="*/ 0 h 18"/>
                <a:gd name="T4" fmla="*/ 5 w 5"/>
                <a:gd name="T5" fmla="*/ 0 h 18"/>
                <a:gd name="T6" fmla="*/ 5 w 5"/>
                <a:gd name="T7" fmla="*/ 18 h 18"/>
                <a:gd name="T8" fmla="*/ 3 w 5"/>
                <a:gd name="T9" fmla="*/ 18 h 18"/>
              </a:gdLst>
              <a:ahLst/>
              <a:cxnLst>
                <a:cxn ang="0">
                  <a:pos x="T0" y="T1"/>
                </a:cxn>
                <a:cxn ang="0">
                  <a:pos x="T2" y="T3"/>
                </a:cxn>
                <a:cxn ang="0">
                  <a:pos x="T4" y="T5"/>
                </a:cxn>
                <a:cxn ang="0">
                  <a:pos x="T6" y="T7"/>
                </a:cxn>
                <a:cxn ang="0">
                  <a:pos x="T8" y="T9"/>
                </a:cxn>
              </a:cxnLst>
              <a:rect l="0" t="0" r="r" b="b"/>
              <a:pathLst>
                <a:path w="5" h="18">
                  <a:moveTo>
                    <a:pt x="3" y="18"/>
                  </a:moveTo>
                  <a:lnTo>
                    <a:pt x="0" y="0"/>
                  </a:lnTo>
                  <a:lnTo>
                    <a:pt x="5" y="0"/>
                  </a:lnTo>
                  <a:lnTo>
                    <a:pt x="5" y="18"/>
                  </a:lnTo>
                  <a:lnTo>
                    <a:pt x="3" y="18"/>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1" name="Freeform 175"/>
            <p:cNvSpPr>
              <a:spLocks/>
            </p:cNvSpPr>
            <p:nvPr/>
          </p:nvSpPr>
          <p:spPr bwMode="auto">
            <a:xfrm>
              <a:off x="4511915" y="3782396"/>
              <a:ext cx="15669" cy="62672"/>
            </a:xfrm>
            <a:custGeom>
              <a:avLst/>
              <a:gdLst>
                <a:gd name="T0" fmla="*/ 2 w 5"/>
                <a:gd name="T1" fmla="*/ 20 h 20"/>
                <a:gd name="T2" fmla="*/ 0 w 5"/>
                <a:gd name="T3" fmla="*/ 0 h 20"/>
                <a:gd name="T4" fmla="*/ 2 w 5"/>
                <a:gd name="T5" fmla="*/ 0 h 20"/>
                <a:gd name="T6" fmla="*/ 5 w 5"/>
                <a:gd name="T7" fmla="*/ 20 h 20"/>
                <a:gd name="T8" fmla="*/ 2 w 5"/>
                <a:gd name="T9" fmla="*/ 20 h 20"/>
              </a:gdLst>
              <a:ahLst/>
              <a:cxnLst>
                <a:cxn ang="0">
                  <a:pos x="T0" y="T1"/>
                </a:cxn>
                <a:cxn ang="0">
                  <a:pos x="T2" y="T3"/>
                </a:cxn>
                <a:cxn ang="0">
                  <a:pos x="T4" y="T5"/>
                </a:cxn>
                <a:cxn ang="0">
                  <a:pos x="T6" y="T7"/>
                </a:cxn>
                <a:cxn ang="0">
                  <a:pos x="T8" y="T9"/>
                </a:cxn>
              </a:cxnLst>
              <a:rect l="0" t="0" r="r" b="b"/>
              <a:pathLst>
                <a:path w="5" h="20">
                  <a:moveTo>
                    <a:pt x="2" y="20"/>
                  </a:moveTo>
                  <a:lnTo>
                    <a:pt x="0" y="0"/>
                  </a:lnTo>
                  <a:lnTo>
                    <a:pt x="2" y="0"/>
                  </a:lnTo>
                  <a:lnTo>
                    <a:pt x="5" y="20"/>
                  </a:lnTo>
                  <a:lnTo>
                    <a:pt x="2" y="2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5" name="Freeform 179"/>
            <p:cNvSpPr>
              <a:spLocks/>
            </p:cNvSpPr>
            <p:nvPr/>
          </p:nvSpPr>
          <p:spPr bwMode="auto">
            <a:xfrm>
              <a:off x="3556169" y="3782396"/>
              <a:ext cx="53272" cy="68939"/>
            </a:xfrm>
            <a:custGeom>
              <a:avLst/>
              <a:gdLst>
                <a:gd name="T0" fmla="*/ 2 w 17"/>
                <a:gd name="T1" fmla="*/ 22 h 22"/>
                <a:gd name="T2" fmla="*/ 0 w 17"/>
                <a:gd name="T3" fmla="*/ 20 h 22"/>
                <a:gd name="T4" fmla="*/ 15 w 17"/>
                <a:gd name="T5" fmla="*/ 0 h 22"/>
                <a:gd name="T6" fmla="*/ 17 w 17"/>
                <a:gd name="T7" fmla="*/ 2 h 22"/>
                <a:gd name="T8" fmla="*/ 2 w 17"/>
                <a:gd name="T9" fmla="*/ 22 h 22"/>
              </a:gdLst>
              <a:ahLst/>
              <a:cxnLst>
                <a:cxn ang="0">
                  <a:pos x="T0" y="T1"/>
                </a:cxn>
                <a:cxn ang="0">
                  <a:pos x="T2" y="T3"/>
                </a:cxn>
                <a:cxn ang="0">
                  <a:pos x="T4" y="T5"/>
                </a:cxn>
                <a:cxn ang="0">
                  <a:pos x="T6" y="T7"/>
                </a:cxn>
                <a:cxn ang="0">
                  <a:pos x="T8" y="T9"/>
                </a:cxn>
              </a:cxnLst>
              <a:rect l="0" t="0" r="r" b="b"/>
              <a:pathLst>
                <a:path w="17" h="22">
                  <a:moveTo>
                    <a:pt x="2" y="22"/>
                  </a:moveTo>
                  <a:lnTo>
                    <a:pt x="0" y="20"/>
                  </a:lnTo>
                  <a:lnTo>
                    <a:pt x="15" y="0"/>
                  </a:lnTo>
                  <a:lnTo>
                    <a:pt x="17" y="2"/>
                  </a:lnTo>
                  <a:lnTo>
                    <a:pt x="2"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grpSp>
      <p:grpSp>
        <p:nvGrpSpPr>
          <p:cNvPr id="116" name="Group 115"/>
          <p:cNvGrpSpPr/>
          <p:nvPr/>
        </p:nvGrpSpPr>
        <p:grpSpPr>
          <a:xfrm>
            <a:off x="10474923" y="3738842"/>
            <a:ext cx="817957" cy="1513383"/>
            <a:chOff x="4618455" y="3337427"/>
            <a:chExt cx="641895" cy="1187634"/>
          </a:xfrm>
        </p:grpSpPr>
        <p:sp>
          <p:nvSpPr>
            <p:cNvPr id="18" name="Freeform 121"/>
            <p:cNvSpPr>
              <a:spLocks/>
            </p:cNvSpPr>
            <p:nvPr/>
          </p:nvSpPr>
          <p:spPr bwMode="auto">
            <a:xfrm>
              <a:off x="4934951" y="3772996"/>
              <a:ext cx="303960" cy="363497"/>
            </a:xfrm>
            <a:custGeom>
              <a:avLst/>
              <a:gdLst>
                <a:gd name="T0" fmla="*/ 25 w 97"/>
                <a:gd name="T1" fmla="*/ 0 h 116"/>
                <a:gd name="T2" fmla="*/ 97 w 97"/>
                <a:gd name="T3" fmla="*/ 116 h 116"/>
                <a:gd name="T4" fmla="*/ 65 w 97"/>
                <a:gd name="T5" fmla="*/ 116 h 116"/>
                <a:gd name="T6" fmla="*/ 0 w 97"/>
                <a:gd name="T7" fmla="*/ 0 h 116"/>
                <a:gd name="T8" fmla="*/ 25 w 97"/>
                <a:gd name="T9" fmla="*/ 0 h 116"/>
              </a:gdLst>
              <a:ahLst/>
              <a:cxnLst>
                <a:cxn ang="0">
                  <a:pos x="T0" y="T1"/>
                </a:cxn>
                <a:cxn ang="0">
                  <a:pos x="T2" y="T3"/>
                </a:cxn>
                <a:cxn ang="0">
                  <a:pos x="T4" y="T5"/>
                </a:cxn>
                <a:cxn ang="0">
                  <a:pos x="T6" y="T7"/>
                </a:cxn>
                <a:cxn ang="0">
                  <a:pos x="T8" y="T9"/>
                </a:cxn>
              </a:cxnLst>
              <a:rect l="0" t="0" r="r" b="b"/>
              <a:pathLst>
                <a:path w="97" h="116">
                  <a:moveTo>
                    <a:pt x="25" y="0"/>
                  </a:moveTo>
                  <a:lnTo>
                    <a:pt x="97" y="116"/>
                  </a:lnTo>
                  <a:lnTo>
                    <a:pt x="65" y="116"/>
                  </a:lnTo>
                  <a:lnTo>
                    <a:pt x="0" y="0"/>
                  </a:lnTo>
                  <a:lnTo>
                    <a:pt x="25" y="0"/>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0" name="Freeform 123"/>
            <p:cNvSpPr>
              <a:spLocks/>
            </p:cNvSpPr>
            <p:nvPr/>
          </p:nvSpPr>
          <p:spPr bwMode="auto">
            <a:xfrm>
              <a:off x="4753203" y="3995481"/>
              <a:ext cx="47005" cy="100275"/>
            </a:xfrm>
            <a:custGeom>
              <a:avLst/>
              <a:gdLst>
                <a:gd name="T0" fmla="*/ 10 w 15"/>
                <a:gd name="T1" fmla="*/ 32 h 32"/>
                <a:gd name="T2" fmla="*/ 0 w 15"/>
                <a:gd name="T3" fmla="*/ 2 h 32"/>
                <a:gd name="T4" fmla="*/ 5 w 15"/>
                <a:gd name="T5" fmla="*/ 0 h 32"/>
                <a:gd name="T6" fmla="*/ 15 w 15"/>
                <a:gd name="T7" fmla="*/ 32 h 32"/>
                <a:gd name="T8" fmla="*/ 10 w 15"/>
                <a:gd name="T9" fmla="*/ 32 h 32"/>
              </a:gdLst>
              <a:ahLst/>
              <a:cxnLst>
                <a:cxn ang="0">
                  <a:pos x="T0" y="T1"/>
                </a:cxn>
                <a:cxn ang="0">
                  <a:pos x="T2" y="T3"/>
                </a:cxn>
                <a:cxn ang="0">
                  <a:pos x="T4" y="T5"/>
                </a:cxn>
                <a:cxn ang="0">
                  <a:pos x="T6" y="T7"/>
                </a:cxn>
                <a:cxn ang="0">
                  <a:pos x="T8" y="T9"/>
                </a:cxn>
              </a:cxnLst>
              <a:rect l="0" t="0" r="r" b="b"/>
              <a:pathLst>
                <a:path w="15" h="32">
                  <a:moveTo>
                    <a:pt x="10" y="32"/>
                  </a:moveTo>
                  <a:lnTo>
                    <a:pt x="0" y="2"/>
                  </a:lnTo>
                  <a:lnTo>
                    <a:pt x="5" y="0"/>
                  </a:lnTo>
                  <a:lnTo>
                    <a:pt x="15" y="32"/>
                  </a:lnTo>
                  <a:lnTo>
                    <a:pt x="10" y="3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5" name="Freeform 128"/>
            <p:cNvSpPr>
              <a:spLocks/>
            </p:cNvSpPr>
            <p:nvPr/>
          </p:nvSpPr>
          <p:spPr bwMode="auto">
            <a:xfrm>
              <a:off x="4856610" y="3995481"/>
              <a:ext cx="47005" cy="100275"/>
            </a:xfrm>
            <a:custGeom>
              <a:avLst/>
              <a:gdLst>
                <a:gd name="T0" fmla="*/ 12 w 15"/>
                <a:gd name="T1" fmla="*/ 32 h 32"/>
                <a:gd name="T2" fmla="*/ 0 w 15"/>
                <a:gd name="T3" fmla="*/ 2 h 32"/>
                <a:gd name="T4" fmla="*/ 2 w 15"/>
                <a:gd name="T5" fmla="*/ 0 h 32"/>
                <a:gd name="T6" fmla="*/ 15 w 15"/>
                <a:gd name="T7" fmla="*/ 32 h 32"/>
                <a:gd name="T8" fmla="*/ 12 w 15"/>
                <a:gd name="T9" fmla="*/ 32 h 32"/>
              </a:gdLst>
              <a:ahLst/>
              <a:cxnLst>
                <a:cxn ang="0">
                  <a:pos x="T0" y="T1"/>
                </a:cxn>
                <a:cxn ang="0">
                  <a:pos x="T2" y="T3"/>
                </a:cxn>
                <a:cxn ang="0">
                  <a:pos x="T4" y="T5"/>
                </a:cxn>
                <a:cxn ang="0">
                  <a:pos x="T6" y="T7"/>
                </a:cxn>
                <a:cxn ang="0">
                  <a:pos x="T8" y="T9"/>
                </a:cxn>
              </a:cxnLst>
              <a:rect l="0" t="0" r="r" b="b"/>
              <a:pathLst>
                <a:path w="15" h="32">
                  <a:moveTo>
                    <a:pt x="12" y="32"/>
                  </a:moveTo>
                  <a:lnTo>
                    <a:pt x="0" y="2"/>
                  </a:lnTo>
                  <a:lnTo>
                    <a:pt x="2" y="0"/>
                  </a:lnTo>
                  <a:lnTo>
                    <a:pt x="15" y="32"/>
                  </a:lnTo>
                  <a:lnTo>
                    <a:pt x="12" y="3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26" name="Freeform 129"/>
            <p:cNvSpPr>
              <a:spLocks/>
            </p:cNvSpPr>
            <p:nvPr/>
          </p:nvSpPr>
          <p:spPr bwMode="auto">
            <a:xfrm>
              <a:off x="4950618" y="3995481"/>
              <a:ext cx="62672" cy="100275"/>
            </a:xfrm>
            <a:custGeom>
              <a:avLst/>
              <a:gdLst>
                <a:gd name="T0" fmla="*/ 15 w 20"/>
                <a:gd name="T1" fmla="*/ 32 h 32"/>
                <a:gd name="T2" fmla="*/ 0 w 20"/>
                <a:gd name="T3" fmla="*/ 2 h 32"/>
                <a:gd name="T4" fmla="*/ 5 w 20"/>
                <a:gd name="T5" fmla="*/ 0 h 32"/>
                <a:gd name="T6" fmla="*/ 20 w 20"/>
                <a:gd name="T7" fmla="*/ 32 h 32"/>
                <a:gd name="T8" fmla="*/ 15 w 20"/>
                <a:gd name="T9" fmla="*/ 32 h 32"/>
              </a:gdLst>
              <a:ahLst/>
              <a:cxnLst>
                <a:cxn ang="0">
                  <a:pos x="T0" y="T1"/>
                </a:cxn>
                <a:cxn ang="0">
                  <a:pos x="T2" y="T3"/>
                </a:cxn>
                <a:cxn ang="0">
                  <a:pos x="T4" y="T5"/>
                </a:cxn>
                <a:cxn ang="0">
                  <a:pos x="T6" y="T7"/>
                </a:cxn>
                <a:cxn ang="0">
                  <a:pos x="T8" y="T9"/>
                </a:cxn>
              </a:cxnLst>
              <a:rect l="0" t="0" r="r" b="b"/>
              <a:pathLst>
                <a:path w="20" h="32">
                  <a:moveTo>
                    <a:pt x="15" y="32"/>
                  </a:moveTo>
                  <a:lnTo>
                    <a:pt x="0" y="2"/>
                  </a:lnTo>
                  <a:lnTo>
                    <a:pt x="5" y="0"/>
                  </a:lnTo>
                  <a:lnTo>
                    <a:pt x="20" y="32"/>
                  </a:lnTo>
                  <a:lnTo>
                    <a:pt x="15" y="3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0" name="Freeform 133"/>
            <p:cNvSpPr>
              <a:spLocks/>
            </p:cNvSpPr>
            <p:nvPr/>
          </p:nvSpPr>
          <p:spPr bwMode="auto">
            <a:xfrm>
              <a:off x="5185639" y="3782396"/>
              <a:ext cx="53272" cy="68939"/>
            </a:xfrm>
            <a:custGeom>
              <a:avLst/>
              <a:gdLst>
                <a:gd name="T0" fmla="*/ 15 w 17"/>
                <a:gd name="T1" fmla="*/ 22 h 22"/>
                <a:gd name="T2" fmla="*/ 0 w 17"/>
                <a:gd name="T3" fmla="*/ 2 h 22"/>
                <a:gd name="T4" fmla="*/ 2 w 17"/>
                <a:gd name="T5" fmla="*/ 0 h 22"/>
                <a:gd name="T6" fmla="*/ 17 w 17"/>
                <a:gd name="T7" fmla="*/ 20 h 22"/>
                <a:gd name="T8" fmla="*/ 15 w 17"/>
                <a:gd name="T9" fmla="*/ 22 h 22"/>
              </a:gdLst>
              <a:ahLst/>
              <a:cxnLst>
                <a:cxn ang="0">
                  <a:pos x="T0" y="T1"/>
                </a:cxn>
                <a:cxn ang="0">
                  <a:pos x="T2" y="T3"/>
                </a:cxn>
                <a:cxn ang="0">
                  <a:pos x="T4" y="T5"/>
                </a:cxn>
                <a:cxn ang="0">
                  <a:pos x="T6" y="T7"/>
                </a:cxn>
                <a:cxn ang="0">
                  <a:pos x="T8" y="T9"/>
                </a:cxn>
              </a:cxnLst>
              <a:rect l="0" t="0" r="r" b="b"/>
              <a:pathLst>
                <a:path w="17" h="22">
                  <a:moveTo>
                    <a:pt x="15" y="22"/>
                  </a:moveTo>
                  <a:lnTo>
                    <a:pt x="0" y="2"/>
                  </a:lnTo>
                  <a:lnTo>
                    <a:pt x="2" y="0"/>
                  </a:lnTo>
                  <a:lnTo>
                    <a:pt x="17" y="20"/>
                  </a:lnTo>
                  <a:lnTo>
                    <a:pt x="1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1" name="Freeform 134"/>
            <p:cNvSpPr>
              <a:spLocks/>
            </p:cNvSpPr>
            <p:nvPr/>
          </p:nvSpPr>
          <p:spPr bwMode="auto">
            <a:xfrm>
              <a:off x="5097898" y="3782396"/>
              <a:ext cx="56405" cy="68939"/>
            </a:xfrm>
            <a:custGeom>
              <a:avLst/>
              <a:gdLst>
                <a:gd name="T0" fmla="*/ 15 w 18"/>
                <a:gd name="T1" fmla="*/ 22 h 22"/>
                <a:gd name="T2" fmla="*/ 0 w 18"/>
                <a:gd name="T3" fmla="*/ 2 h 22"/>
                <a:gd name="T4" fmla="*/ 5 w 18"/>
                <a:gd name="T5" fmla="*/ 0 h 22"/>
                <a:gd name="T6" fmla="*/ 18 w 18"/>
                <a:gd name="T7" fmla="*/ 20 h 22"/>
                <a:gd name="T8" fmla="*/ 15 w 18"/>
                <a:gd name="T9" fmla="*/ 22 h 22"/>
              </a:gdLst>
              <a:ahLst/>
              <a:cxnLst>
                <a:cxn ang="0">
                  <a:pos x="T0" y="T1"/>
                </a:cxn>
                <a:cxn ang="0">
                  <a:pos x="T2" y="T3"/>
                </a:cxn>
                <a:cxn ang="0">
                  <a:pos x="T4" y="T5"/>
                </a:cxn>
                <a:cxn ang="0">
                  <a:pos x="T6" y="T7"/>
                </a:cxn>
                <a:cxn ang="0">
                  <a:pos x="T8" y="T9"/>
                </a:cxn>
              </a:cxnLst>
              <a:rect l="0" t="0" r="r" b="b"/>
              <a:pathLst>
                <a:path w="18" h="22">
                  <a:moveTo>
                    <a:pt x="15" y="22"/>
                  </a:moveTo>
                  <a:lnTo>
                    <a:pt x="0" y="2"/>
                  </a:lnTo>
                  <a:lnTo>
                    <a:pt x="5" y="0"/>
                  </a:lnTo>
                  <a:lnTo>
                    <a:pt x="18" y="20"/>
                  </a:lnTo>
                  <a:lnTo>
                    <a:pt x="1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3" name="Freeform 136"/>
            <p:cNvSpPr>
              <a:spLocks/>
            </p:cNvSpPr>
            <p:nvPr/>
          </p:nvSpPr>
          <p:spPr bwMode="auto">
            <a:xfrm>
              <a:off x="4878547" y="3923409"/>
              <a:ext cx="31336" cy="72072"/>
            </a:xfrm>
            <a:custGeom>
              <a:avLst/>
              <a:gdLst>
                <a:gd name="T0" fmla="*/ 10 w 10"/>
                <a:gd name="T1" fmla="*/ 23 h 23"/>
                <a:gd name="T2" fmla="*/ 0 w 10"/>
                <a:gd name="T3" fmla="*/ 0 h 23"/>
                <a:gd name="T4" fmla="*/ 10 w 10"/>
                <a:gd name="T5" fmla="*/ 23 h 23"/>
              </a:gdLst>
              <a:ahLst/>
              <a:cxnLst>
                <a:cxn ang="0">
                  <a:pos x="T0" y="T1"/>
                </a:cxn>
                <a:cxn ang="0">
                  <a:pos x="T2" y="T3"/>
                </a:cxn>
                <a:cxn ang="0">
                  <a:pos x="T4" y="T5"/>
                </a:cxn>
              </a:cxnLst>
              <a:rect l="0" t="0" r="r" b="b"/>
              <a:pathLst>
                <a:path w="10" h="23">
                  <a:moveTo>
                    <a:pt x="10" y="23"/>
                  </a:moveTo>
                  <a:lnTo>
                    <a:pt x="0" y="0"/>
                  </a:lnTo>
                  <a:lnTo>
                    <a:pt x="10" y="23"/>
                  </a:lnTo>
                  <a:close/>
                </a:path>
              </a:pathLst>
            </a:custGeom>
            <a:solidFill>
              <a:srgbClr val="9898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4" name="Line 137"/>
            <p:cNvSpPr>
              <a:spLocks noChangeShapeType="1"/>
            </p:cNvSpPr>
            <p:nvPr/>
          </p:nvSpPr>
          <p:spPr bwMode="auto">
            <a:xfrm flipH="1" flipV="1">
              <a:off x="4878547" y="3923409"/>
              <a:ext cx="31336" cy="7207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5" name="Freeform 138"/>
            <p:cNvSpPr>
              <a:spLocks/>
            </p:cNvSpPr>
            <p:nvPr/>
          </p:nvSpPr>
          <p:spPr bwMode="auto">
            <a:xfrm>
              <a:off x="4778272" y="3923409"/>
              <a:ext cx="37603" cy="78339"/>
            </a:xfrm>
            <a:custGeom>
              <a:avLst/>
              <a:gdLst>
                <a:gd name="T0" fmla="*/ 7 w 12"/>
                <a:gd name="T1" fmla="*/ 25 h 25"/>
                <a:gd name="T2" fmla="*/ 0 w 12"/>
                <a:gd name="T3" fmla="*/ 0 h 25"/>
                <a:gd name="T4" fmla="*/ 5 w 12"/>
                <a:gd name="T5" fmla="*/ 0 h 25"/>
                <a:gd name="T6" fmla="*/ 12 w 12"/>
                <a:gd name="T7" fmla="*/ 23 h 25"/>
                <a:gd name="T8" fmla="*/ 7 w 12"/>
                <a:gd name="T9" fmla="*/ 25 h 25"/>
              </a:gdLst>
              <a:ahLst/>
              <a:cxnLst>
                <a:cxn ang="0">
                  <a:pos x="T0" y="T1"/>
                </a:cxn>
                <a:cxn ang="0">
                  <a:pos x="T2" y="T3"/>
                </a:cxn>
                <a:cxn ang="0">
                  <a:pos x="T4" y="T5"/>
                </a:cxn>
                <a:cxn ang="0">
                  <a:pos x="T6" y="T7"/>
                </a:cxn>
                <a:cxn ang="0">
                  <a:pos x="T8" y="T9"/>
                </a:cxn>
              </a:cxnLst>
              <a:rect l="0" t="0" r="r" b="b"/>
              <a:pathLst>
                <a:path w="12" h="25">
                  <a:moveTo>
                    <a:pt x="7" y="25"/>
                  </a:moveTo>
                  <a:lnTo>
                    <a:pt x="0" y="0"/>
                  </a:lnTo>
                  <a:lnTo>
                    <a:pt x="5" y="0"/>
                  </a:lnTo>
                  <a:lnTo>
                    <a:pt x="12" y="23"/>
                  </a:lnTo>
                  <a:lnTo>
                    <a:pt x="7"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36" name="Freeform 139"/>
            <p:cNvSpPr>
              <a:spLocks/>
            </p:cNvSpPr>
            <p:nvPr/>
          </p:nvSpPr>
          <p:spPr bwMode="auto">
            <a:xfrm>
              <a:off x="4684264" y="3923409"/>
              <a:ext cx="31336" cy="78339"/>
            </a:xfrm>
            <a:custGeom>
              <a:avLst/>
              <a:gdLst>
                <a:gd name="T0" fmla="*/ 7 w 10"/>
                <a:gd name="T1" fmla="*/ 25 h 25"/>
                <a:gd name="T2" fmla="*/ 0 w 10"/>
                <a:gd name="T3" fmla="*/ 0 h 25"/>
                <a:gd name="T4" fmla="*/ 5 w 10"/>
                <a:gd name="T5" fmla="*/ 0 h 25"/>
                <a:gd name="T6" fmla="*/ 10 w 10"/>
                <a:gd name="T7" fmla="*/ 23 h 25"/>
                <a:gd name="T8" fmla="*/ 7 w 10"/>
                <a:gd name="T9" fmla="*/ 25 h 25"/>
              </a:gdLst>
              <a:ahLst/>
              <a:cxnLst>
                <a:cxn ang="0">
                  <a:pos x="T0" y="T1"/>
                </a:cxn>
                <a:cxn ang="0">
                  <a:pos x="T2" y="T3"/>
                </a:cxn>
                <a:cxn ang="0">
                  <a:pos x="T4" y="T5"/>
                </a:cxn>
                <a:cxn ang="0">
                  <a:pos x="T6" y="T7"/>
                </a:cxn>
                <a:cxn ang="0">
                  <a:pos x="T8" y="T9"/>
                </a:cxn>
              </a:cxnLst>
              <a:rect l="0" t="0" r="r" b="b"/>
              <a:pathLst>
                <a:path w="10" h="25">
                  <a:moveTo>
                    <a:pt x="7" y="25"/>
                  </a:moveTo>
                  <a:lnTo>
                    <a:pt x="0" y="0"/>
                  </a:lnTo>
                  <a:lnTo>
                    <a:pt x="5" y="0"/>
                  </a:lnTo>
                  <a:lnTo>
                    <a:pt x="10" y="23"/>
                  </a:lnTo>
                  <a:lnTo>
                    <a:pt x="7"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0" name="Freeform 154"/>
            <p:cNvSpPr>
              <a:spLocks/>
            </p:cNvSpPr>
            <p:nvPr/>
          </p:nvSpPr>
          <p:spPr bwMode="auto">
            <a:xfrm>
              <a:off x="4825274" y="3845068"/>
              <a:ext cx="37603" cy="78339"/>
            </a:xfrm>
            <a:custGeom>
              <a:avLst/>
              <a:gdLst>
                <a:gd name="T0" fmla="*/ 10 w 12"/>
                <a:gd name="T1" fmla="*/ 25 h 25"/>
                <a:gd name="T2" fmla="*/ 0 w 12"/>
                <a:gd name="T3" fmla="*/ 2 h 25"/>
                <a:gd name="T4" fmla="*/ 2 w 12"/>
                <a:gd name="T5" fmla="*/ 0 h 25"/>
                <a:gd name="T6" fmla="*/ 12 w 12"/>
                <a:gd name="T7" fmla="*/ 25 h 25"/>
                <a:gd name="T8" fmla="*/ 10 w 12"/>
                <a:gd name="T9" fmla="*/ 25 h 25"/>
              </a:gdLst>
              <a:ahLst/>
              <a:cxnLst>
                <a:cxn ang="0">
                  <a:pos x="T0" y="T1"/>
                </a:cxn>
                <a:cxn ang="0">
                  <a:pos x="T2" y="T3"/>
                </a:cxn>
                <a:cxn ang="0">
                  <a:pos x="T4" y="T5"/>
                </a:cxn>
                <a:cxn ang="0">
                  <a:pos x="T6" y="T7"/>
                </a:cxn>
                <a:cxn ang="0">
                  <a:pos x="T8" y="T9"/>
                </a:cxn>
              </a:cxnLst>
              <a:rect l="0" t="0" r="r" b="b"/>
              <a:pathLst>
                <a:path w="12" h="25">
                  <a:moveTo>
                    <a:pt x="10" y="25"/>
                  </a:moveTo>
                  <a:lnTo>
                    <a:pt x="0" y="2"/>
                  </a:lnTo>
                  <a:lnTo>
                    <a:pt x="2" y="0"/>
                  </a:lnTo>
                  <a:lnTo>
                    <a:pt x="12" y="25"/>
                  </a:lnTo>
                  <a:lnTo>
                    <a:pt x="10"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1" name="Freeform 155"/>
            <p:cNvSpPr>
              <a:spLocks/>
            </p:cNvSpPr>
            <p:nvPr/>
          </p:nvSpPr>
          <p:spPr bwMode="auto">
            <a:xfrm>
              <a:off x="4737534" y="3845068"/>
              <a:ext cx="31336" cy="78339"/>
            </a:xfrm>
            <a:custGeom>
              <a:avLst/>
              <a:gdLst>
                <a:gd name="T0" fmla="*/ 8 w 10"/>
                <a:gd name="T1" fmla="*/ 25 h 25"/>
                <a:gd name="T2" fmla="*/ 0 w 10"/>
                <a:gd name="T3" fmla="*/ 2 h 25"/>
                <a:gd name="T4" fmla="*/ 3 w 10"/>
                <a:gd name="T5" fmla="*/ 0 h 25"/>
                <a:gd name="T6" fmla="*/ 10 w 10"/>
                <a:gd name="T7" fmla="*/ 25 h 25"/>
                <a:gd name="T8" fmla="*/ 8 w 10"/>
                <a:gd name="T9" fmla="*/ 25 h 25"/>
              </a:gdLst>
              <a:ahLst/>
              <a:cxnLst>
                <a:cxn ang="0">
                  <a:pos x="T0" y="T1"/>
                </a:cxn>
                <a:cxn ang="0">
                  <a:pos x="T2" y="T3"/>
                </a:cxn>
                <a:cxn ang="0">
                  <a:pos x="T4" y="T5"/>
                </a:cxn>
                <a:cxn ang="0">
                  <a:pos x="T6" y="T7"/>
                </a:cxn>
                <a:cxn ang="0">
                  <a:pos x="T8" y="T9"/>
                </a:cxn>
              </a:cxnLst>
              <a:rect l="0" t="0" r="r" b="b"/>
              <a:pathLst>
                <a:path w="10" h="25">
                  <a:moveTo>
                    <a:pt x="8" y="25"/>
                  </a:moveTo>
                  <a:lnTo>
                    <a:pt x="0" y="2"/>
                  </a:lnTo>
                  <a:lnTo>
                    <a:pt x="3" y="0"/>
                  </a:lnTo>
                  <a:lnTo>
                    <a:pt x="10" y="25"/>
                  </a:lnTo>
                  <a:lnTo>
                    <a:pt x="8"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52" name="Freeform 156"/>
            <p:cNvSpPr>
              <a:spLocks/>
            </p:cNvSpPr>
            <p:nvPr/>
          </p:nvSpPr>
          <p:spPr bwMode="auto">
            <a:xfrm>
              <a:off x="4643526" y="3845068"/>
              <a:ext cx="31336" cy="78339"/>
            </a:xfrm>
            <a:custGeom>
              <a:avLst/>
              <a:gdLst>
                <a:gd name="T0" fmla="*/ 8 w 10"/>
                <a:gd name="T1" fmla="*/ 25 h 25"/>
                <a:gd name="T2" fmla="*/ 0 w 10"/>
                <a:gd name="T3" fmla="*/ 2 h 25"/>
                <a:gd name="T4" fmla="*/ 5 w 10"/>
                <a:gd name="T5" fmla="*/ 0 h 25"/>
                <a:gd name="T6" fmla="*/ 10 w 10"/>
                <a:gd name="T7" fmla="*/ 25 h 25"/>
                <a:gd name="T8" fmla="*/ 8 w 10"/>
                <a:gd name="T9" fmla="*/ 25 h 25"/>
              </a:gdLst>
              <a:ahLst/>
              <a:cxnLst>
                <a:cxn ang="0">
                  <a:pos x="T0" y="T1"/>
                </a:cxn>
                <a:cxn ang="0">
                  <a:pos x="T2" y="T3"/>
                </a:cxn>
                <a:cxn ang="0">
                  <a:pos x="T4" y="T5"/>
                </a:cxn>
                <a:cxn ang="0">
                  <a:pos x="T6" y="T7"/>
                </a:cxn>
                <a:cxn ang="0">
                  <a:pos x="T8" y="T9"/>
                </a:cxn>
              </a:cxnLst>
              <a:rect l="0" t="0" r="r" b="b"/>
              <a:pathLst>
                <a:path w="10" h="25">
                  <a:moveTo>
                    <a:pt x="8" y="25"/>
                  </a:moveTo>
                  <a:lnTo>
                    <a:pt x="0" y="2"/>
                  </a:lnTo>
                  <a:lnTo>
                    <a:pt x="5" y="0"/>
                  </a:lnTo>
                  <a:lnTo>
                    <a:pt x="10" y="25"/>
                  </a:lnTo>
                  <a:lnTo>
                    <a:pt x="8" y="25"/>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3" name="Freeform 177"/>
            <p:cNvSpPr>
              <a:spLocks/>
            </p:cNvSpPr>
            <p:nvPr/>
          </p:nvSpPr>
          <p:spPr bwMode="auto">
            <a:xfrm>
              <a:off x="4674862" y="3782396"/>
              <a:ext cx="25069" cy="68939"/>
            </a:xfrm>
            <a:custGeom>
              <a:avLst/>
              <a:gdLst>
                <a:gd name="T0" fmla="*/ 5 w 8"/>
                <a:gd name="T1" fmla="*/ 22 h 22"/>
                <a:gd name="T2" fmla="*/ 0 w 8"/>
                <a:gd name="T3" fmla="*/ 2 h 22"/>
                <a:gd name="T4" fmla="*/ 3 w 8"/>
                <a:gd name="T5" fmla="*/ 0 h 22"/>
                <a:gd name="T6" fmla="*/ 8 w 8"/>
                <a:gd name="T7" fmla="*/ 20 h 22"/>
                <a:gd name="T8" fmla="*/ 5 w 8"/>
                <a:gd name="T9" fmla="*/ 22 h 22"/>
              </a:gdLst>
              <a:ahLst/>
              <a:cxnLst>
                <a:cxn ang="0">
                  <a:pos x="T0" y="T1"/>
                </a:cxn>
                <a:cxn ang="0">
                  <a:pos x="T2" y="T3"/>
                </a:cxn>
                <a:cxn ang="0">
                  <a:pos x="T4" y="T5"/>
                </a:cxn>
                <a:cxn ang="0">
                  <a:pos x="T6" y="T7"/>
                </a:cxn>
                <a:cxn ang="0">
                  <a:pos x="T8" y="T9"/>
                </a:cxn>
              </a:cxnLst>
              <a:rect l="0" t="0" r="r" b="b"/>
              <a:pathLst>
                <a:path w="8" h="22">
                  <a:moveTo>
                    <a:pt x="5" y="22"/>
                  </a:moveTo>
                  <a:lnTo>
                    <a:pt x="0" y="2"/>
                  </a:lnTo>
                  <a:lnTo>
                    <a:pt x="3" y="0"/>
                  </a:lnTo>
                  <a:lnTo>
                    <a:pt x="8" y="20"/>
                  </a:lnTo>
                  <a:lnTo>
                    <a:pt x="5"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4" name="Freeform 178"/>
            <p:cNvSpPr>
              <a:spLocks/>
            </p:cNvSpPr>
            <p:nvPr/>
          </p:nvSpPr>
          <p:spPr bwMode="auto">
            <a:xfrm>
              <a:off x="4753203" y="3782396"/>
              <a:ext cx="40738" cy="68939"/>
            </a:xfrm>
            <a:custGeom>
              <a:avLst/>
              <a:gdLst>
                <a:gd name="T0" fmla="*/ 8 w 13"/>
                <a:gd name="T1" fmla="*/ 22 h 22"/>
                <a:gd name="T2" fmla="*/ 0 w 13"/>
                <a:gd name="T3" fmla="*/ 0 h 22"/>
                <a:gd name="T4" fmla="*/ 3 w 13"/>
                <a:gd name="T5" fmla="*/ 0 h 22"/>
                <a:gd name="T6" fmla="*/ 13 w 13"/>
                <a:gd name="T7" fmla="*/ 20 h 22"/>
                <a:gd name="T8" fmla="*/ 8 w 13"/>
                <a:gd name="T9" fmla="*/ 22 h 22"/>
              </a:gdLst>
              <a:ahLst/>
              <a:cxnLst>
                <a:cxn ang="0">
                  <a:pos x="T0" y="T1"/>
                </a:cxn>
                <a:cxn ang="0">
                  <a:pos x="T2" y="T3"/>
                </a:cxn>
                <a:cxn ang="0">
                  <a:pos x="T4" y="T5"/>
                </a:cxn>
                <a:cxn ang="0">
                  <a:pos x="T6" y="T7"/>
                </a:cxn>
                <a:cxn ang="0">
                  <a:pos x="T8" y="T9"/>
                </a:cxn>
              </a:cxnLst>
              <a:rect l="0" t="0" r="r" b="b"/>
              <a:pathLst>
                <a:path w="13" h="22">
                  <a:moveTo>
                    <a:pt x="8" y="22"/>
                  </a:moveTo>
                  <a:lnTo>
                    <a:pt x="0" y="0"/>
                  </a:lnTo>
                  <a:lnTo>
                    <a:pt x="3" y="0"/>
                  </a:lnTo>
                  <a:lnTo>
                    <a:pt x="13" y="20"/>
                  </a:lnTo>
                  <a:lnTo>
                    <a:pt x="8" y="22"/>
                  </a:lnTo>
                  <a:close/>
                </a:path>
              </a:pathLst>
            </a:custGeom>
            <a:solidFill>
              <a:srgbClr val="6D6E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6" name="Freeform 75"/>
            <p:cNvSpPr>
              <a:spLocks/>
            </p:cNvSpPr>
            <p:nvPr/>
          </p:nvSpPr>
          <p:spPr bwMode="auto">
            <a:xfrm>
              <a:off x="4618455" y="3337427"/>
              <a:ext cx="641895" cy="1187634"/>
            </a:xfrm>
            <a:custGeom>
              <a:avLst/>
              <a:gdLst>
                <a:gd name="T0" fmla="*/ 98 w 98"/>
                <a:gd name="T1" fmla="*/ 193 h 197"/>
                <a:gd name="T2" fmla="*/ 94 w 98"/>
                <a:gd name="T3" fmla="*/ 197 h 197"/>
                <a:gd name="T4" fmla="*/ 4 w 98"/>
                <a:gd name="T5" fmla="*/ 197 h 197"/>
                <a:gd name="T6" fmla="*/ 0 w 98"/>
                <a:gd name="T7" fmla="*/ 193 h 197"/>
                <a:gd name="T8" fmla="*/ 0 w 98"/>
                <a:gd name="T9" fmla="*/ 4 h 197"/>
                <a:gd name="T10" fmla="*/ 4 w 98"/>
                <a:gd name="T11" fmla="*/ 0 h 197"/>
                <a:gd name="T12" fmla="*/ 94 w 98"/>
                <a:gd name="T13" fmla="*/ 0 h 197"/>
                <a:gd name="T14" fmla="*/ 98 w 98"/>
                <a:gd name="T15" fmla="*/ 4 h 197"/>
                <a:gd name="T16" fmla="*/ 98 w 98"/>
                <a:gd name="T17" fmla="*/ 19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97">
                  <a:moveTo>
                    <a:pt x="98" y="193"/>
                  </a:moveTo>
                  <a:cubicBezTo>
                    <a:pt x="98" y="195"/>
                    <a:pt x="96" y="197"/>
                    <a:pt x="94" y="197"/>
                  </a:cubicBezTo>
                  <a:cubicBezTo>
                    <a:pt x="4" y="197"/>
                    <a:pt x="4" y="197"/>
                    <a:pt x="4" y="197"/>
                  </a:cubicBezTo>
                  <a:cubicBezTo>
                    <a:pt x="2" y="197"/>
                    <a:pt x="0" y="195"/>
                    <a:pt x="0" y="193"/>
                  </a:cubicBezTo>
                  <a:cubicBezTo>
                    <a:pt x="0" y="4"/>
                    <a:pt x="0" y="4"/>
                    <a:pt x="0" y="4"/>
                  </a:cubicBezTo>
                  <a:cubicBezTo>
                    <a:pt x="0" y="2"/>
                    <a:pt x="2" y="0"/>
                    <a:pt x="4" y="0"/>
                  </a:cubicBezTo>
                  <a:cubicBezTo>
                    <a:pt x="94" y="0"/>
                    <a:pt x="94" y="0"/>
                    <a:pt x="94" y="0"/>
                  </a:cubicBezTo>
                  <a:cubicBezTo>
                    <a:pt x="96" y="0"/>
                    <a:pt x="98" y="2"/>
                    <a:pt x="98" y="4"/>
                  </a:cubicBezTo>
                  <a:lnTo>
                    <a:pt x="98" y="193"/>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7" name="Rectangle 76"/>
            <p:cNvSpPr>
              <a:spLocks noChangeArrowheads="1"/>
            </p:cNvSpPr>
            <p:nvPr/>
          </p:nvSpPr>
          <p:spPr bwMode="auto">
            <a:xfrm>
              <a:off x="4668593" y="3572448"/>
              <a:ext cx="115944" cy="112809"/>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8" name="Rectangle 77"/>
            <p:cNvSpPr>
              <a:spLocks noChangeArrowheads="1"/>
            </p:cNvSpPr>
            <p:nvPr/>
          </p:nvSpPr>
          <p:spPr bwMode="auto">
            <a:xfrm>
              <a:off x="4797071" y="3572448"/>
              <a:ext cx="115944" cy="112809"/>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79" name="Rectangle 78"/>
            <p:cNvSpPr>
              <a:spLocks noChangeArrowheads="1"/>
            </p:cNvSpPr>
            <p:nvPr/>
          </p:nvSpPr>
          <p:spPr bwMode="auto">
            <a:xfrm>
              <a:off x="4925548" y="3572448"/>
              <a:ext cx="115944" cy="1128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0" name="Rectangle 79"/>
            <p:cNvSpPr>
              <a:spLocks noChangeArrowheads="1"/>
            </p:cNvSpPr>
            <p:nvPr/>
          </p:nvSpPr>
          <p:spPr bwMode="auto">
            <a:xfrm>
              <a:off x="5054026" y="3572448"/>
              <a:ext cx="112809" cy="112809"/>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1" name="Rectangle 80"/>
            <p:cNvSpPr>
              <a:spLocks noChangeArrowheads="1"/>
            </p:cNvSpPr>
            <p:nvPr/>
          </p:nvSpPr>
          <p:spPr bwMode="auto">
            <a:xfrm>
              <a:off x="4668593" y="3945345"/>
              <a:ext cx="244421" cy="235021"/>
            </a:xfrm>
            <a:prstGeom prst="rect">
              <a:avLst/>
            </a:prstGeom>
            <a:solidFill>
              <a:srgbClr val="7373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2" name="Rectangle 81"/>
            <p:cNvSpPr>
              <a:spLocks noChangeArrowheads="1"/>
            </p:cNvSpPr>
            <p:nvPr/>
          </p:nvSpPr>
          <p:spPr bwMode="auto">
            <a:xfrm>
              <a:off x="4668593" y="3697792"/>
              <a:ext cx="498243" cy="235021"/>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3" name="Rectangle 82"/>
            <p:cNvSpPr>
              <a:spLocks noChangeArrowheads="1"/>
            </p:cNvSpPr>
            <p:nvPr/>
          </p:nvSpPr>
          <p:spPr bwMode="auto">
            <a:xfrm>
              <a:off x="4925548" y="3945345"/>
              <a:ext cx="115944" cy="115944"/>
            </a:xfrm>
            <a:prstGeom prst="rect">
              <a:avLst/>
            </a:prstGeom>
            <a:solidFill>
              <a:srgbClr val="FDB8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4" name="Rectangle 83"/>
            <p:cNvSpPr>
              <a:spLocks noChangeArrowheads="1"/>
            </p:cNvSpPr>
            <p:nvPr/>
          </p:nvSpPr>
          <p:spPr bwMode="auto">
            <a:xfrm>
              <a:off x="5054026" y="3945345"/>
              <a:ext cx="112809" cy="115944"/>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5" name="Rectangle 84"/>
            <p:cNvSpPr>
              <a:spLocks noChangeArrowheads="1"/>
            </p:cNvSpPr>
            <p:nvPr/>
          </p:nvSpPr>
          <p:spPr bwMode="auto">
            <a:xfrm>
              <a:off x="4925548" y="4067556"/>
              <a:ext cx="115944" cy="11280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6" name="Rectangle 85"/>
            <p:cNvSpPr>
              <a:spLocks noChangeArrowheads="1"/>
            </p:cNvSpPr>
            <p:nvPr/>
          </p:nvSpPr>
          <p:spPr bwMode="auto">
            <a:xfrm>
              <a:off x="5054026" y="4067556"/>
              <a:ext cx="112809" cy="112809"/>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7" name="Rectangle 86"/>
            <p:cNvSpPr>
              <a:spLocks noChangeArrowheads="1"/>
            </p:cNvSpPr>
            <p:nvPr/>
          </p:nvSpPr>
          <p:spPr bwMode="auto">
            <a:xfrm>
              <a:off x="5054026" y="4315109"/>
              <a:ext cx="112809" cy="65807"/>
            </a:xfrm>
            <a:prstGeom prst="rect">
              <a:avLst/>
            </a:prstGeom>
            <a:solidFill>
              <a:srgbClr val="BA141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8" name="Rectangle 87"/>
            <p:cNvSpPr>
              <a:spLocks noChangeArrowheads="1"/>
            </p:cNvSpPr>
            <p:nvPr/>
          </p:nvSpPr>
          <p:spPr bwMode="auto">
            <a:xfrm>
              <a:off x="4797071" y="4302575"/>
              <a:ext cx="244421" cy="78341"/>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89" name="Rectangle 88"/>
            <p:cNvSpPr>
              <a:spLocks noChangeArrowheads="1"/>
            </p:cNvSpPr>
            <p:nvPr/>
          </p:nvSpPr>
          <p:spPr bwMode="auto">
            <a:xfrm>
              <a:off x="4668593" y="4315109"/>
              <a:ext cx="115944" cy="65807"/>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0" name="Rectangle 89"/>
            <p:cNvSpPr>
              <a:spLocks noChangeArrowheads="1"/>
            </p:cNvSpPr>
            <p:nvPr/>
          </p:nvSpPr>
          <p:spPr bwMode="auto">
            <a:xfrm>
              <a:off x="4668593" y="4192900"/>
              <a:ext cx="115944" cy="109677"/>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1" name="Rectangle 90"/>
            <p:cNvSpPr>
              <a:spLocks noChangeArrowheads="1"/>
            </p:cNvSpPr>
            <p:nvPr/>
          </p:nvSpPr>
          <p:spPr bwMode="auto">
            <a:xfrm>
              <a:off x="4797071" y="4192900"/>
              <a:ext cx="244421" cy="109677"/>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2" name="Rectangle 91"/>
            <p:cNvSpPr>
              <a:spLocks noChangeArrowheads="1"/>
            </p:cNvSpPr>
            <p:nvPr/>
          </p:nvSpPr>
          <p:spPr bwMode="auto">
            <a:xfrm>
              <a:off x="5054026" y="4192900"/>
              <a:ext cx="112809" cy="109677"/>
            </a:xfrm>
            <a:prstGeom prst="rect">
              <a:avLst/>
            </a:prstGeom>
            <a:solidFill>
              <a:srgbClr val="6821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3" name="Freeform 92"/>
            <p:cNvSpPr>
              <a:spLocks/>
            </p:cNvSpPr>
            <p:nvPr/>
          </p:nvSpPr>
          <p:spPr bwMode="auto">
            <a:xfrm>
              <a:off x="4709330" y="4446720"/>
              <a:ext cx="18802" cy="28203"/>
            </a:xfrm>
            <a:custGeom>
              <a:avLst/>
              <a:gdLst>
                <a:gd name="T0" fmla="*/ 6 w 6"/>
                <a:gd name="T1" fmla="*/ 9 h 9"/>
                <a:gd name="T2" fmla="*/ 0 w 6"/>
                <a:gd name="T3" fmla="*/ 4 h 9"/>
                <a:gd name="T4" fmla="*/ 6 w 6"/>
                <a:gd name="T5" fmla="*/ 0 h 9"/>
              </a:gdLst>
              <a:ahLst/>
              <a:cxnLst>
                <a:cxn ang="0">
                  <a:pos x="T0" y="T1"/>
                </a:cxn>
                <a:cxn ang="0">
                  <a:pos x="T2" y="T3"/>
                </a:cxn>
                <a:cxn ang="0">
                  <a:pos x="T4" y="T5"/>
                </a:cxn>
              </a:cxnLst>
              <a:rect l="0" t="0" r="r" b="b"/>
              <a:pathLst>
                <a:path w="6" h="9">
                  <a:moveTo>
                    <a:pt x="6" y="9"/>
                  </a:moveTo>
                  <a:lnTo>
                    <a:pt x="0" y="4"/>
                  </a:lnTo>
                  <a:lnTo>
                    <a:pt x="6" y="0"/>
                  </a:lnTo>
                </a:path>
              </a:pathLst>
            </a:custGeom>
            <a:noFill/>
            <a:ln w="3175" cap="rnd">
              <a:solidFill>
                <a:srgbClr val="9696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4" name="Line 93"/>
            <p:cNvSpPr>
              <a:spLocks noChangeShapeType="1"/>
            </p:cNvSpPr>
            <p:nvPr/>
          </p:nvSpPr>
          <p:spPr bwMode="auto">
            <a:xfrm>
              <a:off x="4709330" y="4459255"/>
              <a:ext cx="31336" cy="0"/>
            </a:xfrm>
            <a:prstGeom prst="line">
              <a:avLst/>
            </a:prstGeom>
            <a:noFill/>
            <a:ln w="317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5" name="Oval 94"/>
            <p:cNvSpPr>
              <a:spLocks noChangeArrowheads="1"/>
            </p:cNvSpPr>
            <p:nvPr/>
          </p:nvSpPr>
          <p:spPr bwMode="auto">
            <a:xfrm>
              <a:off x="5097896" y="4446720"/>
              <a:ext cx="25069" cy="25069"/>
            </a:xfrm>
            <a:prstGeom prst="ellipse">
              <a:avLst/>
            </a:prstGeom>
            <a:noFill/>
            <a:ln w="3175" cap="rnd">
              <a:solidFill>
                <a:srgbClr val="96969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6" name="Line 95"/>
            <p:cNvSpPr>
              <a:spLocks noChangeShapeType="1"/>
            </p:cNvSpPr>
            <p:nvPr/>
          </p:nvSpPr>
          <p:spPr bwMode="auto">
            <a:xfrm flipH="1">
              <a:off x="5091629" y="4465522"/>
              <a:ext cx="12534" cy="9402"/>
            </a:xfrm>
            <a:prstGeom prst="line">
              <a:avLst/>
            </a:prstGeom>
            <a:noFill/>
            <a:ln w="3175" cap="rnd">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7" name="Freeform 96"/>
            <p:cNvSpPr>
              <a:spLocks/>
            </p:cNvSpPr>
            <p:nvPr/>
          </p:nvSpPr>
          <p:spPr bwMode="auto">
            <a:xfrm>
              <a:off x="4913013" y="4440453"/>
              <a:ext cx="25069" cy="18802"/>
            </a:xfrm>
            <a:custGeom>
              <a:avLst/>
              <a:gdLst>
                <a:gd name="T0" fmla="*/ 0 w 8"/>
                <a:gd name="T1" fmla="*/ 6 h 6"/>
                <a:gd name="T2" fmla="*/ 8 w 8"/>
                <a:gd name="T3" fmla="*/ 6 h 6"/>
                <a:gd name="T4" fmla="*/ 8 w 8"/>
                <a:gd name="T5" fmla="*/ 0 h 6"/>
                <a:gd name="T6" fmla="*/ 0 w 8"/>
                <a:gd name="T7" fmla="*/ 2 h 6"/>
                <a:gd name="T8" fmla="*/ 0 w 8"/>
                <a:gd name="T9" fmla="*/ 6 h 6"/>
              </a:gdLst>
              <a:ahLst/>
              <a:cxnLst>
                <a:cxn ang="0">
                  <a:pos x="T0" y="T1"/>
                </a:cxn>
                <a:cxn ang="0">
                  <a:pos x="T2" y="T3"/>
                </a:cxn>
                <a:cxn ang="0">
                  <a:pos x="T4" y="T5"/>
                </a:cxn>
                <a:cxn ang="0">
                  <a:pos x="T6" y="T7"/>
                </a:cxn>
                <a:cxn ang="0">
                  <a:pos x="T8" y="T9"/>
                </a:cxn>
              </a:cxnLst>
              <a:rect l="0" t="0" r="r" b="b"/>
              <a:pathLst>
                <a:path w="8" h="6">
                  <a:moveTo>
                    <a:pt x="0" y="6"/>
                  </a:moveTo>
                  <a:lnTo>
                    <a:pt x="8" y="6"/>
                  </a:lnTo>
                  <a:lnTo>
                    <a:pt x="8" y="0"/>
                  </a:lnTo>
                  <a:lnTo>
                    <a:pt x="0" y="2"/>
                  </a:lnTo>
                  <a:lnTo>
                    <a:pt x="0" y="6"/>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8" name="Rectangle 97"/>
            <p:cNvSpPr>
              <a:spLocks noChangeArrowheads="1"/>
            </p:cNvSpPr>
            <p:nvPr/>
          </p:nvSpPr>
          <p:spPr bwMode="auto">
            <a:xfrm>
              <a:off x="4900479" y="4446720"/>
              <a:ext cx="12534" cy="12534"/>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99" name="Rectangle 98"/>
            <p:cNvSpPr>
              <a:spLocks noChangeArrowheads="1"/>
            </p:cNvSpPr>
            <p:nvPr/>
          </p:nvSpPr>
          <p:spPr bwMode="auto">
            <a:xfrm>
              <a:off x="4913013" y="4459255"/>
              <a:ext cx="25069" cy="1566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0" name="Rectangle 99"/>
            <p:cNvSpPr>
              <a:spLocks noChangeArrowheads="1"/>
            </p:cNvSpPr>
            <p:nvPr/>
          </p:nvSpPr>
          <p:spPr bwMode="auto">
            <a:xfrm>
              <a:off x="4900479" y="4459255"/>
              <a:ext cx="12534" cy="15669"/>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1" name="Rectangle 100"/>
            <p:cNvSpPr>
              <a:spLocks noChangeArrowheads="1"/>
            </p:cNvSpPr>
            <p:nvPr/>
          </p:nvSpPr>
          <p:spPr bwMode="auto">
            <a:xfrm>
              <a:off x="5188770" y="4224236"/>
              <a:ext cx="37603" cy="137878"/>
            </a:xfrm>
            <a:prstGeom prst="rect">
              <a:avLst/>
            </a:prstGeom>
            <a:solidFill>
              <a:srgbClr val="3C3C3C"/>
            </a:solidFill>
            <a:ln>
              <a:noFill/>
            </a:ln>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2" name="Freeform 101"/>
            <p:cNvSpPr>
              <a:spLocks/>
            </p:cNvSpPr>
            <p:nvPr/>
          </p:nvSpPr>
          <p:spPr bwMode="auto">
            <a:xfrm>
              <a:off x="4853476" y="3396967"/>
              <a:ext cx="141013" cy="18802"/>
            </a:xfrm>
            <a:custGeom>
              <a:avLst/>
              <a:gdLst>
                <a:gd name="T0" fmla="*/ 23 w 23"/>
                <a:gd name="T1" fmla="*/ 2 h 3"/>
                <a:gd name="T2" fmla="*/ 22 w 23"/>
                <a:gd name="T3" fmla="*/ 3 h 3"/>
                <a:gd name="T4" fmla="*/ 2 w 23"/>
                <a:gd name="T5" fmla="*/ 3 h 3"/>
                <a:gd name="T6" fmla="*/ 0 w 23"/>
                <a:gd name="T7" fmla="*/ 2 h 3"/>
                <a:gd name="T8" fmla="*/ 0 w 23"/>
                <a:gd name="T9" fmla="*/ 2 h 3"/>
                <a:gd name="T10" fmla="*/ 2 w 23"/>
                <a:gd name="T11" fmla="*/ 0 h 3"/>
                <a:gd name="T12" fmla="*/ 22 w 23"/>
                <a:gd name="T13" fmla="*/ 0 h 3"/>
                <a:gd name="T14" fmla="*/ 23 w 23"/>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
                  <a:moveTo>
                    <a:pt x="23" y="2"/>
                  </a:moveTo>
                  <a:cubicBezTo>
                    <a:pt x="23" y="3"/>
                    <a:pt x="23" y="3"/>
                    <a:pt x="22" y="3"/>
                  </a:cubicBezTo>
                  <a:cubicBezTo>
                    <a:pt x="2" y="3"/>
                    <a:pt x="2" y="3"/>
                    <a:pt x="2" y="3"/>
                  </a:cubicBezTo>
                  <a:cubicBezTo>
                    <a:pt x="1" y="3"/>
                    <a:pt x="0" y="3"/>
                    <a:pt x="0" y="2"/>
                  </a:cubicBezTo>
                  <a:cubicBezTo>
                    <a:pt x="0" y="2"/>
                    <a:pt x="0" y="2"/>
                    <a:pt x="0" y="2"/>
                  </a:cubicBezTo>
                  <a:cubicBezTo>
                    <a:pt x="0" y="1"/>
                    <a:pt x="1" y="0"/>
                    <a:pt x="2" y="0"/>
                  </a:cubicBezTo>
                  <a:cubicBezTo>
                    <a:pt x="22" y="0"/>
                    <a:pt x="22" y="0"/>
                    <a:pt x="22" y="0"/>
                  </a:cubicBezTo>
                  <a:cubicBezTo>
                    <a:pt x="23" y="0"/>
                    <a:pt x="23" y="1"/>
                    <a:pt x="23" y="2"/>
                  </a:cubicBez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3" name="Rectangle 102"/>
            <p:cNvSpPr>
              <a:spLocks noChangeArrowheads="1"/>
            </p:cNvSpPr>
            <p:nvPr/>
          </p:nvSpPr>
          <p:spPr bwMode="auto">
            <a:xfrm>
              <a:off x="4681127" y="3487840"/>
              <a:ext cx="3135" cy="250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4" name="Rectangle 103"/>
            <p:cNvSpPr>
              <a:spLocks noChangeArrowheads="1"/>
            </p:cNvSpPr>
            <p:nvPr/>
          </p:nvSpPr>
          <p:spPr bwMode="auto">
            <a:xfrm>
              <a:off x="4674860" y="3494107"/>
              <a:ext cx="6267" cy="188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5" name="Rectangle 104"/>
            <p:cNvSpPr>
              <a:spLocks noChangeArrowheads="1"/>
            </p:cNvSpPr>
            <p:nvPr/>
          </p:nvSpPr>
          <p:spPr bwMode="auto">
            <a:xfrm>
              <a:off x="4668593" y="3500374"/>
              <a:ext cx="6267" cy="125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6" name="Rectangle 105"/>
            <p:cNvSpPr>
              <a:spLocks noChangeArrowheads="1"/>
            </p:cNvSpPr>
            <p:nvPr/>
          </p:nvSpPr>
          <p:spPr bwMode="auto">
            <a:xfrm>
              <a:off x="4662325" y="3500374"/>
              <a:ext cx="6267" cy="125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7" name="Rectangle 106"/>
            <p:cNvSpPr>
              <a:spLocks noChangeArrowheads="1"/>
            </p:cNvSpPr>
            <p:nvPr/>
          </p:nvSpPr>
          <p:spPr bwMode="auto">
            <a:xfrm>
              <a:off x="4656058" y="3506641"/>
              <a:ext cx="6267" cy="62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8" name="Rectangle 107"/>
            <p:cNvSpPr>
              <a:spLocks noChangeArrowheads="1"/>
            </p:cNvSpPr>
            <p:nvPr/>
          </p:nvSpPr>
          <p:spPr bwMode="auto">
            <a:xfrm>
              <a:off x="5085362" y="3487840"/>
              <a:ext cx="18802" cy="250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sp>
          <p:nvSpPr>
            <p:cNvPr id="109" name="Rectangle 108"/>
            <p:cNvSpPr>
              <a:spLocks noChangeArrowheads="1"/>
            </p:cNvSpPr>
            <p:nvPr/>
          </p:nvSpPr>
          <p:spPr bwMode="auto">
            <a:xfrm>
              <a:off x="5066560" y="3494107"/>
              <a:ext cx="6267" cy="125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4004"/>
              <a:endParaRPr lang="en-US" sz="1764">
                <a:solidFill>
                  <a:srgbClr val="FFFFFF"/>
                </a:solidFill>
              </a:endParaRPr>
            </a:p>
          </p:txBody>
        </p:sp>
        <p:pic>
          <p:nvPicPr>
            <p:cNvPr id="110" name="Picture 109"/>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663119" y="3572286"/>
              <a:ext cx="558496" cy="814895"/>
            </a:xfrm>
            <a:prstGeom prst="rect">
              <a:avLst/>
            </a:prstGeom>
          </p:spPr>
        </p:pic>
      </p:grpSp>
    </p:spTree>
    <p:extLst>
      <p:ext uri="{BB962C8B-B14F-4D97-AF65-F5344CB8AC3E}">
        <p14:creationId xmlns:p14="http://schemas.microsoft.com/office/powerpoint/2010/main" val="2130833548"/>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bwMode="auto">
          <a:xfrm>
            <a:off x="271583" y="3975061"/>
            <a:ext cx="11441043" cy="2424032"/>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p:nvSpPr>
        <p:spPr bwMode="auto">
          <a:xfrm>
            <a:off x="271583" y="1886292"/>
            <a:ext cx="11441043" cy="1990742"/>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hidden="1"/>
          <p:cNvSpPr/>
          <p:nvPr/>
        </p:nvSpPr>
        <p:spPr bwMode="auto">
          <a:xfrm>
            <a:off x="7354" y="1336403"/>
            <a:ext cx="6171031" cy="551835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089" tIns="143273" rIns="179089" bIns="143273" numCol="1" spcCol="0" rtlCol="0" fromWordArt="0" anchor="t" anchorCtr="0" forceAA="0" compatLnSpc="1">
            <a:prstTxWarp prst="textNoShape">
              <a:avLst/>
            </a:prstTxWarp>
            <a:noAutofit/>
          </a:bodyPr>
          <a:lstStyle/>
          <a:p>
            <a:pPr algn="ctr" defTabSz="913110" fontAlgn="base">
              <a:lnSpc>
                <a:spcPct val="90000"/>
              </a:lnSpc>
              <a:spcBef>
                <a:spcPct val="0"/>
              </a:spcBef>
              <a:spcAft>
                <a:spcPct val="0"/>
              </a:spcAft>
            </a:pPr>
            <a:endParaRPr lang="en-US" sz="235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p:cNvGrpSpPr/>
          <p:nvPr/>
        </p:nvGrpSpPr>
        <p:grpSpPr>
          <a:xfrm>
            <a:off x="-176449" y="-135550"/>
            <a:ext cx="7800349" cy="1953424"/>
            <a:chOff x="477350" y="330556"/>
            <a:chExt cx="7959963" cy="1993396"/>
          </a:xfrm>
        </p:grpSpPr>
        <p:pic>
          <p:nvPicPr>
            <p:cNvPr id="14" name="Picture 1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7350" y="330556"/>
              <a:ext cx="5758172" cy="1993396"/>
            </a:xfrm>
            <a:prstGeom prst="rect">
              <a:avLst/>
            </a:prstGeom>
          </p:spPr>
        </p:pic>
        <p:sp>
          <p:nvSpPr>
            <p:cNvPr id="15" name="TextBox 14"/>
            <p:cNvSpPr txBox="1"/>
            <p:nvPr/>
          </p:nvSpPr>
          <p:spPr>
            <a:xfrm>
              <a:off x="2159092" y="1810873"/>
              <a:ext cx="6278221" cy="430936"/>
            </a:xfrm>
            <a:prstGeom prst="rect">
              <a:avLst/>
            </a:prstGeom>
            <a:noFill/>
          </p:spPr>
          <p:txBody>
            <a:bodyPr wrap="square" lIns="0" tIns="0" rIns="0" bIns="0" rtlCol="0">
              <a:spAutoFit/>
            </a:bodyPr>
            <a:lstStyle/>
            <a:p>
              <a:pPr defTabSz="914004"/>
              <a:r>
                <a:rPr lang="en-US" sz="2744" dirty="0">
                  <a:solidFill>
                    <a:srgbClr val="FFFFFF"/>
                  </a:solidFill>
                  <a:latin typeface="Segoe UI Light"/>
                </a:rPr>
                <a:t>Developer Patterns &amp; Practices</a:t>
              </a:r>
            </a:p>
          </p:txBody>
        </p:sp>
      </p:grpSp>
      <p:sp>
        <p:nvSpPr>
          <p:cNvPr id="7" name="Rectangle 6"/>
          <p:cNvSpPr/>
          <p:nvPr/>
        </p:nvSpPr>
        <p:spPr bwMode="auto">
          <a:xfrm>
            <a:off x="7353" y="-1019397"/>
            <a:ext cx="7616546" cy="780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defTabSz="913741" fontAlgn="base">
              <a:lnSpc>
                <a:spcPct val="90000"/>
              </a:lnSpc>
              <a:spcBef>
                <a:spcPct val="0"/>
              </a:spcBef>
              <a:spcAft>
                <a:spcPct val="0"/>
              </a:spcAft>
            </a:pPr>
            <a:r>
              <a:rPr lang="en-US" sz="1764" dirty="0">
                <a:solidFill>
                  <a:srgbClr val="FFFFFF"/>
                </a:solidFill>
              </a:rPr>
              <a:t>Make look cool</a:t>
            </a:r>
            <a:endParaRPr lang="en-US" sz="1764" dirty="0">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p:cNvSpPr/>
          <p:nvPr/>
        </p:nvSpPr>
        <p:spPr>
          <a:xfrm>
            <a:off x="1556393" y="2020808"/>
            <a:ext cx="7332031" cy="1507378"/>
          </a:xfrm>
          <a:prstGeom prst="rect">
            <a:avLst/>
          </a:prstGeom>
          <a:noFill/>
        </p:spPr>
        <p:txBody>
          <a:bodyPr wrap="square">
            <a:spAutoFit/>
          </a:bodyPr>
          <a:lstStyle/>
          <a:p>
            <a:pPr defTabSz="914004">
              <a:lnSpc>
                <a:spcPct val="90000"/>
              </a:lnSpc>
              <a:spcBef>
                <a:spcPts val="588"/>
              </a:spcBef>
              <a:spcAft>
                <a:spcPts val="1764"/>
              </a:spcAft>
              <a:buClr>
                <a:srgbClr val="FFFFFF"/>
              </a:buClr>
              <a:buSzPct val="100000"/>
            </a:pPr>
            <a:r>
              <a:rPr lang="en-US" sz="3135" b="1" dirty="0">
                <a:gradFill>
                  <a:gsLst>
                    <a:gs pos="34513">
                      <a:srgbClr val="FFFFFF"/>
                    </a:gs>
                    <a:gs pos="55000">
                      <a:srgbClr val="FFFFFF"/>
                    </a:gs>
                  </a:gsLst>
                  <a:lin ang="5400000" scaled="0"/>
                </a:gradFill>
              </a:rPr>
              <a:t>Transform your code</a:t>
            </a:r>
          </a:p>
          <a:p>
            <a:pPr defTabSz="914004">
              <a:lnSpc>
                <a:spcPct val="90000"/>
              </a:lnSpc>
              <a:spcBef>
                <a:spcPts val="588"/>
              </a:spcBef>
              <a:spcAft>
                <a:spcPts val="2940"/>
              </a:spcAft>
              <a:buClr>
                <a:srgbClr val="FFFFFF"/>
              </a:buClr>
              <a:buSzPct val="100000"/>
            </a:pPr>
            <a:r>
              <a:rPr lang="en-US" sz="2352" dirty="0">
                <a:gradFill>
                  <a:gsLst>
                    <a:gs pos="1250">
                      <a:srgbClr val="FFFFFF"/>
                    </a:gs>
                    <a:gs pos="100000">
                      <a:srgbClr val="FFFFFF"/>
                    </a:gs>
                  </a:gsLst>
                  <a:lin ang="5400000" scaled="0"/>
                </a:gradFill>
                <a:latin typeface="Segoe UI Light"/>
              </a:rPr>
              <a:t>Providing App Model Patterns for common SharePoint </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Full Trust Code and Office Add-in scenarios</a:t>
            </a:r>
          </a:p>
        </p:txBody>
      </p:sp>
      <p:sp>
        <p:nvSpPr>
          <p:cNvPr id="20" name="Rectangle 19"/>
          <p:cNvSpPr/>
          <p:nvPr/>
        </p:nvSpPr>
        <p:spPr>
          <a:xfrm>
            <a:off x="1367072" y="4097118"/>
            <a:ext cx="10500208" cy="2504049"/>
          </a:xfrm>
          <a:prstGeom prst="rect">
            <a:avLst/>
          </a:prstGeom>
          <a:noFill/>
        </p:spPr>
        <p:txBody>
          <a:bodyPr wrap="square">
            <a:spAutoFit/>
          </a:bodyPr>
          <a:lstStyle/>
          <a:p>
            <a:pPr defTabSz="914004">
              <a:lnSpc>
                <a:spcPct val="90000"/>
              </a:lnSpc>
              <a:spcBef>
                <a:spcPts val="588"/>
              </a:spcBef>
              <a:spcAft>
                <a:spcPts val="1764"/>
              </a:spcAft>
              <a:buClr>
                <a:srgbClr val="FFFFFF"/>
              </a:buClr>
              <a:buSzPct val="100000"/>
            </a:pPr>
            <a:r>
              <a:rPr lang="en-US" sz="3135" b="1" dirty="0">
                <a:gradFill>
                  <a:gsLst>
                    <a:gs pos="34513">
                      <a:srgbClr val="FFFFFF"/>
                    </a:gs>
                    <a:gs pos="55000">
                      <a:srgbClr val="FFFFFF"/>
                    </a:gs>
                  </a:gsLst>
                  <a:lin ang="5400000" scaled="0"/>
                </a:gradFill>
              </a:rPr>
              <a:t>60+ Visual Studio projects</a:t>
            </a:r>
          </a:p>
          <a:p>
            <a:pPr defTabSz="914004">
              <a:lnSpc>
                <a:spcPct val="90000"/>
              </a:lnSpc>
              <a:spcBef>
                <a:spcPts val="588"/>
              </a:spcBef>
              <a:spcAft>
                <a:spcPts val="2940"/>
              </a:spcAft>
              <a:buClr>
                <a:srgbClr val="FFFFFF"/>
              </a:buClr>
              <a:buSzPct val="100000"/>
            </a:pPr>
            <a:r>
              <a:rPr lang="en-US" sz="2352" dirty="0">
                <a:gradFill>
                  <a:gsLst>
                    <a:gs pos="1250">
                      <a:srgbClr val="FFFFFF"/>
                    </a:gs>
                    <a:gs pos="100000">
                      <a:srgbClr val="FFFFFF"/>
                    </a:gs>
                  </a:gsLst>
                  <a:lin ang="5400000" scaled="0"/>
                </a:gradFill>
                <a:latin typeface="Segoe UI Light"/>
              </a:rPr>
              <a:t>Common scenarios</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Branding</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Site provisioning</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Remote event receivers </a:t>
            </a:r>
            <a:br>
              <a:rPr lang="en-US" sz="2352" dirty="0">
                <a:gradFill>
                  <a:gsLst>
                    <a:gs pos="1250">
                      <a:srgbClr val="FFFFFF"/>
                    </a:gs>
                    <a:gs pos="100000">
                      <a:srgbClr val="FFFFFF"/>
                    </a:gs>
                  </a:gsLst>
                  <a:lin ang="5400000" scaled="0"/>
                </a:gradFill>
                <a:latin typeface="Segoe UI Light"/>
              </a:rPr>
            </a:br>
            <a:endParaRPr lang="en-US" sz="2352" dirty="0">
              <a:gradFill>
                <a:gsLst>
                  <a:gs pos="1250">
                    <a:srgbClr val="FFFFFF"/>
                  </a:gs>
                  <a:gs pos="100000">
                    <a:srgbClr val="FFFFFF"/>
                  </a:gs>
                </a:gsLst>
                <a:lin ang="5400000" scaled="0"/>
              </a:gradFill>
              <a:latin typeface="Segoe UI Light"/>
            </a:endParaRPr>
          </a:p>
        </p:txBody>
      </p:sp>
      <p:sp>
        <p:nvSpPr>
          <p:cNvPr id="5" name="Rectangle 4"/>
          <p:cNvSpPr/>
          <p:nvPr/>
        </p:nvSpPr>
        <p:spPr>
          <a:xfrm>
            <a:off x="5704834" y="4865728"/>
            <a:ext cx="6091993" cy="1088989"/>
          </a:xfrm>
          <a:prstGeom prst="rect">
            <a:avLst/>
          </a:prstGeom>
        </p:spPr>
        <p:txBody>
          <a:bodyPr>
            <a:spAutoFit/>
          </a:bodyPr>
          <a:lstStyle/>
          <a:p>
            <a:pPr defTabSz="914004">
              <a:lnSpc>
                <a:spcPct val="90000"/>
              </a:lnSpc>
              <a:spcBef>
                <a:spcPts val="588"/>
              </a:spcBef>
              <a:spcAft>
                <a:spcPts val="2940"/>
              </a:spcAft>
              <a:buClr>
                <a:srgbClr val="FFFFFF"/>
              </a:buClr>
              <a:buSzPct val="100000"/>
            </a:pPr>
            <a:r>
              <a:rPr lang="en-US" sz="2352" dirty="0">
                <a:gradFill>
                  <a:gsLst>
                    <a:gs pos="1250">
                      <a:srgbClr val="FFFFFF"/>
                    </a:gs>
                    <a:gs pos="100000">
                      <a:srgbClr val="FFFFFF"/>
                    </a:gs>
                  </a:gsLst>
                  <a:lin ang="5400000" scaled="0"/>
                </a:gradFill>
                <a:latin typeface="Segoe UI Light"/>
              </a:rPr>
              <a:t>Large file support</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Taxonomy driven navigation</a:t>
            </a:r>
            <a:br>
              <a:rPr lang="en-US" sz="2352" dirty="0">
                <a:gradFill>
                  <a:gsLst>
                    <a:gs pos="1250">
                      <a:srgbClr val="FFFFFF"/>
                    </a:gs>
                    <a:gs pos="100000">
                      <a:srgbClr val="FFFFFF"/>
                    </a:gs>
                  </a:gsLst>
                  <a:lin ang="5400000" scaled="0"/>
                </a:gradFill>
                <a:latin typeface="Segoe UI Light"/>
              </a:rPr>
            </a:br>
            <a:r>
              <a:rPr lang="en-US" sz="2352" dirty="0">
                <a:gradFill>
                  <a:gsLst>
                    <a:gs pos="1250">
                      <a:srgbClr val="FFFFFF"/>
                    </a:gs>
                    <a:gs pos="100000">
                      <a:srgbClr val="FFFFFF"/>
                    </a:gs>
                  </a:gsLst>
                  <a:lin ang="5400000" scaled="0"/>
                </a:gradFill>
                <a:latin typeface="Segoe UI Light"/>
              </a:rPr>
              <a:t>And much more… </a:t>
            </a:r>
            <a:r>
              <a:rPr lang="en-US" sz="2352" dirty="0">
                <a:gradFill>
                  <a:gsLst>
                    <a:gs pos="1250">
                      <a:srgbClr val="FFFFFF"/>
                    </a:gs>
                    <a:gs pos="100000">
                      <a:srgbClr val="FFFFFF"/>
                    </a:gs>
                  </a:gsLst>
                  <a:lin ang="5400000" scaled="0"/>
                </a:gradFill>
                <a:latin typeface="Segoe UI Light"/>
                <a:hlinkClick r:id="rId3" action="ppaction://hlinkfile"/>
              </a:rPr>
              <a:t>aka.ms/</a:t>
            </a:r>
            <a:r>
              <a:rPr lang="en-US" sz="2352" dirty="0" err="1">
                <a:gradFill>
                  <a:gsLst>
                    <a:gs pos="1250">
                      <a:srgbClr val="FFFFFF"/>
                    </a:gs>
                    <a:gs pos="100000">
                      <a:srgbClr val="FFFFFF"/>
                    </a:gs>
                  </a:gsLst>
                  <a:lin ang="5400000" scaled="0"/>
                </a:gradFill>
                <a:latin typeface="Segoe UI Light"/>
                <a:hlinkClick r:id="rId3" action="ppaction://hlinkfile"/>
              </a:rPr>
              <a:t>OfficeDevPnP</a:t>
            </a:r>
            <a:endParaRPr lang="en-US" sz="2352" dirty="0">
              <a:gradFill>
                <a:gsLst>
                  <a:gs pos="1250">
                    <a:srgbClr val="FFFFFF"/>
                  </a:gs>
                  <a:gs pos="100000">
                    <a:srgbClr val="FFFFFF"/>
                  </a:gs>
                </a:gsLst>
                <a:lin ang="5400000" scaled="0"/>
              </a:gradFill>
              <a:latin typeface="Segoe UI Light"/>
            </a:endParaRPr>
          </a:p>
        </p:txBody>
      </p:sp>
      <p:grpSp>
        <p:nvGrpSpPr>
          <p:cNvPr id="32" name="Group 701"/>
          <p:cNvGrpSpPr>
            <a:grpSpLocks noChangeAspect="1"/>
          </p:cNvGrpSpPr>
          <p:nvPr/>
        </p:nvGrpSpPr>
        <p:grpSpPr bwMode="auto">
          <a:xfrm>
            <a:off x="394669" y="4161266"/>
            <a:ext cx="918512" cy="831916"/>
            <a:chOff x="10488" y="-2313"/>
            <a:chExt cx="944" cy="855"/>
          </a:xfrm>
          <a:solidFill>
            <a:schemeClr val="tx1">
              <a:lumMod val="50000"/>
              <a:lumOff val="50000"/>
            </a:schemeClr>
          </a:solidFill>
        </p:grpSpPr>
        <p:sp>
          <p:nvSpPr>
            <p:cNvPr id="33" name="Freeform 702"/>
            <p:cNvSpPr>
              <a:spLocks/>
            </p:cNvSpPr>
            <p:nvPr/>
          </p:nvSpPr>
          <p:spPr bwMode="auto">
            <a:xfrm>
              <a:off x="10488" y="-2313"/>
              <a:ext cx="779" cy="586"/>
            </a:xfrm>
            <a:custGeom>
              <a:avLst/>
              <a:gdLst>
                <a:gd name="T0" fmla="*/ 35 w 330"/>
                <a:gd name="T1" fmla="*/ 73 h 248"/>
                <a:gd name="T2" fmla="*/ 35 w 330"/>
                <a:gd name="T3" fmla="*/ 248 h 248"/>
                <a:gd name="T4" fmla="*/ 9 w 330"/>
                <a:gd name="T5" fmla="*/ 248 h 248"/>
                <a:gd name="T6" fmla="*/ 0 w 330"/>
                <a:gd name="T7" fmla="*/ 239 h 248"/>
                <a:gd name="T8" fmla="*/ 0 w 330"/>
                <a:gd name="T9" fmla="*/ 13 h 248"/>
                <a:gd name="T10" fmla="*/ 13 w 330"/>
                <a:gd name="T11" fmla="*/ 0 h 248"/>
                <a:gd name="T12" fmla="*/ 129 w 330"/>
                <a:gd name="T13" fmla="*/ 0 h 248"/>
                <a:gd name="T14" fmla="*/ 142 w 330"/>
                <a:gd name="T15" fmla="*/ 13 h 248"/>
                <a:gd name="T16" fmla="*/ 142 w 330"/>
                <a:gd name="T17" fmla="*/ 27 h 248"/>
                <a:gd name="T18" fmla="*/ 321 w 330"/>
                <a:gd name="T19" fmla="*/ 27 h 248"/>
                <a:gd name="T20" fmla="*/ 330 w 330"/>
                <a:gd name="T21" fmla="*/ 36 h 248"/>
                <a:gd name="T22" fmla="*/ 330 w 330"/>
                <a:gd name="T23" fmla="*/ 86 h 248"/>
                <a:gd name="T24" fmla="*/ 177 w 330"/>
                <a:gd name="T25" fmla="*/ 86 h 248"/>
                <a:gd name="T26" fmla="*/ 177 w 330"/>
                <a:gd name="T27" fmla="*/ 73 h 248"/>
                <a:gd name="T28" fmla="*/ 164 w 330"/>
                <a:gd name="T29" fmla="*/ 59 h 248"/>
                <a:gd name="T30" fmla="*/ 49 w 330"/>
                <a:gd name="T31" fmla="*/ 59 h 248"/>
                <a:gd name="T32" fmla="*/ 35 w 330"/>
                <a:gd name="T33" fmla="*/ 7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30" h="248">
                  <a:moveTo>
                    <a:pt x="35" y="73"/>
                  </a:moveTo>
                  <a:cubicBezTo>
                    <a:pt x="35" y="248"/>
                    <a:pt x="35" y="248"/>
                    <a:pt x="35" y="248"/>
                  </a:cubicBezTo>
                  <a:cubicBezTo>
                    <a:pt x="9" y="248"/>
                    <a:pt x="9" y="248"/>
                    <a:pt x="9" y="248"/>
                  </a:cubicBezTo>
                  <a:cubicBezTo>
                    <a:pt x="4" y="248"/>
                    <a:pt x="0" y="244"/>
                    <a:pt x="0" y="239"/>
                  </a:cubicBezTo>
                  <a:cubicBezTo>
                    <a:pt x="0" y="13"/>
                    <a:pt x="0" y="13"/>
                    <a:pt x="0" y="13"/>
                  </a:cubicBezTo>
                  <a:cubicBezTo>
                    <a:pt x="0" y="6"/>
                    <a:pt x="6" y="0"/>
                    <a:pt x="13" y="0"/>
                  </a:cubicBezTo>
                  <a:cubicBezTo>
                    <a:pt x="129" y="0"/>
                    <a:pt x="129" y="0"/>
                    <a:pt x="129" y="0"/>
                  </a:cubicBezTo>
                  <a:cubicBezTo>
                    <a:pt x="137" y="0"/>
                    <a:pt x="142" y="6"/>
                    <a:pt x="142" y="13"/>
                  </a:cubicBezTo>
                  <a:cubicBezTo>
                    <a:pt x="142" y="27"/>
                    <a:pt x="142" y="27"/>
                    <a:pt x="142" y="27"/>
                  </a:cubicBezTo>
                  <a:cubicBezTo>
                    <a:pt x="321" y="27"/>
                    <a:pt x="321" y="27"/>
                    <a:pt x="321" y="27"/>
                  </a:cubicBezTo>
                  <a:cubicBezTo>
                    <a:pt x="326" y="27"/>
                    <a:pt x="330" y="31"/>
                    <a:pt x="330" y="36"/>
                  </a:cubicBezTo>
                  <a:cubicBezTo>
                    <a:pt x="330" y="86"/>
                    <a:pt x="330" y="86"/>
                    <a:pt x="330" y="86"/>
                  </a:cubicBezTo>
                  <a:cubicBezTo>
                    <a:pt x="177" y="86"/>
                    <a:pt x="177" y="86"/>
                    <a:pt x="177" y="86"/>
                  </a:cubicBezTo>
                  <a:cubicBezTo>
                    <a:pt x="177" y="73"/>
                    <a:pt x="177" y="73"/>
                    <a:pt x="177" y="73"/>
                  </a:cubicBezTo>
                  <a:cubicBezTo>
                    <a:pt x="177" y="65"/>
                    <a:pt x="172" y="59"/>
                    <a:pt x="164" y="59"/>
                  </a:cubicBezTo>
                  <a:cubicBezTo>
                    <a:pt x="49" y="59"/>
                    <a:pt x="49" y="59"/>
                    <a:pt x="49" y="59"/>
                  </a:cubicBezTo>
                  <a:cubicBezTo>
                    <a:pt x="41" y="59"/>
                    <a:pt x="35" y="65"/>
                    <a:pt x="35"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algn="just" defTabSz="914188"/>
              <a:endParaRPr lang="en-US" sz="1666">
                <a:solidFill>
                  <a:srgbClr val="FFFFFF"/>
                </a:solidFill>
              </a:endParaRPr>
            </a:p>
          </p:txBody>
        </p:sp>
        <p:sp>
          <p:nvSpPr>
            <p:cNvPr id="34" name="Freeform 703"/>
            <p:cNvSpPr>
              <a:spLocks/>
            </p:cNvSpPr>
            <p:nvPr/>
          </p:nvSpPr>
          <p:spPr bwMode="auto">
            <a:xfrm>
              <a:off x="10653" y="-2044"/>
              <a:ext cx="779" cy="586"/>
            </a:xfrm>
            <a:custGeom>
              <a:avLst/>
              <a:gdLst>
                <a:gd name="T0" fmla="*/ 321 w 330"/>
                <a:gd name="T1" fmla="*/ 27 h 248"/>
                <a:gd name="T2" fmla="*/ 143 w 330"/>
                <a:gd name="T3" fmla="*/ 27 h 248"/>
                <a:gd name="T4" fmla="*/ 143 w 330"/>
                <a:gd name="T5" fmla="*/ 14 h 248"/>
                <a:gd name="T6" fmla="*/ 129 w 330"/>
                <a:gd name="T7" fmla="*/ 0 h 248"/>
                <a:gd name="T8" fmla="*/ 14 w 330"/>
                <a:gd name="T9" fmla="*/ 0 h 248"/>
                <a:gd name="T10" fmla="*/ 0 w 330"/>
                <a:gd name="T11" fmla="*/ 14 h 248"/>
                <a:gd name="T12" fmla="*/ 0 w 330"/>
                <a:gd name="T13" fmla="*/ 239 h 248"/>
                <a:gd name="T14" fmla="*/ 9 w 330"/>
                <a:gd name="T15" fmla="*/ 248 h 248"/>
                <a:gd name="T16" fmla="*/ 35 w 330"/>
                <a:gd name="T17" fmla="*/ 248 h 248"/>
                <a:gd name="T18" fmla="*/ 321 w 330"/>
                <a:gd name="T19" fmla="*/ 248 h 248"/>
                <a:gd name="T20" fmla="*/ 330 w 330"/>
                <a:gd name="T21" fmla="*/ 239 h 248"/>
                <a:gd name="T22" fmla="*/ 330 w 330"/>
                <a:gd name="T23" fmla="*/ 36 h 248"/>
                <a:gd name="T24" fmla="*/ 321 w 330"/>
                <a:gd name="T25" fmla="*/ 2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248">
                  <a:moveTo>
                    <a:pt x="321" y="27"/>
                  </a:moveTo>
                  <a:cubicBezTo>
                    <a:pt x="143" y="27"/>
                    <a:pt x="143" y="27"/>
                    <a:pt x="143" y="27"/>
                  </a:cubicBezTo>
                  <a:cubicBezTo>
                    <a:pt x="143" y="14"/>
                    <a:pt x="143" y="14"/>
                    <a:pt x="143" y="14"/>
                  </a:cubicBezTo>
                  <a:cubicBezTo>
                    <a:pt x="143" y="6"/>
                    <a:pt x="137" y="0"/>
                    <a:pt x="129" y="0"/>
                  </a:cubicBezTo>
                  <a:cubicBezTo>
                    <a:pt x="14" y="0"/>
                    <a:pt x="14" y="0"/>
                    <a:pt x="14" y="0"/>
                  </a:cubicBezTo>
                  <a:cubicBezTo>
                    <a:pt x="6" y="0"/>
                    <a:pt x="0" y="7"/>
                    <a:pt x="0" y="14"/>
                  </a:cubicBezTo>
                  <a:cubicBezTo>
                    <a:pt x="0" y="239"/>
                    <a:pt x="0" y="239"/>
                    <a:pt x="0" y="239"/>
                  </a:cubicBezTo>
                  <a:cubicBezTo>
                    <a:pt x="0" y="244"/>
                    <a:pt x="4" y="248"/>
                    <a:pt x="9" y="248"/>
                  </a:cubicBezTo>
                  <a:cubicBezTo>
                    <a:pt x="35" y="248"/>
                    <a:pt x="35" y="248"/>
                    <a:pt x="35" y="248"/>
                  </a:cubicBezTo>
                  <a:cubicBezTo>
                    <a:pt x="321" y="248"/>
                    <a:pt x="321" y="248"/>
                    <a:pt x="321" y="248"/>
                  </a:cubicBezTo>
                  <a:cubicBezTo>
                    <a:pt x="326" y="248"/>
                    <a:pt x="330" y="244"/>
                    <a:pt x="330" y="239"/>
                  </a:cubicBezTo>
                  <a:cubicBezTo>
                    <a:pt x="330" y="36"/>
                    <a:pt x="330" y="36"/>
                    <a:pt x="330" y="36"/>
                  </a:cubicBezTo>
                  <a:cubicBezTo>
                    <a:pt x="330" y="31"/>
                    <a:pt x="326" y="27"/>
                    <a:pt x="321" y="27"/>
                  </a:cubicBezTo>
                  <a:close/>
                </a:path>
              </a:pathLst>
            </a:cu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algn="just" defTabSz="914188"/>
              <a:endParaRPr lang="en-US" sz="1666">
                <a:solidFill>
                  <a:srgbClr val="FFFFFF"/>
                </a:solidFill>
              </a:endParaRPr>
            </a:p>
          </p:txBody>
        </p:sp>
      </p:grpSp>
      <p:grpSp>
        <p:nvGrpSpPr>
          <p:cNvPr id="36" name="Group 35"/>
          <p:cNvGrpSpPr/>
          <p:nvPr/>
        </p:nvGrpSpPr>
        <p:grpSpPr bwMode="black">
          <a:xfrm>
            <a:off x="387421" y="2195429"/>
            <a:ext cx="961127" cy="781920"/>
            <a:chOff x="5184775" y="225425"/>
            <a:chExt cx="1500188" cy="1220788"/>
          </a:xfrm>
          <a:solidFill>
            <a:schemeClr val="bg1">
              <a:lumMod val="50000"/>
            </a:schemeClr>
          </a:solidFill>
        </p:grpSpPr>
        <p:sp>
          <p:nvSpPr>
            <p:cNvPr id="37" name="Freeform 86"/>
            <p:cNvSpPr>
              <a:spLocks noEditPoints="1"/>
            </p:cNvSpPr>
            <p:nvPr/>
          </p:nvSpPr>
          <p:spPr bwMode="black">
            <a:xfrm>
              <a:off x="5184775" y="344488"/>
              <a:ext cx="1095375" cy="1101725"/>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pPr algn="ctr" defTabSz="914188"/>
              <a:endParaRPr lang="en-US" sz="1567">
                <a:gradFill>
                  <a:gsLst>
                    <a:gs pos="0">
                      <a:srgbClr val="FFFFFF"/>
                    </a:gs>
                    <a:gs pos="100000">
                      <a:srgbClr val="FFFFFF"/>
                    </a:gs>
                  </a:gsLst>
                  <a:lin ang="5400000" scaled="0"/>
                </a:gradFill>
              </a:endParaRPr>
            </a:p>
          </p:txBody>
        </p:sp>
        <p:sp>
          <p:nvSpPr>
            <p:cNvPr id="38" name="Oval 87"/>
            <p:cNvSpPr>
              <a:spLocks noChangeArrowheads="1"/>
            </p:cNvSpPr>
            <p:nvPr/>
          </p:nvSpPr>
          <p:spPr bwMode="black">
            <a:xfrm>
              <a:off x="5630863" y="812800"/>
              <a:ext cx="203200" cy="20320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pPr algn="ctr" defTabSz="914188"/>
              <a:endParaRPr lang="en-US" sz="1567">
                <a:gradFill>
                  <a:gsLst>
                    <a:gs pos="0">
                      <a:srgbClr val="FFFFFF"/>
                    </a:gs>
                    <a:gs pos="100000">
                      <a:srgbClr val="FFFFFF"/>
                    </a:gs>
                  </a:gsLst>
                  <a:lin ang="5400000" scaled="0"/>
                </a:gradFill>
              </a:endParaRPr>
            </a:p>
          </p:txBody>
        </p:sp>
        <p:sp>
          <p:nvSpPr>
            <p:cNvPr id="39" name="Freeform 88"/>
            <p:cNvSpPr>
              <a:spLocks noEditPoints="1"/>
            </p:cNvSpPr>
            <p:nvPr/>
          </p:nvSpPr>
          <p:spPr bwMode="black">
            <a:xfrm>
              <a:off x="6129338" y="225425"/>
              <a:ext cx="555625" cy="598488"/>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solidFill>
              <a:srgbClr val="00B29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pPr algn="ctr" defTabSz="914188"/>
              <a:endParaRPr lang="en-US" sz="1567">
                <a:gradFill>
                  <a:gsLst>
                    <a:gs pos="0">
                      <a:srgbClr val="FFFFFF"/>
                    </a:gs>
                    <a:gs pos="100000">
                      <a:srgbClr val="FFFFFF"/>
                    </a:gs>
                  </a:gsLst>
                  <a:lin ang="5400000" scaled="0"/>
                </a:gradFill>
              </a:endParaRPr>
            </a:p>
          </p:txBody>
        </p:sp>
        <p:sp>
          <p:nvSpPr>
            <p:cNvPr id="40" name="Oval 87"/>
            <p:cNvSpPr>
              <a:spLocks noChangeArrowheads="1"/>
            </p:cNvSpPr>
            <p:nvPr/>
          </p:nvSpPr>
          <p:spPr bwMode="black">
            <a:xfrm>
              <a:off x="6374687" y="487981"/>
              <a:ext cx="69870" cy="6987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pPr algn="ctr" defTabSz="914188"/>
              <a:endParaRPr lang="en-US" sz="1567">
                <a:gradFill>
                  <a:gsLst>
                    <a:gs pos="0">
                      <a:srgbClr val="FFFFFF"/>
                    </a:gs>
                    <a:gs pos="100000">
                      <a:srgbClr val="FFFFFF"/>
                    </a:gs>
                  </a:gsLst>
                  <a:lin ang="5400000" scaled="0"/>
                </a:gradFill>
              </a:endParaRPr>
            </a:p>
          </p:txBody>
        </p:sp>
      </p:grpSp>
      <p:sp>
        <p:nvSpPr>
          <p:cNvPr id="8" name="Rectangle 7"/>
          <p:cNvSpPr/>
          <p:nvPr/>
        </p:nvSpPr>
        <p:spPr bwMode="auto">
          <a:xfrm>
            <a:off x="2454" y="1737330"/>
            <a:ext cx="269130" cy="4961438"/>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66799990"/>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 presetClass="entr" presetSubtype="8" decel="10000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0-#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2" presetID="2" presetClass="entr" presetSubtype="8" decel="100000" fill="hold" grpId="0" nodeType="withEffect">
                                  <p:stCondLst>
                                    <p:cond delay="350"/>
                                  </p:stCondLst>
                                  <p:childTnLst>
                                    <p:set>
                                      <p:cBhvr>
                                        <p:cTn id="13" dur="1" fill="hold">
                                          <p:stCondLst>
                                            <p:cond delay="0"/>
                                          </p:stCondLst>
                                        </p:cTn>
                                        <p:tgtEl>
                                          <p:spTgt spid="42"/>
                                        </p:tgtEl>
                                        <p:attrNameLst>
                                          <p:attrName>style.visibility</p:attrName>
                                        </p:attrNameLst>
                                      </p:cBhvr>
                                      <p:to>
                                        <p:strVal val="visible"/>
                                      </p:to>
                                    </p:set>
                                    <p:anim calcmode="lin" valueType="num">
                                      <p:cBhvr additive="base">
                                        <p:cTn id="14" dur="500" fill="hold"/>
                                        <p:tgtEl>
                                          <p:spTgt spid="42"/>
                                        </p:tgtEl>
                                        <p:attrNameLst>
                                          <p:attrName>ppt_x</p:attrName>
                                        </p:attrNameLst>
                                      </p:cBhvr>
                                      <p:tavLst>
                                        <p:tav tm="0">
                                          <p:val>
                                            <p:strVal val="0-#ppt_w/2"/>
                                          </p:val>
                                        </p:tav>
                                        <p:tav tm="100000">
                                          <p:val>
                                            <p:strVal val="#ppt_x"/>
                                          </p:val>
                                        </p:tav>
                                      </p:tavLst>
                                    </p:anim>
                                    <p:anim calcmode="lin" valueType="num">
                                      <p:cBhvr additive="base">
                                        <p:cTn id="15" dur="500" fill="hold"/>
                                        <p:tgtEl>
                                          <p:spTgt spid="42"/>
                                        </p:tgtEl>
                                        <p:attrNameLst>
                                          <p:attrName>ppt_y</p:attrName>
                                        </p:attrNameLst>
                                      </p:cBhvr>
                                      <p:tavLst>
                                        <p:tav tm="0">
                                          <p:val>
                                            <p:strVal val="#ppt_y"/>
                                          </p:val>
                                        </p:tav>
                                        <p:tav tm="100000">
                                          <p:val>
                                            <p:strVal val="#ppt_y"/>
                                          </p:val>
                                        </p:tav>
                                      </p:tavLst>
                                    </p:anim>
                                  </p:childTnLst>
                                </p:cTn>
                              </p:par>
                              <p:par>
                                <p:cTn id="16" presetID="10" presetClass="entr" presetSubtype="0" fill="hold" nodeType="withEffect">
                                  <p:stCondLst>
                                    <p:cond delay="70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300"/>
                                        <p:tgtEl>
                                          <p:spTgt spid="36"/>
                                        </p:tgtEl>
                                      </p:cBhvr>
                                    </p:animEffect>
                                  </p:childTnLst>
                                </p:cTn>
                              </p:par>
                              <p:par>
                                <p:cTn id="19" presetID="63" presetClass="path" presetSubtype="0" decel="100000" fill="hold" nodeType="withEffect">
                                  <p:stCondLst>
                                    <p:cond delay="700"/>
                                  </p:stCondLst>
                                  <p:childTnLst>
                                    <p:animMotion origin="layout" path="M 3.5614E-6 -2.11984E-6 L 0.01506 -2.11984E-6 " pathEditMode="relative" rAng="0" ptsTypes="AA">
                                      <p:cBhvr>
                                        <p:cTn id="20" dur="500" spd="-100000" fill="hold"/>
                                        <p:tgtEl>
                                          <p:spTgt spid="36"/>
                                        </p:tgtEl>
                                        <p:attrNameLst>
                                          <p:attrName>ppt_x</p:attrName>
                                          <p:attrName>ppt_y</p:attrName>
                                        </p:attrNameLst>
                                      </p:cBhvr>
                                      <p:rCtr x="753" y="0"/>
                                    </p:animMotion>
                                  </p:childTnLst>
                                </p:cTn>
                              </p:par>
                              <p:par>
                                <p:cTn id="21" presetID="10" presetClass="entr" presetSubtype="0" fill="hold" grpId="0" nodeType="withEffect">
                                  <p:stCondLst>
                                    <p:cond delay="8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00"/>
                                        <p:tgtEl>
                                          <p:spTgt spid="19"/>
                                        </p:tgtEl>
                                      </p:cBhvr>
                                    </p:animEffect>
                                  </p:childTnLst>
                                </p:cTn>
                              </p:par>
                              <p:par>
                                <p:cTn id="24" presetID="63" presetClass="path" presetSubtype="0" decel="100000" fill="hold" grpId="1" nodeType="withEffect">
                                  <p:stCondLst>
                                    <p:cond delay="800"/>
                                  </p:stCondLst>
                                  <p:childTnLst>
                                    <p:animMotion origin="layout" path="M 3.5614E-6 -2.11984E-6 L 0.01506 -2.11984E-6 " pathEditMode="relative" rAng="0" ptsTypes="AA">
                                      <p:cBhvr>
                                        <p:cTn id="25" dur="500" spd="-100000" fill="hold"/>
                                        <p:tgtEl>
                                          <p:spTgt spid="19"/>
                                        </p:tgtEl>
                                        <p:attrNameLst>
                                          <p:attrName>ppt_x</p:attrName>
                                          <p:attrName>ppt_y</p:attrName>
                                        </p:attrNameLst>
                                      </p:cBhvr>
                                      <p:rCtr x="753" y="0"/>
                                    </p:animMotion>
                                  </p:childTnLst>
                                </p:cTn>
                              </p:par>
                              <p:par>
                                <p:cTn id="26" presetID="10" presetClass="entr" presetSubtype="0" fill="hold" nodeType="withEffect">
                                  <p:stCondLst>
                                    <p:cond delay="90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300"/>
                                        <p:tgtEl>
                                          <p:spTgt spid="32"/>
                                        </p:tgtEl>
                                      </p:cBhvr>
                                    </p:animEffect>
                                  </p:childTnLst>
                                </p:cTn>
                              </p:par>
                              <p:par>
                                <p:cTn id="29" presetID="63" presetClass="path" presetSubtype="0" decel="100000" fill="hold" nodeType="withEffect">
                                  <p:stCondLst>
                                    <p:cond delay="900"/>
                                  </p:stCondLst>
                                  <p:childTnLst>
                                    <p:animMotion origin="layout" path="M 3.5614E-6 -2.11984E-6 L 0.01506 -2.11984E-6 " pathEditMode="relative" rAng="0" ptsTypes="AA">
                                      <p:cBhvr>
                                        <p:cTn id="30" dur="500" spd="-100000" fill="hold"/>
                                        <p:tgtEl>
                                          <p:spTgt spid="32"/>
                                        </p:tgtEl>
                                        <p:attrNameLst>
                                          <p:attrName>ppt_x</p:attrName>
                                          <p:attrName>ppt_y</p:attrName>
                                        </p:attrNameLst>
                                      </p:cBhvr>
                                      <p:rCtr x="753" y="0"/>
                                    </p:animMotion>
                                  </p:childTnLst>
                                </p:cTn>
                              </p:par>
                              <p:par>
                                <p:cTn id="31" presetID="10" presetClass="entr" presetSubtype="0" fill="hold" grpId="0" nodeType="withEffect">
                                  <p:stCondLst>
                                    <p:cond delay="100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300"/>
                                        <p:tgtEl>
                                          <p:spTgt spid="20"/>
                                        </p:tgtEl>
                                      </p:cBhvr>
                                    </p:animEffect>
                                  </p:childTnLst>
                                </p:cTn>
                              </p:par>
                              <p:par>
                                <p:cTn id="34" presetID="63" presetClass="path" presetSubtype="0" decel="100000" fill="hold" grpId="1" nodeType="withEffect">
                                  <p:stCondLst>
                                    <p:cond delay="1000"/>
                                  </p:stCondLst>
                                  <p:childTnLst>
                                    <p:animMotion origin="layout" path="M 3.5614E-6 -2.11984E-6 L 0.01506 -2.11984E-6 " pathEditMode="relative" rAng="0" ptsTypes="AA">
                                      <p:cBhvr>
                                        <p:cTn id="35" dur="500" spd="-100000" fill="hold"/>
                                        <p:tgtEl>
                                          <p:spTgt spid="20"/>
                                        </p:tgtEl>
                                        <p:attrNameLst>
                                          <p:attrName>ppt_x</p:attrName>
                                          <p:attrName>ppt_y</p:attrName>
                                        </p:attrNameLst>
                                      </p:cBhvr>
                                      <p:rCtr x="753" y="0"/>
                                    </p:animMotion>
                                  </p:childTnLst>
                                </p:cTn>
                              </p:par>
                              <p:par>
                                <p:cTn id="36" presetID="10" presetClass="entr" presetSubtype="0" fill="hold" grpId="0" nodeType="withEffect">
                                  <p:stCondLst>
                                    <p:cond delay="100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300"/>
                                        <p:tgtEl>
                                          <p:spTgt spid="5"/>
                                        </p:tgtEl>
                                      </p:cBhvr>
                                    </p:animEffect>
                                  </p:childTnLst>
                                </p:cTn>
                              </p:par>
                              <p:par>
                                <p:cTn id="39" presetID="63" presetClass="path" presetSubtype="0" decel="100000" fill="hold" grpId="1" nodeType="withEffect">
                                  <p:stCondLst>
                                    <p:cond delay="1000"/>
                                  </p:stCondLst>
                                  <p:childTnLst>
                                    <p:animMotion origin="layout" path="M 3.5614E-6 -2.11984E-6 L 0.01506 -2.11984E-6 " pathEditMode="relative" rAng="0" ptsTypes="AA">
                                      <p:cBhvr>
                                        <p:cTn id="40" dur="500" spd="-100000" fill="hold"/>
                                        <p:tgtEl>
                                          <p:spTgt spid="5"/>
                                        </p:tgtEl>
                                        <p:attrNameLst>
                                          <p:attrName>ppt_x</p:attrName>
                                          <p:attrName>ppt_y</p:attrName>
                                        </p:attrNameLst>
                                      </p:cBhvr>
                                      <p:rCtr x="7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6" grpId="0" animBg="1"/>
      <p:bldP spid="19" grpId="0"/>
      <p:bldP spid="19" grpId="1"/>
      <p:bldP spid="20" grpId="0"/>
      <p:bldP spid="20" grpId="1"/>
      <p:bldP spid="5" grpId="0"/>
      <p:bldP spid="5"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5647970" y="1866"/>
            <a:ext cx="6541580" cy="6854270"/>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p:nvSpPr>
        <p:spPr bwMode="auto">
          <a:xfrm>
            <a:off x="2453" y="1866"/>
            <a:ext cx="5645517" cy="685427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descr="Screen Shot 2014-06-26 at 4.28.51 PM.pn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78545" y="471678"/>
            <a:ext cx="5662972" cy="6182222"/>
          </a:xfrm>
          <a:prstGeom prst="rect">
            <a:avLst/>
          </a:prstGeom>
          <a:ln>
            <a:noFill/>
          </a:ln>
        </p:spPr>
      </p:pic>
      <p:sp>
        <p:nvSpPr>
          <p:cNvPr id="3" name="Title 2"/>
          <p:cNvSpPr>
            <a:spLocks noGrp="1"/>
          </p:cNvSpPr>
          <p:nvPr>
            <p:ph type="title"/>
          </p:nvPr>
        </p:nvSpPr>
        <p:spPr>
          <a:xfrm>
            <a:off x="271584" y="291219"/>
            <a:ext cx="4928353" cy="899176"/>
          </a:xfrm>
        </p:spPr>
        <p:txBody>
          <a:bodyPr/>
          <a:lstStyle/>
          <a:p>
            <a:r>
              <a:rPr lang="en-US" dirty="0" smtClean="0"/>
              <a:t>Roadmap</a:t>
            </a:r>
            <a:endParaRPr lang="en-US" dirty="0"/>
          </a:p>
        </p:txBody>
      </p:sp>
      <p:sp>
        <p:nvSpPr>
          <p:cNvPr id="2" name="Text Placeholder 1"/>
          <p:cNvSpPr>
            <a:spLocks noGrp="1"/>
          </p:cNvSpPr>
          <p:nvPr>
            <p:ph type="body" sz="quarter" idx="11"/>
          </p:nvPr>
        </p:nvSpPr>
        <p:spPr>
          <a:xfrm>
            <a:off x="271585" y="1190395"/>
            <a:ext cx="5195165" cy="2584058"/>
          </a:xfrm>
        </p:spPr>
        <p:txBody>
          <a:bodyPr/>
          <a:lstStyle/>
          <a:p>
            <a:pPr>
              <a:spcBef>
                <a:spcPts val="588"/>
              </a:spcBef>
              <a:spcAft>
                <a:spcPts val="588"/>
              </a:spcAft>
            </a:pPr>
            <a:r>
              <a:rPr lang="en-US" dirty="0" smtClean="0"/>
              <a:t>Monthly updates</a:t>
            </a:r>
          </a:p>
          <a:p>
            <a:pPr>
              <a:spcBef>
                <a:spcPts val="588"/>
              </a:spcBef>
              <a:spcAft>
                <a:spcPts val="588"/>
              </a:spcAft>
            </a:pPr>
            <a:r>
              <a:rPr lang="en-US" dirty="0" smtClean="0"/>
              <a:t>Associated blog posts</a:t>
            </a:r>
          </a:p>
          <a:p>
            <a:pPr>
              <a:spcBef>
                <a:spcPts val="588"/>
              </a:spcBef>
              <a:spcAft>
                <a:spcPts val="588"/>
              </a:spcAft>
            </a:pPr>
            <a:r>
              <a:rPr lang="en-US" sz="1960" dirty="0">
                <a:hlinkClick r:id="rId3"/>
              </a:rPr>
              <a:t>www.office.com/roadmap</a:t>
            </a:r>
            <a:endParaRPr lang="en-US" sz="1960" dirty="0"/>
          </a:p>
          <a:p>
            <a:pPr>
              <a:spcBef>
                <a:spcPts val="588"/>
              </a:spcBef>
              <a:spcAft>
                <a:spcPts val="588"/>
              </a:spcAft>
            </a:pPr>
            <a:endParaRPr lang="en-US" dirty="0"/>
          </a:p>
        </p:txBody>
      </p:sp>
    </p:spTree>
    <p:extLst>
      <p:ext uri="{BB962C8B-B14F-4D97-AF65-F5344CB8AC3E}">
        <p14:creationId xmlns:p14="http://schemas.microsoft.com/office/powerpoint/2010/main" val="27407877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7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300"/>
                                        <p:tgtEl>
                                          <p:spTgt spid="5"/>
                                        </p:tgtEl>
                                      </p:cBhvr>
                                    </p:animEffect>
                                  </p:childTnLst>
                                </p:cTn>
                              </p:par>
                              <p:par>
                                <p:cTn id="12" presetID="63" presetClass="path" presetSubtype="0" decel="100000" fill="hold" nodeType="withEffect">
                                  <p:stCondLst>
                                    <p:cond delay="700"/>
                                  </p:stCondLst>
                                  <p:childTnLst>
                                    <p:animMotion origin="layout" path="M 3.5614E-6 -2.11984E-6 L 0.01506 -2.11984E-6 " pathEditMode="relative" rAng="0" ptsTypes="AA">
                                      <p:cBhvr>
                                        <p:cTn id="13" dur="500" spd="-100000" fill="hold"/>
                                        <p:tgtEl>
                                          <p:spTgt spid="5"/>
                                        </p:tgtEl>
                                        <p:attrNameLst>
                                          <p:attrName>ppt_x</p:attrName>
                                          <p:attrName>ppt_y</p:attrName>
                                        </p:attrNameLst>
                                      </p:cBhvr>
                                      <p:rCtr x="7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bwMode="auto">
          <a:xfrm>
            <a:off x="5647970" y="1866"/>
            <a:ext cx="6541580" cy="6854270"/>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p:cNvSpPr/>
          <p:nvPr/>
        </p:nvSpPr>
        <p:spPr bwMode="auto">
          <a:xfrm>
            <a:off x="2453" y="1866"/>
            <a:ext cx="5645517" cy="685427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p:cNvSpPr>
            <a:spLocks noGrp="1"/>
          </p:cNvSpPr>
          <p:nvPr>
            <p:ph type="title"/>
          </p:nvPr>
        </p:nvSpPr>
        <p:spPr/>
        <p:txBody>
          <a:bodyPr/>
          <a:lstStyle/>
          <a:p>
            <a:r>
              <a:rPr lang="en-US" dirty="0" smtClean="0"/>
              <a:t>Customer </a:t>
            </a:r>
            <a:br>
              <a:rPr lang="en-US" dirty="0" smtClean="0"/>
            </a:br>
            <a:r>
              <a:rPr lang="en-US" dirty="0" smtClean="0"/>
              <a:t>feedback</a:t>
            </a:r>
            <a:endParaRPr lang="en-US" dirty="0"/>
          </a:p>
        </p:txBody>
      </p:sp>
      <p:sp>
        <p:nvSpPr>
          <p:cNvPr id="2" name="Text Placeholder 1"/>
          <p:cNvSpPr>
            <a:spLocks noGrp="1"/>
          </p:cNvSpPr>
          <p:nvPr>
            <p:ph type="body" sz="quarter" idx="11"/>
          </p:nvPr>
        </p:nvSpPr>
        <p:spPr>
          <a:xfrm>
            <a:off x="1343996" y="2084905"/>
            <a:ext cx="4677332" cy="5445078"/>
          </a:xfrm>
        </p:spPr>
        <p:txBody>
          <a:bodyPr/>
          <a:lstStyle/>
          <a:p>
            <a:pPr>
              <a:spcBef>
                <a:spcPts val="588"/>
              </a:spcBef>
              <a:spcAft>
                <a:spcPts val="588"/>
              </a:spcAft>
            </a:pPr>
            <a:r>
              <a:rPr lang="en-US" dirty="0" smtClean="0"/>
              <a:t>Yammer</a:t>
            </a:r>
            <a:br>
              <a:rPr lang="en-US" dirty="0" smtClean="0"/>
            </a:br>
            <a:r>
              <a:rPr lang="en-US" sz="1960" dirty="0">
                <a:latin typeface="+mn-lt"/>
              </a:rPr>
              <a:t>Office 365 Technical Network</a:t>
            </a:r>
            <a:endParaRPr lang="en-US" dirty="0" smtClean="0"/>
          </a:p>
          <a:p>
            <a:pPr>
              <a:spcBef>
                <a:spcPts val="2940"/>
              </a:spcBef>
              <a:spcAft>
                <a:spcPts val="588"/>
              </a:spcAft>
            </a:pPr>
            <a:r>
              <a:rPr lang="en-US" dirty="0" err="1" smtClean="0"/>
              <a:t>Stackoverflow</a:t>
            </a:r>
            <a:endParaRPr lang="en-US" dirty="0"/>
          </a:p>
          <a:p>
            <a:pPr>
              <a:spcBef>
                <a:spcPts val="2940"/>
              </a:spcBef>
              <a:spcAft>
                <a:spcPts val="588"/>
              </a:spcAft>
            </a:pPr>
            <a:r>
              <a:rPr lang="en-US" dirty="0" err="1" smtClean="0"/>
              <a:t>UserVoice</a:t>
            </a:r>
            <a:r>
              <a:rPr lang="en-US" dirty="0"/>
              <a:t/>
            </a:r>
            <a:br>
              <a:rPr lang="en-US" dirty="0"/>
            </a:br>
            <a:r>
              <a:rPr lang="en-US" sz="1960" dirty="0">
                <a:latin typeface="+mn-lt"/>
              </a:rPr>
              <a:t>Developer focused</a:t>
            </a:r>
            <a:br>
              <a:rPr lang="en-US" sz="1960" dirty="0">
                <a:latin typeface="+mn-lt"/>
              </a:rPr>
            </a:br>
            <a:r>
              <a:rPr lang="en-US" sz="1960" dirty="0">
                <a:latin typeface="+mn-lt"/>
              </a:rPr>
              <a:t>Bi-weekly triage</a:t>
            </a:r>
            <a:br>
              <a:rPr lang="en-US" sz="1960" dirty="0">
                <a:latin typeface="+mn-lt"/>
              </a:rPr>
            </a:br>
            <a:r>
              <a:rPr lang="en-US" sz="1960" dirty="0">
                <a:latin typeface="+mn-lt"/>
              </a:rPr>
              <a:t>Link to roadmap to show actions</a:t>
            </a:r>
          </a:p>
          <a:p>
            <a:pPr>
              <a:spcBef>
                <a:spcPts val="588"/>
              </a:spcBef>
              <a:spcAft>
                <a:spcPts val="588"/>
              </a:spcAft>
            </a:pPr>
            <a:r>
              <a:rPr lang="en-US" sz="1960" dirty="0">
                <a:latin typeface="+mn-lt"/>
                <a:hlinkClick r:id="rId2"/>
              </a:rPr>
              <a:t>http://aka.ms/OfficeDevFeedback</a:t>
            </a:r>
            <a:endParaRPr lang="en-US" sz="1960" dirty="0">
              <a:latin typeface="+mn-lt"/>
            </a:endParaRPr>
          </a:p>
          <a:p>
            <a:pPr>
              <a:spcBef>
                <a:spcPts val="588"/>
              </a:spcBef>
              <a:spcAft>
                <a:spcPts val="588"/>
              </a:spcAft>
            </a:pPr>
            <a:endParaRPr lang="en-US" sz="1960" dirty="0"/>
          </a:p>
          <a:p>
            <a:pPr>
              <a:spcBef>
                <a:spcPts val="588"/>
              </a:spcBef>
              <a:spcAft>
                <a:spcPts val="588"/>
              </a:spcAft>
            </a:pPr>
            <a:endParaRPr lang="en-US" dirty="0"/>
          </a:p>
        </p:txBody>
      </p:sp>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97162" y="292777"/>
            <a:ext cx="5663716" cy="6263638"/>
          </a:xfrm>
          <a:prstGeom prst="rect">
            <a:avLst/>
          </a:prstGeom>
          <a:ln>
            <a:noFill/>
          </a:ln>
        </p:spPr>
      </p:pic>
      <p:pic>
        <p:nvPicPr>
          <p:cNvPr id="5" name="Picture 4"/>
          <p:cNvPicPr>
            <a:picLocks noChangeAspect="1"/>
          </p:cNvPicPr>
          <p:nvPr/>
        </p:nvPicPr>
        <p:blipFill>
          <a:blip r:embed="rId4"/>
          <a:stretch>
            <a:fillRect/>
          </a:stretch>
        </p:blipFill>
        <p:spPr>
          <a:xfrm>
            <a:off x="395997" y="2233362"/>
            <a:ext cx="895354" cy="750720"/>
          </a:xfrm>
          <a:prstGeom prst="rect">
            <a:avLst/>
          </a:prstGeom>
        </p:spPr>
      </p:pic>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8593" y="3172902"/>
            <a:ext cx="770162" cy="980839"/>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74651" y="4342562"/>
            <a:ext cx="938046" cy="901967"/>
          </a:xfrm>
          <a:prstGeom prst="rect">
            <a:avLst/>
          </a:prstGeom>
        </p:spPr>
      </p:pic>
    </p:spTree>
    <p:extLst>
      <p:ext uri="{BB962C8B-B14F-4D97-AF65-F5344CB8AC3E}">
        <p14:creationId xmlns:p14="http://schemas.microsoft.com/office/powerpoint/2010/main" val="3916693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7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par>
                                <p:cTn id="12" presetID="63" presetClass="path" presetSubtype="0" decel="100000" fill="hold" nodeType="withEffect">
                                  <p:stCondLst>
                                    <p:cond delay="700"/>
                                  </p:stCondLst>
                                  <p:childTnLst>
                                    <p:animMotion origin="layout" path="M 3.5614E-6 -2.11984E-6 L 0.01506 -2.11984E-6 " pathEditMode="relative" rAng="0" ptsTypes="AA">
                                      <p:cBhvr>
                                        <p:cTn id="13" dur="500" spd="-100000" fill="hold"/>
                                        <p:tgtEl>
                                          <p:spTgt spid="6"/>
                                        </p:tgtEl>
                                        <p:attrNameLst>
                                          <p:attrName>ppt_x</p:attrName>
                                          <p:attrName>ppt_y</p:attrName>
                                        </p:attrNameLst>
                                      </p:cBhvr>
                                      <p:rCtr x="7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120455"/>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5-30055_Office Template 2012 - 16x9 - White Background">
  <a:themeElements>
    <a:clrScheme name="Office light">
      <a:dk1>
        <a:srgbClr val="000000"/>
      </a:dk1>
      <a:lt1>
        <a:srgbClr val="FFFFFF"/>
      </a:lt1>
      <a:dk2>
        <a:srgbClr val="DC3C00"/>
      </a:dk2>
      <a:lt2>
        <a:srgbClr val="797A7D"/>
      </a:lt2>
      <a:accent1>
        <a:srgbClr val="DC3C00"/>
      </a:accent1>
      <a:accent2>
        <a:srgbClr val="FF8C00"/>
      </a:accent2>
      <a:accent3>
        <a:srgbClr val="FFB900"/>
      </a:accent3>
      <a:accent4>
        <a:srgbClr val="007233"/>
      </a:accent4>
      <a:accent5>
        <a:srgbClr val="00188F"/>
      </a:accent5>
      <a:accent6>
        <a:srgbClr val="68217A"/>
      </a:accent6>
      <a:hlink>
        <a:srgbClr val="FF8C00"/>
      </a:hlink>
      <a:folHlink>
        <a:srgbClr val="DC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0B6ECECE-D832-4A6D-9382-4D4E764C03DC}"/>
    </a:ext>
  </a:extLst>
</a:theme>
</file>

<file path=ppt/theme/theme2.xml><?xml version="1.0" encoding="utf-8"?>
<a:theme xmlns:a="http://schemas.openxmlformats.org/drawingml/2006/main" name="5-30055_Office Template 2012 - 16x9 - Colored Accent Slides">
  <a:themeElements>
    <a:clrScheme name="Office dark 2">
      <a:dk1>
        <a:srgbClr val="000000"/>
      </a:dk1>
      <a:lt1>
        <a:srgbClr val="FFFFFF"/>
      </a:lt1>
      <a:dk2>
        <a:srgbClr val="000000"/>
      </a:dk2>
      <a:lt2>
        <a:srgbClr val="FFFFFF"/>
      </a:lt2>
      <a:accent1>
        <a:srgbClr val="0072C6"/>
      </a:accent1>
      <a:accent2>
        <a:srgbClr val="DC3C00"/>
      </a:accent2>
      <a:accent3>
        <a:srgbClr val="007233"/>
      </a:accent3>
      <a:accent4>
        <a:srgbClr val="00188F"/>
      </a:accent4>
      <a:accent5>
        <a:srgbClr val="68217A"/>
      </a:accent5>
      <a:accent6>
        <a:srgbClr val="505050"/>
      </a:accent6>
      <a:hlink>
        <a:srgbClr val="82CAFF"/>
      </a:hlink>
      <a:folHlink>
        <a:srgbClr val="C0E4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A93E73D1-45C6-4FF9-A009-9C9E7F69F4DC}"/>
    </a:ext>
  </a:extLst>
</a:theme>
</file>

<file path=ppt/theme/theme3.xml><?xml version="1.0" encoding="utf-8"?>
<a:theme xmlns:a="http://schemas.openxmlformats.org/drawingml/2006/main" name="1_5-30055_Office Template 2012 - 16x9 - White Background">
  <a:themeElements>
    <a:clrScheme name="Office light">
      <a:dk1>
        <a:srgbClr val="000000"/>
      </a:dk1>
      <a:lt1>
        <a:srgbClr val="FFFFFF"/>
      </a:lt1>
      <a:dk2>
        <a:srgbClr val="DC3C00"/>
      </a:dk2>
      <a:lt2>
        <a:srgbClr val="797A7D"/>
      </a:lt2>
      <a:accent1>
        <a:srgbClr val="DC3C00"/>
      </a:accent1>
      <a:accent2>
        <a:srgbClr val="FF8C00"/>
      </a:accent2>
      <a:accent3>
        <a:srgbClr val="FFB900"/>
      </a:accent3>
      <a:accent4>
        <a:srgbClr val="007233"/>
      </a:accent4>
      <a:accent5>
        <a:srgbClr val="00188F"/>
      </a:accent5>
      <a:accent6>
        <a:srgbClr val="68217A"/>
      </a:accent6>
      <a:hlink>
        <a:srgbClr val="FF8C00"/>
      </a:hlink>
      <a:folHlink>
        <a:srgbClr val="DC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0B6ECECE-D832-4A6D-9382-4D4E764C03DC}"/>
    </a:ext>
  </a:extLst>
</a:theme>
</file>

<file path=ppt/theme/theme4.xml><?xml version="1.0" encoding="utf-8"?>
<a:theme xmlns:a="http://schemas.openxmlformats.org/drawingml/2006/main" name="1_Metro Presentation">
  <a:themeElements>
    <a:clrScheme name="New Windows Template 2">
      <a:dk1>
        <a:srgbClr val="292929"/>
      </a:dk1>
      <a:lt1>
        <a:srgbClr val="FFFFFF"/>
      </a:lt1>
      <a:dk2>
        <a:srgbClr val="072B60"/>
      </a:dk2>
      <a:lt2>
        <a:srgbClr val="EEECE1"/>
      </a:lt2>
      <a:accent1>
        <a:srgbClr val="557EB9"/>
      </a:accent1>
      <a:accent2>
        <a:srgbClr val="FFC211"/>
      </a:accent2>
      <a:accent3>
        <a:srgbClr val="6BBD46"/>
      </a:accent3>
      <a:accent4>
        <a:srgbClr val="FE5815"/>
      </a:accent4>
      <a:accent5>
        <a:srgbClr val="EB7C00"/>
      </a:accent5>
      <a:accent6>
        <a:srgbClr val="00DCFF"/>
      </a:accent6>
      <a:hlink>
        <a:srgbClr val="00B9F2"/>
      </a:hlink>
      <a:folHlink>
        <a:srgbClr val="008AB5"/>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txDef>
      <a:spPr>
        <a:noFill/>
      </a:spPr>
      <a:bodyPr wrap="square" lIns="0" tIns="0" rIns="0" bIns="0" rtlCol="0" anchor="ctr">
        <a:spAutoFit/>
      </a:bodyPr>
      <a:lstStyle>
        <a:defPPr algn="ctr">
          <a:defRPr sz="6000" dirty="0" smtClean="0">
            <a:solidFill>
              <a:schemeClr val="bg1">
                <a:alpha val="99000"/>
              </a:schemeClr>
            </a:solidFill>
          </a:defRPr>
        </a:defPPr>
      </a:lstStyle>
    </a:txDef>
  </a:objectDefaults>
  <a:extraClrSchemeLst/>
</a:theme>
</file>

<file path=ppt/theme/theme5.xml><?xml version="1.0" encoding="utf-8"?>
<a:theme xmlns:a="http://schemas.openxmlformats.org/drawingml/2006/main" name="1_TEE14 Speaker PPT Template">
  <a:themeElements>
    <a:clrScheme name="Custom 1">
      <a:dk1>
        <a:srgbClr val="505050"/>
      </a:dk1>
      <a:lt1>
        <a:srgbClr val="FFFFFF"/>
      </a:lt1>
      <a:dk2>
        <a:srgbClr val="442359"/>
      </a:dk2>
      <a:lt2>
        <a:srgbClr val="68217A"/>
      </a:lt2>
      <a:accent1>
        <a:srgbClr val="7FBA00"/>
      </a:accent1>
      <a:accent2>
        <a:srgbClr val="DC3C00"/>
      </a:accent2>
      <a:accent3>
        <a:srgbClr val="002050"/>
      </a:accent3>
      <a:accent4>
        <a:srgbClr val="009E49"/>
      </a:accent4>
      <a:accent5>
        <a:srgbClr val="00B294"/>
      </a:accent5>
      <a:accent6>
        <a:srgbClr val="0072C6"/>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chEd_NA_Template_with_TechEd Europe_r03.potx" id="{D1757E1E-F62B-43A3-BA2B-231531828368}" vid="{DB3EECF5-125C-46BC-AC50-75EC4FF8233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5601</TotalTime>
  <Words>1483</Words>
  <Application>Microsoft Office PowerPoint</Application>
  <PresentationFormat>Widescreen</PresentationFormat>
  <Paragraphs>269</Paragraphs>
  <Slides>43</Slides>
  <Notes>14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43</vt:i4>
      </vt:variant>
    </vt:vector>
  </HeadingPairs>
  <TitlesOfParts>
    <vt:vector size="56" baseType="lpstr">
      <vt:lpstr>Arial</vt:lpstr>
      <vt:lpstr>Calibri</vt:lpstr>
      <vt:lpstr>Consolas</vt:lpstr>
      <vt:lpstr>Courier New</vt:lpstr>
      <vt:lpstr>Segoe UI</vt:lpstr>
      <vt:lpstr>Segoe UI Light</vt:lpstr>
      <vt:lpstr>Segoe UI Semibold</vt:lpstr>
      <vt:lpstr>Wingdings</vt:lpstr>
      <vt:lpstr>5-30055_Office Template 2012 - 16x9 - White Background</vt:lpstr>
      <vt:lpstr>5-30055_Office Template 2012 - 16x9 - Colored Accent Slides</vt:lpstr>
      <vt:lpstr>1_5-30055_Office Template 2012 - 16x9 - White Background</vt:lpstr>
      <vt:lpstr>1_Metro Presentation</vt:lpstr>
      <vt:lpstr>1_TEE14 Speaker PPT Template</vt:lpstr>
      <vt:lpstr>Office 365 Development</vt:lpstr>
      <vt:lpstr>Recap</vt:lpstr>
      <vt:lpstr>This Course Agenda</vt:lpstr>
      <vt:lpstr>Deep dive into native iOS Development with Office 365 APIs</vt:lpstr>
      <vt:lpstr>Intro</vt:lpstr>
      <vt:lpstr>Vision</vt:lpstr>
      <vt:lpstr>Agenda </vt:lpstr>
      <vt:lpstr>IOS SDKs</vt:lpstr>
      <vt:lpstr>App Developer</vt:lpstr>
      <vt:lpstr>Getting Started</vt:lpstr>
      <vt:lpstr>Tools</vt:lpstr>
      <vt:lpstr>Authentication with Azure AD</vt:lpstr>
      <vt:lpstr>Overview</vt:lpstr>
      <vt:lpstr>Features</vt:lpstr>
      <vt:lpstr>Authentication Process</vt:lpstr>
      <vt:lpstr>Where can I find it?</vt:lpstr>
      <vt:lpstr>How do I use it?</vt:lpstr>
      <vt:lpstr>What else do I need?</vt:lpstr>
      <vt:lpstr>Examples</vt:lpstr>
      <vt:lpstr>Securely storing tokens</vt:lpstr>
      <vt:lpstr>PowerPoint Presentation</vt:lpstr>
      <vt:lpstr>Calling the O365 SharePoint Lists API</vt:lpstr>
      <vt:lpstr>Overview</vt:lpstr>
      <vt:lpstr>Where can I find it?</vt:lpstr>
      <vt:lpstr>What can I do with it?</vt:lpstr>
      <vt:lpstr>PowerPoint Presentation</vt:lpstr>
      <vt:lpstr>Calling the O365 Exchange API</vt:lpstr>
      <vt:lpstr>Overview</vt:lpstr>
      <vt:lpstr>Where can I find it?</vt:lpstr>
      <vt:lpstr>What can I do with it?</vt:lpstr>
      <vt:lpstr>PowerPoint Presentation</vt:lpstr>
      <vt:lpstr>Calling OneDrive for Business</vt:lpstr>
      <vt:lpstr>Overview</vt:lpstr>
      <vt:lpstr>Where can I find it?</vt:lpstr>
      <vt:lpstr>What can I do with it?</vt:lpstr>
      <vt:lpstr>PowerPoint Presentation</vt:lpstr>
      <vt:lpstr>Summary </vt:lpstr>
      <vt:lpstr>Resources</vt:lpstr>
      <vt:lpstr>Building skills</vt:lpstr>
      <vt:lpstr>PowerPoint Presentation</vt:lpstr>
      <vt:lpstr>Roadmap</vt:lpstr>
      <vt:lpstr>Customer  feedback</vt:lpstr>
      <vt:lpstr>PowerPoint Presentation</vt:lpstr>
    </vt:vector>
  </TitlesOfParts>
  <Company>Intergen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O365 with Android and iOS</dc:title>
  <dc:creator>Benjamin Fox</dc:creator>
  <cp:lastModifiedBy>Benjamin Fox</cp:lastModifiedBy>
  <cp:revision>191</cp:revision>
  <dcterms:created xsi:type="dcterms:W3CDTF">2014-10-12T22:12:13Z</dcterms:created>
  <dcterms:modified xsi:type="dcterms:W3CDTF">2014-11-19T23:46:15Z</dcterms:modified>
</cp:coreProperties>
</file>