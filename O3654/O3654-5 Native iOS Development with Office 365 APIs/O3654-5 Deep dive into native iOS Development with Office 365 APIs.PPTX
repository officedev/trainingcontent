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4.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5.xml" ContentType="application/vnd.openxmlformats-officedocument.theme+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6.xml" ContentType="application/vnd.openxmlformats-officedocument.theme+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7.xml" ContentType="application/vnd.openxmlformats-officedocument.theme+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theme/theme8.xml" ContentType="application/vnd.openxmlformats-officedocument.theme+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7" r:id="rId2"/>
    <p:sldMasterId id="2147483701" r:id="rId3"/>
    <p:sldMasterId id="2147483713" r:id="rId4"/>
    <p:sldMasterId id="2147483730" r:id="rId5"/>
    <p:sldMasterId id="2147483764" r:id="rId6"/>
    <p:sldMasterId id="2147483774" r:id="rId7"/>
    <p:sldMasterId id="2147483785" r:id="rId8"/>
    <p:sldMasterId id="2147483796" r:id="rId9"/>
  </p:sldMasterIdLst>
  <p:notesMasterIdLst>
    <p:notesMasterId r:id="rId51"/>
  </p:notesMasterIdLst>
  <p:sldIdLst>
    <p:sldId id="353" r:id="rId10"/>
    <p:sldId id="354" r:id="rId11"/>
    <p:sldId id="355" r:id="rId12"/>
    <p:sldId id="356" r:id="rId13"/>
    <p:sldId id="358" r:id="rId14"/>
    <p:sldId id="360" r:id="rId15"/>
    <p:sldId id="367" r:id="rId16"/>
    <p:sldId id="327" r:id="rId17"/>
    <p:sldId id="328" r:id="rId18"/>
    <p:sldId id="324" r:id="rId19"/>
    <p:sldId id="352" r:id="rId20"/>
    <p:sldId id="267" r:id="rId21"/>
    <p:sldId id="332" r:id="rId22"/>
    <p:sldId id="347" r:id="rId23"/>
    <p:sldId id="333" r:id="rId24"/>
    <p:sldId id="346" r:id="rId25"/>
    <p:sldId id="301" r:id="rId26"/>
    <p:sldId id="334" r:id="rId27"/>
    <p:sldId id="335" r:id="rId28"/>
    <p:sldId id="336" r:id="rId29"/>
    <p:sldId id="337" r:id="rId30"/>
    <p:sldId id="284" r:id="rId31"/>
    <p:sldId id="286" r:id="rId32"/>
    <p:sldId id="349" r:id="rId33"/>
    <p:sldId id="350" r:id="rId34"/>
    <p:sldId id="345" r:id="rId35"/>
    <p:sldId id="274" r:id="rId36"/>
    <p:sldId id="275" r:id="rId37"/>
    <p:sldId id="276" r:id="rId38"/>
    <p:sldId id="338" r:id="rId39"/>
    <p:sldId id="339" r:id="rId40"/>
    <p:sldId id="285" r:id="rId41"/>
    <p:sldId id="296" r:id="rId42"/>
    <p:sldId id="348" r:id="rId43"/>
    <p:sldId id="340" r:id="rId44"/>
    <p:sldId id="341" r:id="rId45"/>
    <p:sldId id="366" r:id="rId46"/>
    <p:sldId id="351" r:id="rId47"/>
    <p:sldId id="368" r:id="rId48"/>
    <p:sldId id="369" r:id="rId49"/>
    <p:sldId id="370"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31A561B-D85D-489A-BC6B-3D0098FD000C}">
          <p14:sldIdLst>
            <p14:sldId id="353"/>
            <p14:sldId id="354"/>
            <p14:sldId id="355"/>
            <p14:sldId id="356"/>
            <p14:sldId id="358"/>
            <p14:sldId id="360"/>
            <p14:sldId id="367"/>
            <p14:sldId id="327"/>
            <p14:sldId id="328"/>
            <p14:sldId id="324"/>
            <p14:sldId id="352"/>
          </p14:sldIdLst>
        </p14:section>
        <p14:section name="iOS - ADAL" id="{1881539C-A698-4AB8-8DED-EDC374C91CBD}">
          <p14:sldIdLst>
            <p14:sldId id="267"/>
            <p14:sldId id="332"/>
            <p14:sldId id="347"/>
            <p14:sldId id="333"/>
            <p14:sldId id="346"/>
            <p14:sldId id="301"/>
            <p14:sldId id="334"/>
            <p14:sldId id="335"/>
            <p14:sldId id="336"/>
            <p14:sldId id="337"/>
          </p14:sldIdLst>
        </p14:section>
        <p14:section name="iOS - SharePoint Lists" id="{F0B9BE2D-5665-4DA3-9DC4-848B3EBFDCF9}">
          <p14:sldIdLst>
            <p14:sldId id="284"/>
            <p14:sldId id="286"/>
            <p14:sldId id="349"/>
            <p14:sldId id="350"/>
            <p14:sldId id="345"/>
          </p14:sldIdLst>
        </p14:section>
        <p14:section name="iOS - Exhange" id="{1F51DC3A-F33C-4AC2-8270-3ED5202B74D5}">
          <p14:sldIdLst>
            <p14:sldId id="274"/>
            <p14:sldId id="275"/>
            <p14:sldId id="276"/>
            <p14:sldId id="338"/>
            <p14:sldId id="339"/>
          </p14:sldIdLst>
        </p14:section>
        <p14:section name="iOS - OneDrive" id="{829B0614-BC8D-4AA2-A65E-63F89953CBF3}">
          <p14:sldIdLst>
            <p14:sldId id="285"/>
            <p14:sldId id="296"/>
            <p14:sldId id="348"/>
            <p14:sldId id="340"/>
            <p14:sldId id="341"/>
          </p14:sldIdLst>
        </p14:section>
        <p14:section name="Summary" id="{46BEC4EC-BC1A-4752-A27E-5E23AD865C8E}">
          <p14:sldIdLst>
            <p14:sldId id="366"/>
            <p14:sldId id="351"/>
            <p14:sldId id="368"/>
            <p14:sldId id="369"/>
            <p14:sldId id="37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odd Baginski" initials="TB" lastIdx="7" clrIdx="0">
    <p:extLst>
      <p:ext uri="{19B8F6BF-5375-455C-9EA6-DF929625EA0E}">
        <p15:presenceInfo xmlns:p15="http://schemas.microsoft.com/office/powerpoint/2012/main" userId="ccdec92bfb64c48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39" autoAdjust="0"/>
    <p:restoredTop sz="68307" autoAdjust="0"/>
  </p:normalViewPr>
  <p:slideViewPr>
    <p:cSldViewPr snapToGrid="0">
      <p:cViewPr varScale="1">
        <p:scale>
          <a:sx n="32" d="100"/>
          <a:sy n="32" d="100"/>
        </p:scale>
        <p:origin x="990" y="36"/>
      </p:cViewPr>
      <p:guideLst/>
    </p:cSldViewPr>
  </p:slideViewPr>
  <p:notesTextViewPr>
    <p:cViewPr>
      <p:scale>
        <a:sx n="1" d="1"/>
        <a:sy n="1" d="1"/>
      </p:scale>
      <p:origin x="0" y="0"/>
    </p:cViewPr>
  </p:notesTextViewPr>
  <p:sorterViewPr>
    <p:cViewPr>
      <p:scale>
        <a:sx n="70" d="100"/>
        <a:sy n="7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41" Type="http://schemas.openxmlformats.org/officeDocument/2006/relationships/slide" Target="slides/slide32.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notesMaster" Target="notesMasters/notesMaster1.xml"/><Relationship Id="rId3" Type="http://schemas.openxmlformats.org/officeDocument/2006/relationships/slideMaster" Target="slideMasters/slideMaster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4-11-18T13:28:11.708" idx="7">
    <p:pos x="10" y="10"/>
    <p:text>The content in this slide does not match this course.  Needs to be updated.</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47E1A4-AA44-49DE-AADE-A8541052334F}" type="datetimeFigureOut">
              <a:rPr lang="en-NZ" smtClean="0"/>
              <a:t>7/10/2015</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BC59F1-9368-4308-AFF4-78B729EF25FE}" type="slidenum">
              <a:rPr lang="en-NZ" smtClean="0"/>
              <a:t>‹#›</a:t>
            </a:fld>
            <a:endParaRPr lang="en-NZ"/>
          </a:p>
        </p:txBody>
      </p:sp>
    </p:spTree>
    <p:extLst>
      <p:ext uri="{BB962C8B-B14F-4D97-AF65-F5344CB8AC3E}">
        <p14:creationId xmlns:p14="http://schemas.microsoft.com/office/powerpoint/2010/main" val="3693996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7827E0-75C2-4762-9602-52F8A16E59DD}"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299954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B079C3B8-7366-4A44-A34B-3977080C19E7}" type="datetime1">
              <a:rPr lang="en-US" smtClean="0">
                <a:solidFill>
                  <a:prstClr val="black"/>
                </a:solidFill>
              </a:rPr>
              <a:pPr/>
              <a:t>10/7/2015</a:t>
            </a:fld>
            <a:endParaRPr lang="en-US" dirty="0">
              <a:solidFill>
                <a:prstClr val="black"/>
              </a:solidFill>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solidFill>
                  <a:prstClr val="black"/>
                </a:solidFill>
              </a:rPr>
              <a:pPr/>
              <a:t>6</a:t>
            </a:fld>
            <a:endParaRPr lang="en-US" dirty="0">
              <a:solidFill>
                <a:prstClr val="black"/>
              </a:solidFill>
            </a:endParaRPr>
          </a:p>
        </p:txBody>
      </p:sp>
      <p:sp>
        <p:nvSpPr>
          <p:cNvPr id="7" name="Header Placeholder 6"/>
          <p:cNvSpPr>
            <a:spLocks noGrp="1"/>
          </p:cNvSpPr>
          <p:nvPr>
            <p:ph type="hdr" sz="quarter" idx="13"/>
          </p:nvPr>
        </p:nvSpPr>
        <p:spPr/>
        <p:txBody>
          <a:bodyPr/>
          <a:lstStyle/>
          <a:p>
            <a:r>
              <a:rPr lang="en-US" smtClean="0">
                <a:solidFill>
                  <a:prstClr val="black"/>
                </a:solidFill>
              </a:rPr>
              <a:t>Build 2014</a:t>
            </a:r>
            <a:endParaRPr lang="en-US" dirty="0">
              <a:solidFill>
                <a:prstClr val="black"/>
              </a:solidFill>
            </a:endParaRPr>
          </a:p>
        </p:txBody>
      </p:sp>
    </p:spTree>
    <p:extLst>
      <p:ext uri="{BB962C8B-B14F-4D97-AF65-F5344CB8AC3E}">
        <p14:creationId xmlns:p14="http://schemas.microsoft.com/office/powerpoint/2010/main" val="4121563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400">
              <a:defRPr/>
            </a:pPr>
            <a:r>
              <a:rPr lang="en-US" b="1" u="sng" dirty="0"/>
              <a:t>ROBLE</a:t>
            </a:r>
          </a:p>
          <a:p>
            <a:pPr defTabSz="914400">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a:t>Our </a:t>
            </a:r>
            <a:r>
              <a:rPr lang="en-US" dirty="0"/>
              <a:t>Office 365 developer vision focuses on the</a:t>
            </a:r>
            <a:r>
              <a:rPr lang="en-US" baseline="0" dirty="0"/>
              <a:t> </a:t>
            </a:r>
            <a:r>
              <a:rPr lang="en-US" dirty="0"/>
              <a:t>Users’ experience and their data.</a:t>
            </a:r>
            <a:r>
              <a:rPr lang="en-US" baseline="0" dirty="0"/>
              <a:t> As a developer you can bring your applications into their user experience. With over 1.2+ billion users of Office Worldwide, this is a huge opportunity to provide a window into your applications. As well as being able to connect into their data and add intelligence to your applications. There are currently 850 million events created a month and a total of 470Pb+ of data stored in the service that can add value to for our Users’.</a:t>
            </a:r>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32688" rtl="0" eaLnBrk="1" fontAlgn="auto" latinLnBrk="0" hangingPunct="1">
              <a:lnSpc>
                <a:spcPct val="100000"/>
              </a:lnSpc>
              <a:spcBef>
                <a:spcPts val="0"/>
              </a:spcBef>
              <a:spcAft>
                <a:spcPts val="0"/>
              </a:spcAft>
              <a:buClrTx/>
              <a:buSzTx/>
              <a:buFontTx/>
              <a:buNone/>
              <a:tabLst/>
              <a:defRPr/>
            </a:pPr>
            <a:fld id="{B9C3C9DC-C0A3-4640-9A7A-3DC41095AE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32688"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0689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BC59F1-9368-4308-AFF4-78B729EF25FE}" type="slidenum">
              <a:rPr lang="en-NZ" smtClean="0"/>
              <a:t>8</a:t>
            </a:fld>
            <a:endParaRPr lang="en-NZ"/>
          </a:p>
        </p:txBody>
      </p:sp>
    </p:spTree>
    <p:extLst>
      <p:ext uri="{BB962C8B-B14F-4D97-AF65-F5344CB8AC3E}">
        <p14:creationId xmlns:p14="http://schemas.microsoft.com/office/powerpoint/2010/main" val="1584123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Security for O365 SharePoint, Exchange</a:t>
            </a:r>
            <a:r>
              <a:rPr lang="en-NZ" baseline="0" dirty="0" smtClean="0"/>
              <a:t> </a:t>
            </a:r>
            <a:r>
              <a:rPr lang="en-NZ" baseline="0" dirty="0" err="1" smtClean="0"/>
              <a:t>etc</a:t>
            </a:r>
            <a:r>
              <a:rPr lang="en-NZ" baseline="0" dirty="0" smtClean="0"/>
              <a:t> is handled by Azure AD.</a:t>
            </a:r>
          </a:p>
          <a:p>
            <a:endParaRPr lang="en-NZ" baseline="0" dirty="0" smtClean="0"/>
          </a:p>
          <a:p>
            <a:r>
              <a:rPr lang="en-NZ" baseline="0" dirty="0" smtClean="0"/>
              <a:t>We can authenticate apps with Azure AD using it’s </a:t>
            </a:r>
            <a:r>
              <a:rPr lang="en-NZ" baseline="0" dirty="0" err="1" smtClean="0"/>
              <a:t>OAuth</a:t>
            </a:r>
            <a:r>
              <a:rPr lang="en-NZ" baseline="0" dirty="0" smtClean="0"/>
              <a:t> 2.0 support – but implementing this manually is fiddly work.</a:t>
            </a:r>
          </a:p>
          <a:p>
            <a:endParaRPr lang="en-NZ" baseline="0" dirty="0" smtClean="0"/>
          </a:p>
          <a:p>
            <a:r>
              <a:rPr lang="en-NZ" baseline="0" dirty="0" smtClean="0"/>
              <a:t>There is a Microsoft library we can use: Active Directory Authentication Library (ADAL) – it implements </a:t>
            </a:r>
            <a:r>
              <a:rPr lang="en-NZ" baseline="0" dirty="0" err="1" smtClean="0"/>
              <a:t>OAuth</a:t>
            </a:r>
            <a:r>
              <a:rPr lang="en-NZ" baseline="0" dirty="0" smtClean="0"/>
              <a:t> authentication with Azure AD and wraps it up into a few easy method calls. This includes UI elements for prompting the user to sign in (hosts a web browser control).</a:t>
            </a:r>
          </a:p>
          <a:p>
            <a:endParaRPr lang="en-NZ" baseline="0" dirty="0" smtClean="0"/>
          </a:p>
          <a:p>
            <a:r>
              <a:rPr lang="en-NZ" baseline="0" dirty="0" smtClean="0"/>
              <a:t>Also provides methods for retrieving a new access token using an existing refresh token.</a:t>
            </a:r>
            <a:endParaRPr lang="en-NZ" dirty="0"/>
          </a:p>
        </p:txBody>
      </p:sp>
      <p:sp>
        <p:nvSpPr>
          <p:cNvPr id="4" name="Slide Number Placeholder 3"/>
          <p:cNvSpPr>
            <a:spLocks noGrp="1"/>
          </p:cNvSpPr>
          <p:nvPr>
            <p:ph type="sldNum" sz="quarter" idx="10"/>
          </p:nvPr>
        </p:nvSpPr>
        <p:spPr/>
        <p:txBody>
          <a:bodyPr/>
          <a:lstStyle/>
          <a:p>
            <a:fld id="{E2BC59F1-9368-4308-AFF4-78B729EF25FE}" type="slidenum">
              <a:rPr lang="en-NZ" smtClean="0"/>
              <a:t>13</a:t>
            </a:fld>
            <a:endParaRPr lang="en-NZ"/>
          </a:p>
        </p:txBody>
      </p:sp>
    </p:spTree>
    <p:extLst>
      <p:ext uri="{BB962C8B-B14F-4D97-AF65-F5344CB8AC3E}">
        <p14:creationId xmlns:p14="http://schemas.microsoft.com/office/powerpoint/2010/main" val="1542101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Th</a:t>
            </a:r>
            <a:r>
              <a:rPr lang="en-NZ" baseline="0" dirty="0" smtClean="0"/>
              <a:t>e ADAL is hosted on GitHub, under the </a:t>
            </a:r>
            <a:r>
              <a:rPr lang="en-NZ" baseline="0" dirty="0" err="1" smtClean="0"/>
              <a:t>AzureAD</a:t>
            </a:r>
            <a:r>
              <a:rPr lang="en-NZ" baseline="0" dirty="0" smtClean="0"/>
              <a:t> account.</a:t>
            </a:r>
          </a:p>
          <a:p>
            <a:endParaRPr lang="en-NZ" baseline="0" dirty="0" smtClean="0"/>
          </a:p>
          <a:p>
            <a:r>
              <a:rPr lang="en-NZ" baseline="0" dirty="0" smtClean="0"/>
              <a:t>It supports both iOS and OSX development. Installation is supported in two ways:</a:t>
            </a:r>
          </a:p>
          <a:p>
            <a:endParaRPr lang="en-NZ" baseline="0" dirty="0" smtClean="0"/>
          </a:p>
          <a:p>
            <a:pPr marL="171450" indent="-171450">
              <a:buFont typeface="Arial" panose="020B0604020202020204" pitchFamily="34" charset="0"/>
              <a:buChar char="•"/>
            </a:pPr>
            <a:r>
              <a:rPr lang="en-NZ" baseline="0" dirty="0" smtClean="0"/>
              <a:t>Included as source (clone from GitHub and import into your project).</a:t>
            </a:r>
          </a:p>
          <a:p>
            <a:pPr marL="171450" indent="-171450">
              <a:buFont typeface="Arial" panose="020B0604020202020204" pitchFamily="34" charset="0"/>
              <a:buChar char="•"/>
            </a:pPr>
            <a:r>
              <a:rPr lang="en-NZ" baseline="0" dirty="0" smtClean="0"/>
              <a:t>Included into your project using the Cocoapods dependency manager for Objective-C</a:t>
            </a:r>
          </a:p>
          <a:p>
            <a:pPr marL="171450" indent="-171450">
              <a:buFont typeface="Arial" panose="020B0604020202020204" pitchFamily="34" charset="0"/>
              <a:buChar char="•"/>
            </a:pPr>
            <a:endParaRPr lang="en-NZ" baseline="0" dirty="0" smtClean="0"/>
          </a:p>
          <a:p>
            <a:pPr marL="171450" indent="-171450">
              <a:buFont typeface="Arial" panose="020B0604020202020204" pitchFamily="34" charset="0"/>
              <a:buChar char="•"/>
            </a:pPr>
            <a:endParaRPr lang="en-NZ" baseline="0" dirty="0" smtClean="0"/>
          </a:p>
          <a:p>
            <a:pPr marL="171450" indent="-171450">
              <a:buFont typeface="Arial" panose="020B0604020202020204" pitchFamily="34" charset="0"/>
              <a:buChar char="•"/>
            </a:pPr>
            <a:endParaRPr lang="en-NZ" dirty="0"/>
          </a:p>
        </p:txBody>
      </p:sp>
      <p:sp>
        <p:nvSpPr>
          <p:cNvPr id="4" name="Slide Number Placeholder 3"/>
          <p:cNvSpPr>
            <a:spLocks noGrp="1"/>
          </p:cNvSpPr>
          <p:nvPr>
            <p:ph type="sldNum" sz="quarter" idx="10"/>
          </p:nvPr>
        </p:nvSpPr>
        <p:spPr/>
        <p:txBody>
          <a:bodyPr/>
          <a:lstStyle/>
          <a:p>
            <a:fld id="{E2BC59F1-9368-4308-AFF4-78B729EF25FE}" type="slidenum">
              <a:rPr lang="en-NZ" smtClean="0"/>
              <a:t>16</a:t>
            </a:fld>
            <a:endParaRPr lang="en-NZ"/>
          </a:p>
        </p:txBody>
      </p:sp>
    </p:spTree>
    <p:extLst>
      <p:ext uri="{BB962C8B-B14F-4D97-AF65-F5344CB8AC3E}">
        <p14:creationId xmlns:p14="http://schemas.microsoft.com/office/powerpoint/2010/main" val="41219657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smtClean="0"/>
              <a:t>Best practice is to avoid caching</a:t>
            </a:r>
            <a:r>
              <a:rPr lang="en-NZ" baseline="0" dirty="0" smtClean="0"/>
              <a:t> refresh tokens yourself – the ADAL takes care of this for you.</a:t>
            </a:r>
          </a:p>
          <a:p>
            <a:endParaRPr lang="en-NZ" baseline="0" dirty="0" smtClean="0"/>
          </a:p>
          <a:p>
            <a:r>
              <a:rPr lang="en-US" baseline="0" dirty="0" smtClean="0"/>
              <a:t>Cached access/refresh tokens are secured using the iOS Keychain SDK</a:t>
            </a:r>
            <a:r>
              <a:rPr lang="en-US" b="0" baseline="0" dirty="0" smtClean="0"/>
              <a:t>: https://developer.apple.com/library/mac/documentation/Security/Conceptual/keychainServConcepts/02concepts/concepts.html</a:t>
            </a:r>
          </a:p>
          <a:p>
            <a:endParaRPr lang="en-US" b="0" baseline="0" dirty="0" smtClean="0"/>
          </a:p>
          <a:p>
            <a:r>
              <a:rPr lang="en-US" b="0" dirty="0" smtClean="0"/>
              <a:t>“</a:t>
            </a:r>
            <a:r>
              <a:rPr lang="en-US" sz="1200" b="0" i="0" kern="1200" dirty="0" smtClean="0">
                <a:solidFill>
                  <a:schemeClr val="tx1"/>
                </a:solidFill>
                <a:effectLst/>
                <a:latin typeface="+mn-lt"/>
                <a:ea typeface="+mn-ea"/>
                <a:cs typeface="+mn-cs"/>
              </a:rPr>
              <a:t>A </a:t>
            </a:r>
            <a:r>
              <a:rPr lang="en-US" sz="1200" b="1" i="0" kern="1200" dirty="0" smtClean="0">
                <a:solidFill>
                  <a:schemeClr val="tx1"/>
                </a:solidFill>
                <a:effectLst/>
                <a:latin typeface="+mn-lt"/>
                <a:ea typeface="+mn-ea"/>
                <a:cs typeface="+mn-cs"/>
              </a:rPr>
              <a:t>keychain </a:t>
            </a:r>
            <a:r>
              <a:rPr lang="en-US" sz="1200" b="0" i="0" kern="1200" dirty="0" smtClean="0">
                <a:solidFill>
                  <a:schemeClr val="tx1"/>
                </a:solidFill>
                <a:effectLst/>
                <a:latin typeface="+mn-lt"/>
                <a:ea typeface="+mn-ea"/>
                <a:cs typeface="+mn-cs"/>
              </a:rPr>
              <a:t>is an encrypted container that holds passwords for multiple applications and secure services. </a:t>
            </a:r>
            <a:r>
              <a:rPr lang="en-US" sz="1200" b="0" i="0" kern="1200" dirty="0" err="1" smtClean="0">
                <a:solidFill>
                  <a:schemeClr val="tx1"/>
                </a:solidFill>
                <a:effectLst/>
                <a:latin typeface="+mn-lt"/>
                <a:ea typeface="+mn-ea"/>
                <a:cs typeface="+mn-cs"/>
              </a:rPr>
              <a:t>Keychains</a:t>
            </a:r>
            <a:r>
              <a:rPr lang="en-US" sz="1200" b="0" i="0" kern="1200" dirty="0" smtClean="0">
                <a:solidFill>
                  <a:schemeClr val="tx1"/>
                </a:solidFill>
                <a:effectLst/>
                <a:latin typeface="+mn-lt"/>
                <a:ea typeface="+mn-ea"/>
                <a:cs typeface="+mn-cs"/>
              </a:rPr>
              <a:t> are </a:t>
            </a:r>
            <a:r>
              <a:rPr lang="en-US" sz="1200" b="1" i="0" kern="1200" dirty="0" smtClean="0">
                <a:solidFill>
                  <a:schemeClr val="tx1"/>
                </a:solidFill>
                <a:effectLst/>
                <a:latin typeface="+mn-lt"/>
                <a:ea typeface="+mn-ea"/>
                <a:cs typeface="+mn-cs"/>
              </a:rPr>
              <a:t>secure storage</a:t>
            </a:r>
            <a:r>
              <a:rPr lang="en-US" sz="1200" b="0" i="0" kern="1200" dirty="0" smtClean="0">
                <a:solidFill>
                  <a:schemeClr val="tx1"/>
                </a:solidFill>
                <a:effectLst/>
                <a:latin typeface="+mn-lt"/>
                <a:ea typeface="+mn-ea"/>
                <a:cs typeface="+mn-cs"/>
              </a:rPr>
              <a:t> containers, which means that when the keychain is </a:t>
            </a:r>
            <a:r>
              <a:rPr lang="en-US" sz="1200" b="1" i="0" kern="1200" dirty="0" smtClean="0">
                <a:solidFill>
                  <a:schemeClr val="tx1"/>
                </a:solidFill>
                <a:effectLst/>
                <a:latin typeface="+mn-lt"/>
                <a:ea typeface="+mn-ea"/>
                <a:cs typeface="+mn-cs"/>
              </a:rPr>
              <a:t>locked</a:t>
            </a:r>
            <a:r>
              <a:rPr lang="en-US" sz="1200" b="0" i="0" kern="1200" dirty="0" smtClean="0">
                <a:solidFill>
                  <a:schemeClr val="tx1"/>
                </a:solidFill>
                <a:effectLst/>
                <a:latin typeface="+mn-lt"/>
                <a:ea typeface="+mn-ea"/>
                <a:cs typeface="+mn-cs"/>
              </a:rPr>
              <a:t>, no one can access its protected contents. In OS X, users can unlock a keychain—thus providing trusted applications access to the contents—by entering a single master password. In iOS, each application always has access to its own keychain items; the user is never asked to unlock the keychain. Whereas in OS X any application can access any keychain item provided the user gives permission, in iOS an application can access only its own keychain items.</a:t>
            </a:r>
            <a:r>
              <a:rPr lang="en-NZ" sz="1200" b="0"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2BC59F1-9368-4308-AFF4-78B729EF25FE}" type="slidenum">
              <a:rPr lang="en-NZ" smtClean="0"/>
              <a:t>20</a:t>
            </a:fld>
            <a:endParaRPr lang="en-NZ"/>
          </a:p>
        </p:txBody>
      </p:sp>
    </p:spTree>
    <p:extLst>
      <p:ext uri="{BB962C8B-B14F-4D97-AF65-F5344CB8AC3E}">
        <p14:creationId xmlns:p14="http://schemas.microsoft.com/office/powerpoint/2010/main" val="2260401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10"/>
          </p:nvPr>
        </p:nvSpPr>
        <p:spPr/>
        <p:txBody>
          <a:bodyPr/>
          <a:lstStyle/>
          <a:p>
            <a:fld id="{E2BC59F1-9368-4308-AFF4-78B729EF25FE}" type="slidenum">
              <a:rPr lang="en-NZ" smtClean="0"/>
              <a:t>21</a:t>
            </a:fld>
            <a:endParaRPr lang="en-NZ"/>
          </a:p>
        </p:txBody>
      </p:sp>
    </p:spTree>
    <p:extLst>
      <p:ext uri="{BB962C8B-B14F-4D97-AF65-F5344CB8AC3E}">
        <p14:creationId xmlns:p14="http://schemas.microsoft.com/office/powerpoint/2010/main" val="28236729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10"/>
          </p:nvPr>
        </p:nvSpPr>
        <p:spPr/>
        <p:txBody>
          <a:bodyPr/>
          <a:lstStyle/>
          <a:p>
            <a:fld id="{E2BC59F1-9368-4308-AFF4-78B729EF25FE}" type="slidenum">
              <a:rPr lang="en-NZ" smtClean="0"/>
              <a:t>23</a:t>
            </a:fld>
            <a:endParaRPr lang="en-NZ"/>
          </a:p>
        </p:txBody>
      </p:sp>
    </p:spTree>
    <p:extLst>
      <p:ext uri="{BB962C8B-B14F-4D97-AF65-F5344CB8AC3E}">
        <p14:creationId xmlns:p14="http://schemas.microsoft.com/office/powerpoint/2010/main" val="33875857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BC59F1-9368-4308-AFF4-78B729EF25FE}" type="slidenum">
              <a:rPr lang="en-NZ" smtClean="0"/>
              <a:t>24</a:t>
            </a:fld>
            <a:endParaRPr lang="en-NZ"/>
          </a:p>
        </p:txBody>
      </p:sp>
    </p:spTree>
    <p:extLst>
      <p:ext uri="{BB962C8B-B14F-4D97-AF65-F5344CB8AC3E}">
        <p14:creationId xmlns:p14="http://schemas.microsoft.com/office/powerpoint/2010/main" val="973789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http://dev.office.com/ios</a:t>
            </a:r>
          </a:p>
          <a:p>
            <a:endParaRPr lang="en-US" dirty="0" smtClean="0"/>
          </a:p>
          <a:p>
            <a:endParaRPr lang="en-NZ" dirty="0"/>
          </a:p>
        </p:txBody>
      </p:sp>
      <p:sp>
        <p:nvSpPr>
          <p:cNvPr id="4" name="Slide Number Placeholder 3"/>
          <p:cNvSpPr>
            <a:spLocks noGrp="1"/>
          </p:cNvSpPr>
          <p:nvPr>
            <p:ph type="sldNum" sz="quarter" idx="10"/>
          </p:nvPr>
        </p:nvSpPr>
        <p:spPr/>
        <p:txBody>
          <a:bodyPr/>
          <a:lstStyle/>
          <a:p>
            <a:fld id="{E2BC59F1-9368-4308-AFF4-78B729EF25FE}" type="slidenum">
              <a:rPr lang="en-NZ" smtClean="0"/>
              <a:t>25</a:t>
            </a:fld>
            <a:endParaRPr lang="en-NZ"/>
          </a:p>
        </p:txBody>
      </p:sp>
    </p:spTree>
    <p:extLst>
      <p:ext uri="{BB962C8B-B14F-4D97-AF65-F5344CB8AC3E}">
        <p14:creationId xmlns:p14="http://schemas.microsoft.com/office/powerpoint/2010/main" val="16891989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10"/>
          </p:nvPr>
        </p:nvSpPr>
        <p:spPr/>
        <p:txBody>
          <a:bodyPr/>
          <a:lstStyle/>
          <a:p>
            <a:fld id="{E2BC59F1-9368-4308-AFF4-78B729EF25FE}" type="slidenum">
              <a:rPr lang="en-NZ" smtClean="0"/>
              <a:t>31</a:t>
            </a:fld>
            <a:endParaRPr lang="en-NZ"/>
          </a:p>
        </p:txBody>
      </p:sp>
    </p:spTree>
    <p:extLst>
      <p:ext uri="{BB962C8B-B14F-4D97-AF65-F5344CB8AC3E}">
        <p14:creationId xmlns:p14="http://schemas.microsoft.com/office/powerpoint/2010/main" val="3071755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BC59F1-9368-4308-AFF4-78B729EF25FE}" type="slidenum">
              <a:rPr lang="en-NZ" smtClean="0"/>
              <a:t>32</a:t>
            </a:fld>
            <a:endParaRPr lang="en-NZ"/>
          </a:p>
        </p:txBody>
      </p:sp>
    </p:spTree>
    <p:extLst>
      <p:ext uri="{BB962C8B-B14F-4D97-AF65-F5344CB8AC3E}">
        <p14:creationId xmlns:p14="http://schemas.microsoft.com/office/powerpoint/2010/main" val="4129700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10"/>
          </p:nvPr>
        </p:nvSpPr>
        <p:spPr/>
        <p:txBody>
          <a:bodyPr/>
          <a:lstStyle/>
          <a:p>
            <a:fld id="{E2BC59F1-9368-4308-AFF4-78B729EF25FE}" type="slidenum">
              <a:rPr lang="en-NZ" smtClean="0"/>
              <a:t>33</a:t>
            </a:fld>
            <a:endParaRPr lang="en-NZ"/>
          </a:p>
        </p:txBody>
      </p:sp>
    </p:spTree>
    <p:extLst>
      <p:ext uri="{BB962C8B-B14F-4D97-AF65-F5344CB8AC3E}">
        <p14:creationId xmlns:p14="http://schemas.microsoft.com/office/powerpoint/2010/main" val="1664510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B079C3B8-7366-4A44-A34B-3977080C19E7}" type="datetime1">
              <a:rPr lang="en-US" smtClean="0">
                <a:solidFill>
                  <a:prstClr val="black"/>
                </a:solidFill>
              </a:rPr>
              <a:pPr/>
              <a:t>10/7/2015</a:t>
            </a:fld>
            <a:endParaRPr lang="en-US" dirty="0">
              <a:solidFill>
                <a:prstClr val="black"/>
              </a:solidFill>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solidFill>
                  <a:prstClr val="black"/>
                </a:solidFill>
              </a:rPr>
              <a:pPr/>
              <a:t>37</a:t>
            </a:fld>
            <a:endParaRPr lang="en-US" dirty="0">
              <a:solidFill>
                <a:prstClr val="black"/>
              </a:solidFill>
            </a:endParaRPr>
          </a:p>
        </p:txBody>
      </p:sp>
      <p:sp>
        <p:nvSpPr>
          <p:cNvPr id="7" name="Header Placeholder 6"/>
          <p:cNvSpPr>
            <a:spLocks noGrp="1"/>
          </p:cNvSpPr>
          <p:nvPr>
            <p:ph type="hdr" sz="quarter" idx="13"/>
          </p:nvPr>
        </p:nvSpPr>
        <p:spPr/>
        <p:txBody>
          <a:bodyPr/>
          <a:lstStyle/>
          <a:p>
            <a:r>
              <a:rPr lang="en-US" smtClean="0">
                <a:solidFill>
                  <a:prstClr val="black"/>
                </a:solidFill>
              </a:rPr>
              <a:t>Build 2014</a:t>
            </a:r>
            <a:endParaRPr lang="en-US" dirty="0">
              <a:solidFill>
                <a:prstClr val="black"/>
              </a:solidFill>
            </a:endParaRPr>
          </a:p>
        </p:txBody>
      </p:sp>
    </p:spTree>
    <p:extLst>
      <p:ext uri="{BB962C8B-B14F-4D97-AF65-F5344CB8AC3E}">
        <p14:creationId xmlns:p14="http://schemas.microsoft.com/office/powerpoint/2010/main" val="42193131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688" rtl="0" eaLnBrk="1" fontAlgn="auto" latinLnBrk="0" hangingPunct="1">
              <a:lnSpc>
                <a:spcPct val="100000"/>
              </a:lnSpc>
              <a:spcBef>
                <a:spcPts val="0"/>
              </a:spcBef>
              <a:spcAft>
                <a:spcPts val="0"/>
              </a:spcAft>
              <a:buClrTx/>
              <a:buSzTx/>
              <a:buFontTx/>
              <a:buNone/>
              <a:tabLst/>
              <a:defRPr/>
            </a:pPr>
            <a:fld id="{B9C3C9DC-C0A3-4640-9A7A-3DC41095AE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32688"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01417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32688" rtl="0" eaLnBrk="1" fontAlgn="auto" latinLnBrk="0" hangingPunct="1">
              <a:lnSpc>
                <a:spcPct val="100000"/>
              </a:lnSpc>
              <a:spcBef>
                <a:spcPts val="0"/>
              </a:spcBef>
              <a:spcAft>
                <a:spcPts val="0"/>
              </a:spcAft>
              <a:buClrTx/>
              <a:buSzTx/>
              <a:buFontTx/>
              <a:buNone/>
              <a:tabLst/>
              <a:defRPr/>
            </a:pPr>
            <a:fld id="{B9C3C9DC-C0A3-4640-9A7A-3DC41095AE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32688"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74196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5.xml"/><Relationship Id="rId4" Type="http://schemas.openxmlformats.org/officeDocument/2006/relationships/image" Target="../media/image12.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jpe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Master" Target="../slideMasters/slideMaster5.xml"/><Relationship Id="rId5" Type="http://schemas.openxmlformats.org/officeDocument/2006/relationships/image" Target="../media/image17.jpeg"/><Relationship Id="rId4" Type="http://schemas.openxmlformats.org/officeDocument/2006/relationships/image" Target="../media/image16.jpe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Master" Target="../slideMasters/slideMaster5.xml"/><Relationship Id="rId4" Type="http://schemas.openxmlformats.org/officeDocument/2006/relationships/image" Target="../media/image18.jpe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7.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7.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Master" Target="../slideMasters/slideMaster8.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8.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9.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9.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9.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949" y="2109542"/>
            <a:ext cx="10240454" cy="997196"/>
          </a:xfrm>
        </p:spPr>
        <p:txBody>
          <a:bodyPr anchor="b" anchorCtr="0"/>
          <a:lstStyle>
            <a:lvl1pPr>
              <a:defRPr sz="7200" spc="-150" baseline="0">
                <a:gradFill>
                  <a:gsLst>
                    <a:gs pos="1250">
                      <a:schemeClr val="bg1"/>
                    </a:gs>
                    <a:gs pos="100000">
                      <a:schemeClr val="bg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949" y="3425825"/>
            <a:ext cx="10240454" cy="498598"/>
          </a:xfrm>
        </p:spPr>
        <p:txBody>
          <a:bodyPr>
            <a:noAutofit/>
          </a:bodyPr>
          <a:lstStyle>
            <a:lvl1pPr marL="0" indent="0">
              <a:spcBef>
                <a:spcPts val="0"/>
              </a:spcBef>
              <a:buNone/>
              <a:defRPr spc="-70" baseline="0">
                <a:gradFill>
                  <a:gsLst>
                    <a:gs pos="0">
                      <a:schemeClr val="bg1"/>
                    </a:gs>
                    <a:gs pos="100000">
                      <a:schemeClr val="bg1"/>
                    </a:gs>
                  </a:gsLst>
                  <a:lin ang="5400000" scaled="0"/>
                </a:gradFill>
                <a:latin typeface="+mj-lt"/>
              </a:defRPr>
            </a:lvl1pPr>
          </a:lstStyle>
          <a:p>
            <a:pPr lvl="0"/>
            <a:r>
              <a:rPr lang="en-US" dirty="0" smtClean="0"/>
              <a:t>Speaker Title</a:t>
            </a:r>
            <a:endParaRPr lang="en-US" dirty="0"/>
          </a:p>
        </p:txBody>
      </p:sp>
      <p:pic>
        <p:nvPicPr>
          <p:cNvPr id="6" name="Pictur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16988" y="4873974"/>
            <a:ext cx="4363274" cy="2046779"/>
          </a:xfrm>
          <a:prstGeom prst="rect">
            <a:avLst/>
          </a:prstGeom>
        </p:spPr>
      </p:pic>
    </p:spTree>
    <p:extLst>
      <p:ext uri="{BB962C8B-B14F-4D97-AF65-F5344CB8AC3E}">
        <p14:creationId xmlns:p14="http://schemas.microsoft.com/office/powerpoint/2010/main" val="306864402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248" y="2819604"/>
            <a:ext cx="11151917" cy="1218795"/>
          </a:xfrm>
        </p:spPr>
        <p:txBody>
          <a:bodyPr anchor="b" anchorCtr="0"/>
          <a:lstStyle>
            <a:lvl1pPr>
              <a:defRPr sz="8800" spc="-300" baseline="0">
                <a:gradFill>
                  <a:gsLst>
                    <a:gs pos="100000">
                      <a:schemeClr val="bg1"/>
                    </a:gs>
                    <a:gs pos="0">
                      <a:schemeClr val="bg1"/>
                    </a:gs>
                  </a:gsLst>
                  <a:lin ang="5400000" scaled="0"/>
                </a:gradFill>
              </a:defRPr>
            </a:lvl1pPr>
          </a:lstStyle>
          <a:p>
            <a:r>
              <a:rPr lang="en-US" dirty="0" smtClean="0"/>
              <a:t>Click to edit title style</a:t>
            </a:r>
            <a:endParaRPr lang="en-US" dirty="0"/>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592100843"/>
      </p:ext>
    </p:extLst>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emo, Video etc. &quot;special&quot; slides">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73392" y="4343401"/>
            <a:ext cx="10240453" cy="461665"/>
          </a:xfrm>
        </p:spPr>
        <p:txBody>
          <a:bodyPr>
            <a:noAutofit/>
          </a:bodyPr>
          <a:lstStyle>
            <a:lvl1pPr marL="0" indent="0" algn="l">
              <a:lnSpc>
                <a:spcPct val="90000"/>
              </a:lnSpc>
              <a:spcBef>
                <a:spcPts val="0"/>
              </a:spcBef>
              <a:buNone/>
              <a:defRPr lang="en-US" sz="3600" kern="1200" spc="-70" baseline="0" dirty="0">
                <a:gradFill>
                  <a:gsLst>
                    <a:gs pos="2083">
                      <a:schemeClr val="bg2"/>
                    </a:gs>
                    <a:gs pos="99000">
                      <a:schemeClr val="bg2"/>
                    </a:gs>
                  </a:gsLst>
                  <a:lin ang="5400000" scaled="0"/>
                </a:gradFill>
                <a:latin typeface="+mj-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pPr marL="0" marR="0" lvl="0" indent="0" algn="l" defTabSz="914363" rtl="0" eaLnBrk="1" fontAlgn="auto" latinLnBrk="0" hangingPunct="1">
              <a:lnSpc>
                <a:spcPct val="90000"/>
              </a:lnSpc>
              <a:spcBef>
                <a:spcPts val="0"/>
              </a:spcBef>
              <a:spcAft>
                <a:spcPts val="0"/>
              </a:spcAft>
              <a:buClrTx/>
              <a:buSzPct val="90000"/>
              <a:buFont typeface="Arial" pitchFamily="34" charset="0"/>
              <a:buNone/>
              <a:tabLst/>
            </a:pPr>
            <a:r>
              <a:rPr lang="en-US" smtClean="0"/>
              <a:t>Click to edit Master subtitle style</a:t>
            </a:r>
            <a:endParaRPr lang="en-US" dirty="0"/>
          </a:p>
        </p:txBody>
      </p:sp>
      <p:sp>
        <p:nvSpPr>
          <p:cNvPr id="7" name="Text Placeholder 6"/>
          <p:cNvSpPr>
            <a:spLocks noGrp="1"/>
          </p:cNvSpPr>
          <p:nvPr>
            <p:ph type="body" sz="quarter" idx="10" hasCustomPrompt="1"/>
          </p:nvPr>
        </p:nvSpPr>
        <p:spPr>
          <a:xfrm>
            <a:off x="973392" y="2739678"/>
            <a:ext cx="10248394" cy="1378644"/>
          </a:xfrm>
        </p:spPr>
        <p:txBody>
          <a:bodyPr anchor="ctr" anchorCtr="0">
            <a:noAutofit/>
            <a:scene3d>
              <a:camera prst="orthographicFront"/>
              <a:lightRig rig="flat" dir="t"/>
            </a:scene3d>
            <a:sp3d>
              <a:contourClr>
                <a:schemeClr val="tx2"/>
              </a:contourClr>
            </a:sp3d>
          </a:bodyPr>
          <a:lstStyle>
            <a:lvl1pPr marL="0" indent="0" algn="l">
              <a:spcBef>
                <a:spcPts val="0"/>
              </a:spcBef>
              <a:buFont typeface="Arial" pitchFamily="34" charset="0"/>
              <a:buNone/>
              <a:defRPr lang="en-US" sz="9600" b="0" kern="1200" cap="none" spc="-400" baseline="0" dirty="0" smtClean="0">
                <a:ln w="3175">
                  <a:noFill/>
                </a:ln>
                <a:gradFill>
                  <a:gsLst>
                    <a:gs pos="100000">
                      <a:schemeClr val="tx2"/>
                    </a:gs>
                    <a:gs pos="0">
                      <a:schemeClr val="tx2"/>
                    </a:gs>
                  </a:gsLst>
                  <a:lin ang="5400000" scaled="0"/>
                </a:gradFill>
                <a:effectLst/>
                <a:latin typeface="+mj-lt"/>
                <a:ea typeface="+mn-ea"/>
                <a:cs typeface="Arial" charset="0"/>
              </a:defRPr>
            </a:lvl1pPr>
          </a:lstStyle>
          <a:p>
            <a:pPr lvl="0"/>
            <a:r>
              <a:rPr lang="en-US" dirty="0" smtClean="0"/>
              <a:t>click to…</a:t>
            </a:r>
          </a:p>
        </p:txBody>
      </p:sp>
      <p:sp>
        <p:nvSpPr>
          <p:cNvPr id="5" name="Text Placeholder 4"/>
          <p:cNvSpPr>
            <a:spLocks noGrp="1"/>
          </p:cNvSpPr>
          <p:nvPr>
            <p:ph type="body" sz="quarter" idx="11"/>
          </p:nvPr>
        </p:nvSpPr>
        <p:spPr>
          <a:xfrm>
            <a:off x="973392" y="1447800"/>
            <a:ext cx="10240454" cy="914096"/>
          </a:xfrm>
        </p:spPr>
        <p:txBody>
          <a:bodyPr wrap="square" anchor="b">
            <a:noAutofit/>
          </a:bodyPr>
          <a:lstStyle>
            <a:lvl1pPr marL="0" indent="0">
              <a:buNone/>
              <a:defRPr sz="6600" spc="-150"/>
            </a:lvl1pPr>
          </a:lstStyle>
          <a:p>
            <a:pPr lvl="0"/>
            <a:r>
              <a:rPr lang="en-US" smtClean="0"/>
              <a:t>Click to edit Master text styles</a:t>
            </a:r>
          </a:p>
        </p:txBody>
      </p:sp>
    </p:spTree>
    <p:extLst>
      <p:ext uri="{BB962C8B-B14F-4D97-AF65-F5344CB8AC3E}">
        <p14:creationId xmlns:p14="http://schemas.microsoft.com/office/powerpoint/2010/main" val="100240327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Content, 2-color, no Bullets">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
        <p:nvSpPr>
          <p:cNvPr id="5" name="Text Placeholder 4"/>
          <p:cNvSpPr>
            <a:spLocks noGrp="1"/>
          </p:cNvSpPr>
          <p:nvPr>
            <p:ph type="body" sz="quarter" idx="10"/>
          </p:nvPr>
        </p:nvSpPr>
        <p:spPr>
          <a:xfrm>
            <a:off x="519248" y="1447799"/>
            <a:ext cx="11151917" cy="1975926"/>
          </a:xfrm>
          <a:prstGeom prst="rect">
            <a:avLst/>
          </a:prstGeom>
        </p:spPr>
        <p:txBody>
          <a:bodyPr/>
          <a:lstStyle>
            <a:lvl1pPr marL="0" indent="0">
              <a:spcBef>
                <a:spcPts val="2400"/>
              </a:spcBef>
              <a:buNone/>
              <a:defRPr sz="4000">
                <a:gradFill>
                  <a:gsLst>
                    <a:gs pos="100000">
                      <a:schemeClr val="tx2"/>
                    </a:gs>
                    <a:gs pos="0">
                      <a:schemeClr val="tx2"/>
                    </a:gs>
                  </a:gsLst>
                  <a:lin ang="5400000" scaled="0"/>
                </a:gradFill>
                <a:latin typeface="+mj-lt"/>
              </a:defRPr>
            </a:lvl1pPr>
            <a:lvl2pPr marL="0" indent="0">
              <a:buNone/>
              <a:defRPr sz="2000">
                <a:gradFill>
                  <a:gsLst>
                    <a:gs pos="100000">
                      <a:schemeClr val="bg2"/>
                    </a:gs>
                    <a:gs pos="6000">
                      <a:schemeClr val="bg2"/>
                    </a:gs>
                  </a:gsLst>
                  <a:lin ang="5400000" scaled="0"/>
                </a:gradFill>
              </a:defRPr>
            </a:lvl2pPr>
            <a:lvl3pPr marL="231775" indent="0">
              <a:buNone/>
              <a:defRPr sz="2000">
                <a:gradFill>
                  <a:gsLst>
                    <a:gs pos="100000">
                      <a:schemeClr val="bg2"/>
                    </a:gs>
                    <a:gs pos="6000">
                      <a:schemeClr val="bg2"/>
                    </a:gs>
                  </a:gsLst>
                  <a:lin ang="5400000" scaled="0"/>
                </a:gradFill>
              </a:defRPr>
            </a:lvl3pPr>
            <a:lvl4pPr marL="457200" indent="0">
              <a:buNone/>
              <a:defRPr sz="2000">
                <a:gradFill>
                  <a:gsLst>
                    <a:gs pos="100000">
                      <a:schemeClr val="bg2"/>
                    </a:gs>
                    <a:gs pos="6000">
                      <a:schemeClr val="bg2"/>
                    </a:gs>
                  </a:gsLst>
                  <a:lin ang="5400000" scaled="0"/>
                </a:gradFill>
              </a:defRPr>
            </a:lvl4pPr>
            <a:lvl5pPr marL="693738" indent="0">
              <a:buNone/>
              <a:defRPr sz="2000">
                <a:gradFill>
                  <a:gsLst>
                    <a:gs pos="100000">
                      <a:schemeClr val="bg2"/>
                    </a:gs>
                    <a:gs pos="600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914983379"/>
      </p:ext>
    </p:extLst>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248" y="1447799"/>
            <a:ext cx="11151917" cy="1975926"/>
          </a:xfrm>
          <a:prstGeom prst="rect">
            <a:avLst/>
          </a:prstGeom>
        </p:spPr>
        <p:txBody>
          <a:bodyPr/>
          <a:lstStyle>
            <a:lvl1pPr marL="0" indent="0">
              <a:spcBef>
                <a:spcPts val="2400"/>
              </a:spcBef>
              <a:buNone/>
              <a:defRPr sz="4000">
                <a:gradFill>
                  <a:gsLst>
                    <a:gs pos="100000">
                      <a:schemeClr val="bg2"/>
                    </a:gs>
                    <a:gs pos="0">
                      <a:schemeClr val="bg2"/>
                    </a:gs>
                  </a:gsLst>
                  <a:lin ang="5400000" scaled="0"/>
                </a:gradFill>
                <a:latin typeface="+mj-lt"/>
              </a:defRPr>
            </a:lvl1pPr>
            <a:lvl2pPr marL="0" indent="0">
              <a:buNone/>
              <a:defRPr sz="2000">
                <a:gradFill>
                  <a:gsLst>
                    <a:gs pos="100000">
                      <a:schemeClr val="bg2"/>
                    </a:gs>
                    <a:gs pos="0">
                      <a:schemeClr val="bg2"/>
                    </a:gs>
                  </a:gsLst>
                  <a:lin ang="5400000" scaled="0"/>
                </a:gradFill>
              </a:defRPr>
            </a:lvl2pPr>
            <a:lvl3pPr marL="231775" indent="0">
              <a:buNone/>
              <a:defRPr sz="2000">
                <a:gradFill>
                  <a:gsLst>
                    <a:gs pos="100000">
                      <a:schemeClr val="bg2"/>
                    </a:gs>
                    <a:gs pos="0">
                      <a:schemeClr val="bg2"/>
                    </a:gs>
                  </a:gsLst>
                  <a:lin ang="5400000" scaled="0"/>
                </a:gradFill>
              </a:defRPr>
            </a:lvl3pPr>
            <a:lvl4pPr marL="457200" indent="0">
              <a:buNone/>
              <a:defRPr sz="2000">
                <a:gradFill>
                  <a:gsLst>
                    <a:gs pos="100000">
                      <a:schemeClr val="bg2"/>
                    </a:gs>
                    <a:gs pos="0">
                      <a:schemeClr val="bg2"/>
                    </a:gs>
                  </a:gsLst>
                  <a:lin ang="5400000" scaled="0"/>
                </a:gradFill>
              </a:defRPr>
            </a:lvl4pPr>
            <a:lvl5pPr marL="693738" indent="0">
              <a:buNone/>
              <a:defRPr sz="2000">
                <a:gradFill>
                  <a:gsLst>
                    <a:gs pos="100000">
                      <a:schemeClr val="bg2"/>
                    </a:gs>
                    <a:gs pos="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1025005792"/>
      </p:ext>
    </p:extLst>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Content w/Bullets">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799"/>
            <a:ext cx="11151917" cy="2043636"/>
          </a:xfrm>
          <a:prstGeom prst="rect">
            <a:avLst/>
          </a:prstGeom>
        </p:spPr>
        <p:txBody>
          <a:bodyPr/>
          <a:lstStyle>
            <a:lvl1pPr marL="284163" indent="-284163">
              <a:buFont typeface="Wingdings" pitchFamily="2" charset="2"/>
              <a:buChar char=""/>
              <a:defRPr sz="4000"/>
            </a:lvl1pPr>
            <a:lvl2pPr marL="517525" indent="-233363">
              <a:buFont typeface="Wingdings" pitchFamily="2" charset="2"/>
              <a:buChar char=""/>
              <a:defRPr>
                <a:latin typeface="+mn-lt"/>
              </a:defRPr>
            </a:lvl2pPr>
            <a:lvl3pPr marL="741363" indent="-223838">
              <a:buFont typeface="Wingdings" pitchFamily="2" charset="2"/>
              <a:buChar char=""/>
              <a:tabLst/>
              <a:defRPr>
                <a:latin typeface="+mn-lt"/>
              </a:defRPr>
            </a:lvl3pPr>
            <a:lvl4pPr marL="914400" indent="-173038">
              <a:buFont typeface="Wingdings" pitchFamily="2" charset="2"/>
              <a:buChar char=""/>
              <a:defRPr>
                <a:latin typeface="+mn-lt"/>
              </a:defRPr>
            </a:lvl4pPr>
            <a:lvl5pPr marL="1087438" indent="-173038">
              <a:buFont typeface="Wingdings" pitchFamily="2" charset="2"/>
              <a:buChar char=""/>
              <a:tabLst/>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9"/>
          <p:cNvSpPr>
            <a:spLocks noGrp="1"/>
          </p:cNvSpPr>
          <p:nvPr>
            <p:ph type="sldNum" sz="quarter" idx="12"/>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4003581016"/>
      </p:ext>
    </p:extLst>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mp; 2-Content, 2-color,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520836" y="1447801"/>
            <a:ext cx="5396365" cy="2462213"/>
          </a:xfrm>
        </p:spPr>
        <p:txBody>
          <a:bodyPr/>
          <a:lstStyle>
            <a:lvl1pPr marL="0" indent="0">
              <a:spcBef>
                <a:spcPts val="1200"/>
              </a:spcBef>
              <a:buNone/>
              <a:defRPr sz="4000">
                <a:gradFill>
                  <a:gsLst>
                    <a:gs pos="100000">
                      <a:schemeClr val="tx2"/>
                    </a:gs>
                    <a:gs pos="0">
                      <a:schemeClr val="tx2"/>
                    </a:gs>
                  </a:gsLst>
                  <a:lin ang="5400000" scaled="0"/>
                </a:gradFill>
                <a:latin typeface="+mj-lt"/>
              </a:defRPr>
            </a:lvl1pPr>
            <a:lvl2pPr marL="0" indent="0">
              <a:buNone/>
              <a:defRPr sz="2000"/>
            </a:lvl2pPr>
            <a:lvl3pPr marL="233363" indent="0">
              <a:buNone/>
              <a:defRPr sz="2000"/>
            </a:lvl3pPr>
            <a:lvl4pPr marL="457200" indent="0">
              <a:buNone/>
              <a:defRPr sz="2000"/>
            </a:lvl4pPr>
            <a:lvl5pPr marL="693738" indent="0">
              <a:buNone/>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8"/>
          <p:cNvSpPr>
            <a:spLocks noGrp="1"/>
          </p:cNvSpPr>
          <p:nvPr>
            <p:ph type="body" sz="quarter" idx="12"/>
          </p:nvPr>
        </p:nvSpPr>
        <p:spPr>
          <a:xfrm>
            <a:off x="6279563" y="1447801"/>
            <a:ext cx="5396365" cy="2462213"/>
          </a:xfrm>
        </p:spPr>
        <p:txBody>
          <a:bodyPr/>
          <a:lstStyle>
            <a:lvl1pPr marL="0" indent="0">
              <a:spcBef>
                <a:spcPts val="1200"/>
              </a:spcBef>
              <a:buNone/>
              <a:defRPr lang="en-US" sz="4000" kern="1200" spc="-70" baseline="0" dirty="0" smtClean="0">
                <a:gradFill>
                  <a:gsLst>
                    <a:gs pos="100000">
                      <a:schemeClr val="tx2"/>
                    </a:gs>
                    <a:gs pos="0">
                      <a:schemeClr val="tx2"/>
                    </a:gs>
                  </a:gsLst>
                  <a:lin ang="5400000" scaled="0"/>
                </a:gradFill>
                <a:latin typeface="+mj-lt"/>
                <a:ea typeface="+mn-ea"/>
                <a:cs typeface="+mn-cs"/>
              </a:defRPr>
            </a:lvl1pPr>
            <a:lvl2pPr marL="31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250">
                      <a:schemeClr val="bg2"/>
                    </a:gs>
                    <a:gs pos="100000">
                      <a:schemeClr val="bg2"/>
                    </a:gs>
                  </a:gsLst>
                  <a:lin ang="5400000" scaled="0"/>
                </a:gradFill>
                <a:latin typeface="+mn-lt"/>
                <a:ea typeface="+mn-ea"/>
                <a:cs typeface="+mn-cs"/>
              </a:defRPr>
            </a:lvl2pPr>
            <a:lvl3pPr marL="233363"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250">
                      <a:schemeClr val="bg2"/>
                    </a:gs>
                    <a:gs pos="100000">
                      <a:schemeClr val="bg2"/>
                    </a:gs>
                  </a:gsLst>
                  <a:lin ang="5400000" scaled="0"/>
                </a:gradFill>
                <a:latin typeface="+mn-lt"/>
                <a:ea typeface="+mn-ea"/>
                <a:cs typeface="+mn-cs"/>
              </a:defRPr>
            </a:lvl3pPr>
            <a:lvl4pPr marL="4603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250">
                      <a:schemeClr val="bg2"/>
                    </a:gs>
                    <a:gs pos="100000">
                      <a:schemeClr val="bg2"/>
                    </a:gs>
                  </a:gsLst>
                  <a:lin ang="5400000" scaled="0"/>
                </a:gradFill>
                <a:latin typeface="+mn-lt"/>
                <a:ea typeface="+mn-ea"/>
                <a:cs typeface="+mn-cs"/>
              </a:defRPr>
            </a:lvl4pPr>
            <a:lvl5pPr marL="687388"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a:gradFill>
                  <a:gsLst>
                    <a:gs pos="1250">
                      <a:schemeClr val="bg2"/>
                    </a:gs>
                    <a:gs pos="100000">
                      <a:schemeClr val="bg2"/>
                    </a:gs>
                  </a:gsLst>
                  <a:lin ang="5400000" scaled="0"/>
                </a:gradFill>
                <a:latin typeface="+mn-lt"/>
                <a:ea typeface="+mn-ea"/>
                <a:cs typeface="+mn-cs"/>
              </a:defRPr>
            </a:lvl5pPr>
          </a:lstStyle>
          <a:p>
            <a:pPr marL="0" marR="0" lvl="0"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Click to edit Master text styles</a:t>
            </a:r>
          </a:p>
          <a:p>
            <a:pPr marL="0" marR="0" lvl="1"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Second level</a:t>
            </a:r>
          </a:p>
          <a:p>
            <a:pPr marL="0" marR="0" lvl="2"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Third level</a:t>
            </a:r>
          </a:p>
          <a:p>
            <a:pPr marL="0" marR="0" lvl="3"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Fourth level</a:t>
            </a:r>
          </a:p>
          <a:p>
            <a:pPr marL="0" marR="0" lvl="4"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Fifth level</a:t>
            </a:r>
            <a:endParaRPr lang="en-US" dirty="0"/>
          </a:p>
        </p:txBody>
      </p:sp>
      <p:sp>
        <p:nvSpPr>
          <p:cNvPr id="7" name="Slide Number Placeholder 9"/>
          <p:cNvSpPr>
            <a:spLocks noGrp="1"/>
          </p:cNvSpPr>
          <p:nvPr>
            <p:ph type="sldNum" sz="quarter" idx="13"/>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3749104370"/>
      </p:ext>
    </p:extLst>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Conten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520836" y="1447801"/>
            <a:ext cx="5396365" cy="2462213"/>
          </a:xfrm>
        </p:spPr>
        <p:txBody>
          <a:bodyPr/>
          <a:lstStyle>
            <a:lvl1pPr marL="0" indent="0">
              <a:spcBef>
                <a:spcPts val="1200"/>
              </a:spcBef>
              <a:buNone/>
              <a:defRPr sz="4000">
                <a:gradFill>
                  <a:gsLst>
                    <a:gs pos="1000">
                      <a:schemeClr val="bg2"/>
                    </a:gs>
                    <a:gs pos="98000">
                      <a:schemeClr val="bg2"/>
                    </a:gs>
                  </a:gsLst>
                  <a:lin ang="5400000" scaled="0"/>
                </a:gradFill>
                <a:latin typeface="+mj-lt"/>
              </a:defRPr>
            </a:lvl1pPr>
            <a:lvl2pPr marL="0" indent="0">
              <a:buNone/>
              <a:defRPr sz="2000">
                <a:gradFill>
                  <a:gsLst>
                    <a:gs pos="1000">
                      <a:schemeClr val="bg2"/>
                    </a:gs>
                    <a:gs pos="98000">
                      <a:schemeClr val="bg2"/>
                    </a:gs>
                  </a:gsLst>
                  <a:lin ang="5400000" scaled="0"/>
                </a:gradFill>
              </a:defRPr>
            </a:lvl2pPr>
            <a:lvl3pPr marL="233363" indent="0">
              <a:buNone/>
              <a:defRPr sz="2000">
                <a:gradFill>
                  <a:gsLst>
                    <a:gs pos="1000">
                      <a:schemeClr val="bg2"/>
                    </a:gs>
                    <a:gs pos="98000">
                      <a:schemeClr val="bg2"/>
                    </a:gs>
                  </a:gsLst>
                  <a:lin ang="5400000" scaled="0"/>
                </a:gradFill>
              </a:defRPr>
            </a:lvl3pPr>
            <a:lvl4pPr marL="457200" indent="0">
              <a:buNone/>
              <a:defRPr sz="2000">
                <a:gradFill>
                  <a:gsLst>
                    <a:gs pos="1000">
                      <a:schemeClr val="bg2"/>
                    </a:gs>
                    <a:gs pos="98000">
                      <a:schemeClr val="bg2"/>
                    </a:gs>
                  </a:gsLst>
                  <a:lin ang="5400000" scaled="0"/>
                </a:gradFill>
              </a:defRPr>
            </a:lvl4pPr>
            <a:lvl5pPr marL="693738" indent="0">
              <a:buNone/>
              <a:defRPr sz="2000">
                <a:gradFill>
                  <a:gsLst>
                    <a:gs pos="1000">
                      <a:schemeClr val="bg2"/>
                    </a:gs>
                    <a:gs pos="9800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8"/>
          <p:cNvSpPr>
            <a:spLocks noGrp="1"/>
          </p:cNvSpPr>
          <p:nvPr>
            <p:ph type="body" sz="quarter" idx="12"/>
          </p:nvPr>
        </p:nvSpPr>
        <p:spPr>
          <a:xfrm>
            <a:off x="6279563" y="1447801"/>
            <a:ext cx="5396365" cy="2462213"/>
          </a:xfrm>
        </p:spPr>
        <p:txBody>
          <a:bodyPr/>
          <a:lstStyle>
            <a:lvl1pPr marL="0" indent="0">
              <a:spcBef>
                <a:spcPts val="1200"/>
              </a:spcBef>
              <a:buNone/>
              <a:defRPr lang="en-US" sz="4000" kern="1200" spc="-70" baseline="0" dirty="0" smtClean="0">
                <a:gradFill>
                  <a:gsLst>
                    <a:gs pos="1000">
                      <a:schemeClr val="bg2"/>
                    </a:gs>
                    <a:gs pos="98000">
                      <a:schemeClr val="bg2"/>
                    </a:gs>
                  </a:gsLst>
                  <a:lin ang="5400000" scaled="0"/>
                </a:gradFill>
                <a:latin typeface="+mj-lt"/>
                <a:ea typeface="+mn-ea"/>
                <a:cs typeface="+mn-cs"/>
              </a:defRPr>
            </a:lvl1pPr>
            <a:lvl2pPr marL="31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000">
                      <a:schemeClr val="bg2"/>
                    </a:gs>
                    <a:gs pos="98000">
                      <a:schemeClr val="bg2"/>
                    </a:gs>
                  </a:gsLst>
                  <a:lin ang="5400000" scaled="0"/>
                </a:gradFill>
                <a:latin typeface="+mn-lt"/>
                <a:ea typeface="+mn-ea"/>
                <a:cs typeface="+mn-cs"/>
              </a:defRPr>
            </a:lvl2pPr>
            <a:lvl3pPr marL="233363"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000">
                      <a:schemeClr val="bg2"/>
                    </a:gs>
                    <a:gs pos="98000">
                      <a:schemeClr val="bg2"/>
                    </a:gs>
                  </a:gsLst>
                  <a:lin ang="5400000" scaled="0"/>
                </a:gradFill>
                <a:latin typeface="+mn-lt"/>
                <a:ea typeface="+mn-ea"/>
                <a:cs typeface="+mn-cs"/>
              </a:defRPr>
            </a:lvl3pPr>
            <a:lvl4pPr marL="460375"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000">
                      <a:schemeClr val="bg2"/>
                    </a:gs>
                    <a:gs pos="98000">
                      <a:schemeClr val="bg2"/>
                    </a:gs>
                  </a:gsLst>
                  <a:lin ang="5400000" scaled="0"/>
                </a:gradFill>
                <a:latin typeface="+mn-lt"/>
                <a:ea typeface="+mn-ea"/>
                <a:cs typeface="+mn-cs"/>
              </a:defRPr>
            </a:lvl4pPr>
            <a:lvl5pPr marL="687388" marR="0" indent="0" algn="l" defTabSz="914363"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a:gradFill>
                  <a:gsLst>
                    <a:gs pos="1000">
                      <a:schemeClr val="bg2"/>
                    </a:gs>
                    <a:gs pos="98000">
                      <a:schemeClr val="bg2"/>
                    </a:gs>
                  </a:gsLst>
                  <a:lin ang="5400000" scaled="0"/>
                </a:gradFill>
                <a:latin typeface="+mn-lt"/>
                <a:ea typeface="+mn-ea"/>
                <a:cs typeface="+mn-cs"/>
              </a:defRPr>
            </a:lvl5pPr>
          </a:lstStyle>
          <a:p>
            <a:pPr marL="0" marR="0" lvl="0"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Click to edit Master text styles</a:t>
            </a:r>
          </a:p>
          <a:p>
            <a:pPr marL="0" marR="0" lvl="1"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Second level</a:t>
            </a:r>
          </a:p>
          <a:p>
            <a:pPr marL="0" marR="0" lvl="2"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Third level</a:t>
            </a:r>
          </a:p>
          <a:p>
            <a:pPr marL="0" marR="0" lvl="3"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Fourth level</a:t>
            </a:r>
          </a:p>
          <a:p>
            <a:pPr marL="0" marR="0" lvl="4" indent="0" algn="l" defTabSz="914363" rtl="0" eaLnBrk="1" fontAlgn="auto" latinLnBrk="0" hangingPunct="1">
              <a:lnSpc>
                <a:spcPct val="90000"/>
              </a:lnSpc>
              <a:spcBef>
                <a:spcPct val="20000"/>
              </a:spcBef>
              <a:spcAft>
                <a:spcPts val="0"/>
              </a:spcAft>
              <a:buClrTx/>
              <a:buSzPct val="90000"/>
              <a:buFont typeface="Arial" pitchFamily="34" charset="0"/>
              <a:buNone/>
              <a:tabLst/>
            </a:pPr>
            <a:r>
              <a:rPr lang="en-US" smtClean="0"/>
              <a:t>Fifth level</a:t>
            </a:r>
            <a:endParaRPr lang="en-US" dirty="0"/>
          </a:p>
        </p:txBody>
      </p:sp>
      <p:sp>
        <p:nvSpPr>
          <p:cNvPr id="7" name="Slide Number Placeholder 9"/>
          <p:cNvSpPr>
            <a:spLocks noGrp="1"/>
          </p:cNvSpPr>
          <p:nvPr>
            <p:ph type="sldNum" sz="quarter" idx="13"/>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21826283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mp; 2-Content w/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Text Placeholder 3"/>
          <p:cNvSpPr>
            <a:spLocks noGrp="1"/>
          </p:cNvSpPr>
          <p:nvPr>
            <p:ph type="body" sz="quarter" idx="10"/>
          </p:nvPr>
        </p:nvSpPr>
        <p:spPr>
          <a:xfrm>
            <a:off x="520836" y="1447801"/>
            <a:ext cx="5396365" cy="2351413"/>
          </a:xfrm>
        </p:spPr>
        <p:txBody>
          <a:bodyPr>
            <a:spAutoFit/>
          </a:bodyPr>
          <a:lstStyle>
            <a:lvl1pPr marL="292100" indent="-292100">
              <a:spcBef>
                <a:spcPts val="1200"/>
              </a:spcBef>
              <a:buClr>
                <a:schemeClr val="bg2"/>
              </a:buClr>
              <a:buSzPct val="100000"/>
              <a:buFont typeface="Wingdings" pitchFamily="2" charset="2"/>
              <a:buChar char=""/>
              <a:defRPr lang="en-US" sz="3600" kern="1200" spc="-70" baseline="0" dirty="0" smtClean="0">
                <a:gradFill>
                  <a:gsLst>
                    <a:gs pos="1250">
                      <a:schemeClr val="bg2"/>
                    </a:gs>
                    <a:gs pos="100000">
                      <a:schemeClr val="bg2"/>
                    </a:gs>
                  </a:gsLst>
                  <a:lin ang="5400000" scaled="0"/>
                </a:gradFill>
                <a:latin typeface="+mj-lt"/>
                <a:ea typeface="+mn-ea"/>
                <a:cs typeface="+mn-cs"/>
              </a:defRPr>
            </a:lvl1pPr>
            <a:lvl2pPr marL="520700" indent="-228600">
              <a:defRPr sz="2000"/>
            </a:lvl2pPr>
            <a:lvl3pPr marL="685800" indent="-165100">
              <a:tabLst/>
              <a:defRPr sz="2000"/>
            </a:lvl3pPr>
            <a:lvl4pPr marL="863600" indent="-177800">
              <a:defRPr/>
            </a:lvl4pPr>
            <a:lvl5pPr marL="1028700" indent="-165100">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ext Placeholder 6"/>
          <p:cNvSpPr>
            <a:spLocks noGrp="1"/>
          </p:cNvSpPr>
          <p:nvPr>
            <p:ph type="body" sz="quarter" idx="11"/>
          </p:nvPr>
        </p:nvSpPr>
        <p:spPr>
          <a:xfrm>
            <a:off x="6279563" y="1447801"/>
            <a:ext cx="5396365" cy="2720745"/>
          </a:xfrm>
        </p:spPr>
        <p:txBody>
          <a:bodyPr>
            <a:spAutoFit/>
          </a:bodyPr>
          <a:lstStyle>
            <a:lvl1pPr marL="339725" indent="-339725">
              <a:spcBef>
                <a:spcPts val="1200"/>
              </a:spcBef>
              <a:buClr>
                <a:schemeClr val="bg2"/>
              </a:buClr>
              <a:buFont typeface="Arial" pitchFamily="34" charset="0"/>
              <a:buChar char="•"/>
              <a:defRPr lang="en-US" sz="3600" kern="1200" spc="-70" baseline="0" dirty="0" smtClean="0">
                <a:gradFill>
                  <a:gsLst>
                    <a:gs pos="1250">
                      <a:schemeClr val="bg2"/>
                    </a:gs>
                    <a:gs pos="100000">
                      <a:schemeClr val="bg2"/>
                    </a:gs>
                  </a:gsLst>
                  <a:lin ang="5400000" scaled="0"/>
                </a:gradFill>
                <a:latin typeface="+mj-lt"/>
                <a:ea typeface="+mn-ea"/>
                <a:cs typeface="+mn-cs"/>
              </a:defRPr>
            </a:lvl1pPr>
            <a:lvl2pPr marL="635000" indent="-342900">
              <a:defRPr lang="en-US" sz="2000" kern="1200" spc="0" baseline="0" dirty="0" smtClean="0">
                <a:gradFill>
                  <a:gsLst>
                    <a:gs pos="1250">
                      <a:schemeClr val="bg2"/>
                    </a:gs>
                    <a:gs pos="100000">
                      <a:schemeClr val="bg2"/>
                    </a:gs>
                  </a:gsLst>
                  <a:lin ang="5400000" scaled="0"/>
                </a:gradFill>
                <a:latin typeface="+mn-lt"/>
                <a:ea typeface="+mn-ea"/>
                <a:cs typeface="+mn-cs"/>
              </a:defRPr>
            </a:lvl2pPr>
            <a:lvl3pPr marL="863600" indent="-342900">
              <a:defRPr lang="en-US" sz="2000" kern="1200" spc="0" baseline="0" dirty="0" smtClean="0">
                <a:gradFill>
                  <a:gsLst>
                    <a:gs pos="1250">
                      <a:schemeClr val="bg2"/>
                    </a:gs>
                    <a:gs pos="100000">
                      <a:schemeClr val="bg2"/>
                    </a:gs>
                  </a:gsLst>
                  <a:lin ang="5400000" scaled="0"/>
                </a:gradFill>
                <a:latin typeface="+mn-lt"/>
                <a:ea typeface="+mn-ea"/>
                <a:cs typeface="+mn-cs"/>
              </a:defRPr>
            </a:lvl3pPr>
            <a:lvl4pPr marL="1028700" indent="-342900">
              <a:defRPr lang="en-US" sz="2000" kern="1200" spc="0" baseline="0" dirty="0" smtClean="0">
                <a:gradFill>
                  <a:gsLst>
                    <a:gs pos="1250">
                      <a:schemeClr val="bg2"/>
                    </a:gs>
                    <a:gs pos="100000">
                      <a:schemeClr val="bg2"/>
                    </a:gs>
                  </a:gsLst>
                  <a:lin ang="5400000" scaled="0"/>
                </a:gradFill>
                <a:latin typeface="+mn-lt"/>
                <a:ea typeface="+mn-ea"/>
                <a:cs typeface="+mn-cs"/>
              </a:defRPr>
            </a:lvl4pPr>
            <a:lvl5pPr marL="1206500" indent="-342900">
              <a:defRPr lang="en-US" sz="2000" kern="1200" spc="0" baseline="0" dirty="0">
                <a:gradFill>
                  <a:gsLst>
                    <a:gs pos="1250">
                      <a:schemeClr val="bg2"/>
                    </a:gs>
                    <a:gs pos="100000">
                      <a:schemeClr val="bg2"/>
                    </a:gs>
                  </a:gsLst>
                  <a:lin ang="5400000" scaled="0"/>
                </a:gradFill>
                <a:latin typeface="+mn-lt"/>
                <a:ea typeface="+mn-ea"/>
                <a:cs typeface="+mn-cs"/>
              </a:defRPr>
            </a:lvl5pPr>
          </a:lstStyle>
          <a:p>
            <a:pPr marL="292100" marR="0" lvl="0" indent="-292100" algn="l" defTabSz="914363"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Click to edit Master text styles</a:t>
            </a:r>
          </a:p>
          <a:p>
            <a:pPr marL="292100" marR="0" lvl="1" indent="-292100" algn="l" defTabSz="914363"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Second level</a:t>
            </a:r>
          </a:p>
          <a:p>
            <a:pPr marL="292100" marR="0" lvl="2" indent="-292100" algn="l" defTabSz="914363"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Third level</a:t>
            </a:r>
          </a:p>
          <a:p>
            <a:pPr marL="292100" marR="0" lvl="3" indent="-292100" algn="l" defTabSz="914363"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Fourth level</a:t>
            </a:r>
          </a:p>
          <a:p>
            <a:pPr marL="292100" marR="0" lvl="4" indent="-292100" algn="l" defTabSz="914363"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Fifth level</a:t>
            </a:r>
            <a:endParaRPr lang="en-US" dirty="0"/>
          </a:p>
        </p:txBody>
      </p:sp>
      <p:sp>
        <p:nvSpPr>
          <p:cNvPr id="6" name="Slide Number Placeholder 9"/>
          <p:cNvSpPr>
            <a:spLocks noGrp="1"/>
          </p:cNvSpPr>
          <p:nvPr>
            <p:ph type="sldNum" sz="quarter" idx="12"/>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3651380539"/>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Large &amp; Small Content 2">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835" y="1447801"/>
            <a:ext cx="5434948" cy="1661993"/>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smtClean="0"/>
              <a:t>Click to edit Master text styles.</a:t>
            </a:r>
          </a:p>
        </p:txBody>
      </p:sp>
      <p:sp>
        <p:nvSpPr>
          <p:cNvPr id="6" name="Content Placeholder 5"/>
          <p:cNvSpPr>
            <a:spLocks noGrp="1"/>
          </p:cNvSpPr>
          <p:nvPr>
            <p:ph sz="quarter" idx="4"/>
          </p:nvPr>
        </p:nvSpPr>
        <p:spPr>
          <a:xfrm>
            <a:off x="6189761" y="1681905"/>
            <a:ext cx="5486169" cy="332399"/>
          </a:xfrm>
          <a:prstGeom prst="rect">
            <a:avLst/>
          </a:prstGeom>
        </p:spPr>
        <p:txBody>
          <a:bodyPr>
            <a:noAutofit/>
          </a:bodyPr>
          <a:lstStyle>
            <a:lvl1pPr marL="0" indent="0">
              <a:spcBef>
                <a:spcPts val="1200"/>
              </a:spcBef>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240" indent="-380933">
              <a:defRPr lang="en-US" sz="2100" kern="1200" dirty="0" smtClean="0">
                <a:solidFill>
                  <a:schemeClr val="bg2">
                    <a:lumMod val="50000"/>
                  </a:schemeClr>
                </a:solidFill>
                <a:latin typeface="+mn-lt"/>
                <a:ea typeface="+mn-ea"/>
                <a:cs typeface="Arial" pitchFamily="34" charset="0"/>
              </a:defRPr>
            </a:lvl2pPr>
            <a:lvl3pPr marL="914240" indent="-228560">
              <a:defRPr lang="en-US" sz="1900" kern="1200" dirty="0" smtClean="0">
                <a:solidFill>
                  <a:schemeClr val="bg2">
                    <a:lumMod val="50000"/>
                  </a:schemeClr>
                </a:solidFill>
                <a:latin typeface="+mn-lt"/>
                <a:ea typeface="+mn-ea"/>
                <a:cs typeface="Arial" pitchFamily="34" charset="0"/>
              </a:defRPr>
            </a:lvl3pPr>
            <a:lvl4pPr marL="1218987" indent="-228560">
              <a:defRPr lang="en-US" sz="1600" kern="1200" dirty="0" smtClean="0">
                <a:solidFill>
                  <a:schemeClr val="bg2">
                    <a:lumMod val="50000"/>
                  </a:schemeClr>
                </a:solidFill>
                <a:latin typeface="+mn-lt"/>
                <a:ea typeface="+mn-ea"/>
                <a:cs typeface="Arial" pitchFamily="34" charset="0"/>
              </a:defRPr>
            </a:lvl4pPr>
            <a:lvl5pPr marL="1447547" indent="-228560">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12" name="Title 11"/>
          <p:cNvSpPr>
            <a:spLocks noGrp="1"/>
          </p:cNvSpPr>
          <p:nvPr>
            <p:ph type="title"/>
          </p:nvPr>
        </p:nvSpPr>
        <p:spPr/>
        <p:txBody>
          <a:bodyPr>
            <a:noAutofit/>
          </a:bodyPr>
          <a:lstStyle>
            <a:lvl1pPr>
              <a:defRPr/>
            </a:lvl1pPr>
          </a:lstStyle>
          <a:p>
            <a:r>
              <a:rPr lang="en-US" smtClean="0"/>
              <a:t>Click to edit Master title style</a:t>
            </a:r>
            <a:endParaRPr lang="en-US" dirty="0"/>
          </a:p>
        </p:txBody>
      </p:sp>
      <p:sp>
        <p:nvSpPr>
          <p:cNvPr id="10" name="Slide Number Placeholder 9"/>
          <p:cNvSpPr>
            <a:spLocks noGrp="1"/>
          </p:cNvSpPr>
          <p:nvPr>
            <p:ph type="sldNum" sz="quarter" idx="12"/>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213812459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Photo on Righ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835" y="1447801"/>
            <a:ext cx="5434948" cy="1178442"/>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smtClean="0"/>
              <a:t>Click to edit Master text styles.</a:t>
            </a:r>
          </a:p>
        </p:txBody>
      </p:sp>
      <p:sp>
        <p:nvSpPr>
          <p:cNvPr id="10" name="Slide Number Placeholder 9"/>
          <p:cNvSpPr>
            <a:spLocks noGrp="1"/>
          </p:cNvSpPr>
          <p:nvPr>
            <p:ph type="sldNum" sz="quarter" idx="12"/>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sp>
        <p:nvSpPr>
          <p:cNvPr id="9" name="Content Placeholder 5"/>
          <p:cNvSpPr>
            <a:spLocks noGrp="1"/>
          </p:cNvSpPr>
          <p:nvPr>
            <p:ph sz="quarter" idx="13"/>
          </p:nvPr>
        </p:nvSpPr>
        <p:spPr>
          <a:xfrm>
            <a:off x="520835" y="2734985"/>
            <a:ext cx="5445583" cy="60939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240" indent="-380933">
              <a:defRPr lang="en-US" sz="2100" kern="1200" dirty="0" smtClean="0">
                <a:solidFill>
                  <a:schemeClr val="bg2">
                    <a:lumMod val="50000"/>
                  </a:schemeClr>
                </a:solidFill>
                <a:latin typeface="+mn-lt"/>
                <a:ea typeface="+mn-ea"/>
                <a:cs typeface="Arial" pitchFamily="34" charset="0"/>
              </a:defRPr>
            </a:lvl2pPr>
            <a:lvl3pPr marL="914240" indent="-228560">
              <a:defRPr lang="en-US" sz="1900" kern="1200" dirty="0" smtClean="0">
                <a:solidFill>
                  <a:schemeClr val="bg2">
                    <a:lumMod val="50000"/>
                  </a:schemeClr>
                </a:solidFill>
                <a:latin typeface="+mn-lt"/>
                <a:ea typeface="+mn-ea"/>
                <a:cs typeface="Arial" pitchFamily="34" charset="0"/>
              </a:defRPr>
            </a:lvl3pPr>
            <a:lvl4pPr marL="1218987" indent="-228560">
              <a:defRPr lang="en-US" sz="1600" kern="1200" dirty="0" smtClean="0">
                <a:solidFill>
                  <a:schemeClr val="bg2">
                    <a:lumMod val="50000"/>
                  </a:schemeClr>
                </a:solidFill>
                <a:latin typeface="+mn-lt"/>
                <a:ea typeface="+mn-ea"/>
                <a:cs typeface="Arial" pitchFamily="34" charset="0"/>
              </a:defRPr>
            </a:lvl4pPr>
            <a:lvl5pPr marL="1447547" indent="-228560">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6210330" y="0"/>
            <a:ext cx="5981670" cy="6858000"/>
          </a:xfrm>
        </p:spPr>
        <p:txBody>
          <a:bodyPr lIns="182880" anchor="ctr"/>
          <a:lstStyle>
            <a:lvl1pPr marL="0" indent="0" algn="l">
              <a:buNone/>
              <a:defRPr/>
            </a:lvl1pPr>
          </a:lstStyle>
          <a:p>
            <a:r>
              <a:rPr lang="en-US" dirty="0" smtClean="0"/>
              <a:t>Click to insert photo.</a:t>
            </a:r>
            <a:endParaRPr lang="en-US"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389587896"/>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Photo on Lef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219710" y="1447801"/>
            <a:ext cx="5434948" cy="1178442"/>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smtClean="0"/>
              <a:t>Click to edit Master text styles.</a:t>
            </a:r>
          </a:p>
        </p:txBody>
      </p:sp>
      <p:sp>
        <p:nvSpPr>
          <p:cNvPr id="9" name="Content Placeholder 5"/>
          <p:cNvSpPr>
            <a:spLocks noGrp="1"/>
          </p:cNvSpPr>
          <p:nvPr>
            <p:ph sz="quarter" idx="13"/>
          </p:nvPr>
        </p:nvSpPr>
        <p:spPr>
          <a:xfrm>
            <a:off x="6219710" y="2734985"/>
            <a:ext cx="5445583" cy="60939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240" indent="-380933">
              <a:defRPr lang="en-US" sz="2100" kern="1200" dirty="0" smtClean="0">
                <a:solidFill>
                  <a:schemeClr val="bg2">
                    <a:lumMod val="50000"/>
                  </a:schemeClr>
                </a:solidFill>
                <a:latin typeface="+mn-lt"/>
                <a:ea typeface="+mn-ea"/>
                <a:cs typeface="Arial" pitchFamily="34" charset="0"/>
              </a:defRPr>
            </a:lvl2pPr>
            <a:lvl3pPr marL="914240" indent="-228560">
              <a:defRPr lang="en-US" sz="1900" kern="1200" dirty="0" smtClean="0">
                <a:solidFill>
                  <a:schemeClr val="bg2">
                    <a:lumMod val="50000"/>
                  </a:schemeClr>
                </a:solidFill>
                <a:latin typeface="+mn-lt"/>
                <a:ea typeface="+mn-ea"/>
                <a:cs typeface="Arial" pitchFamily="34" charset="0"/>
              </a:defRPr>
            </a:lvl3pPr>
            <a:lvl4pPr marL="1218987" indent="-228560">
              <a:defRPr lang="en-US" sz="1600" kern="1200" dirty="0" smtClean="0">
                <a:solidFill>
                  <a:schemeClr val="bg2">
                    <a:lumMod val="50000"/>
                  </a:schemeClr>
                </a:solidFill>
                <a:latin typeface="+mn-lt"/>
                <a:ea typeface="+mn-ea"/>
                <a:cs typeface="Arial" pitchFamily="34" charset="0"/>
              </a:defRPr>
            </a:lvl4pPr>
            <a:lvl5pPr marL="1447547" indent="-228560">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0" y="0"/>
            <a:ext cx="5981670" cy="6858000"/>
          </a:xfrm>
        </p:spPr>
        <p:txBody>
          <a:bodyPr lIns="182880" anchor="ctr"/>
          <a:lstStyle>
            <a:lvl1pPr marL="0" indent="0" algn="l">
              <a:buNone/>
              <a:defRPr/>
            </a:lvl1pPr>
          </a:lstStyle>
          <a:p>
            <a:r>
              <a:rPr lang="en-US" dirty="0" smtClean="0"/>
              <a:t>Click to insert photo.</a:t>
            </a:r>
            <a:endParaRPr lang="en-US" dirty="0"/>
          </a:p>
        </p:txBody>
      </p:sp>
      <p:pic>
        <p:nvPicPr>
          <p:cNvPr id="6" name="Pictur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71052010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lor Block Header on Left &amp; Text on Right ">
    <p:spTree>
      <p:nvGrpSpPr>
        <p:cNvPr id="1" name=""/>
        <p:cNvGrpSpPr/>
        <p:nvPr/>
      </p:nvGrpSpPr>
      <p:grpSpPr>
        <a:xfrm>
          <a:off x="0" y="0"/>
          <a:ext cx="0" cy="0"/>
          <a:chOff x="0" y="0"/>
          <a:chExt cx="0" cy="0"/>
        </a:xfrm>
      </p:grpSpPr>
      <p:sp>
        <p:nvSpPr>
          <p:cNvPr id="2" name="Rectangle 1"/>
          <p:cNvSpPr/>
          <p:nvPr userDrawn="1"/>
        </p:nvSpPr>
        <p:spPr bwMode="white">
          <a:xfrm>
            <a:off x="-9527" y="0"/>
            <a:ext cx="5988022"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835" y="1447801"/>
            <a:ext cx="5233764" cy="1661993"/>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smtClean="0"/>
              <a:t>Click to edit Master text styles.</a:t>
            </a:r>
          </a:p>
        </p:txBody>
      </p:sp>
      <p:sp>
        <p:nvSpPr>
          <p:cNvPr id="6" name="Content Placeholder 5"/>
          <p:cNvSpPr>
            <a:spLocks noGrp="1"/>
          </p:cNvSpPr>
          <p:nvPr>
            <p:ph sz="quarter" idx="4"/>
          </p:nvPr>
        </p:nvSpPr>
        <p:spPr>
          <a:xfrm>
            <a:off x="6189761" y="1681905"/>
            <a:ext cx="5486169" cy="332399"/>
          </a:xfrm>
          <a:prstGeom prst="rect">
            <a:avLst/>
          </a:prstGeom>
        </p:spPr>
        <p:txBody>
          <a:bodyPr>
            <a:noAutofit/>
          </a:bodyPr>
          <a:lstStyle>
            <a:lvl1pPr marL="0" indent="0">
              <a:spcBef>
                <a:spcPts val="1200"/>
              </a:spcBef>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240" indent="-380933">
              <a:defRPr lang="en-US" sz="2100" kern="1200" dirty="0" smtClean="0">
                <a:solidFill>
                  <a:schemeClr val="bg2">
                    <a:lumMod val="50000"/>
                  </a:schemeClr>
                </a:solidFill>
                <a:latin typeface="+mn-lt"/>
                <a:ea typeface="+mn-ea"/>
                <a:cs typeface="Arial" pitchFamily="34" charset="0"/>
              </a:defRPr>
            </a:lvl2pPr>
            <a:lvl3pPr marL="914240" indent="-228560">
              <a:defRPr lang="en-US" sz="1900" kern="1200" dirty="0" smtClean="0">
                <a:solidFill>
                  <a:schemeClr val="bg2">
                    <a:lumMod val="50000"/>
                  </a:schemeClr>
                </a:solidFill>
                <a:latin typeface="+mn-lt"/>
                <a:ea typeface="+mn-ea"/>
                <a:cs typeface="Arial" pitchFamily="34" charset="0"/>
              </a:defRPr>
            </a:lvl3pPr>
            <a:lvl4pPr marL="1218987" indent="-228560">
              <a:defRPr lang="en-US" sz="1600" kern="1200" dirty="0" smtClean="0">
                <a:solidFill>
                  <a:schemeClr val="bg2">
                    <a:lumMod val="50000"/>
                  </a:schemeClr>
                </a:solidFill>
                <a:latin typeface="+mn-lt"/>
                <a:ea typeface="+mn-ea"/>
                <a:cs typeface="Arial" pitchFamily="34" charset="0"/>
              </a:defRPr>
            </a:lvl4pPr>
            <a:lvl5pPr marL="1447547" indent="-228560">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214307871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lor Block text w/Photo on Right">
    <p:spTree>
      <p:nvGrpSpPr>
        <p:cNvPr id="1" name=""/>
        <p:cNvGrpSpPr/>
        <p:nvPr/>
      </p:nvGrpSpPr>
      <p:grpSpPr>
        <a:xfrm>
          <a:off x="0" y="0"/>
          <a:ext cx="0" cy="0"/>
          <a:chOff x="0" y="0"/>
          <a:chExt cx="0" cy="0"/>
        </a:xfrm>
      </p:grpSpPr>
      <p:sp>
        <p:nvSpPr>
          <p:cNvPr id="7" name="Rectangle 6"/>
          <p:cNvSpPr/>
          <p:nvPr userDrawn="1"/>
        </p:nvSpPr>
        <p:spPr bwMode="white">
          <a:xfrm>
            <a:off x="1" y="0"/>
            <a:ext cx="622144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520835" y="1447801"/>
            <a:ext cx="5434948" cy="1178442"/>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smtClean="0"/>
              <a:t>Click to edit Master text styles.</a:t>
            </a:r>
          </a:p>
        </p:txBody>
      </p:sp>
      <p:sp>
        <p:nvSpPr>
          <p:cNvPr id="9" name="Content Placeholder 5"/>
          <p:cNvSpPr>
            <a:spLocks noGrp="1"/>
          </p:cNvSpPr>
          <p:nvPr>
            <p:ph sz="quarter" idx="13"/>
          </p:nvPr>
        </p:nvSpPr>
        <p:spPr>
          <a:xfrm>
            <a:off x="520835" y="2734985"/>
            <a:ext cx="5445583" cy="60939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14240" indent="-380933">
              <a:defRPr lang="en-US" sz="2100" kern="1200" dirty="0" smtClean="0">
                <a:solidFill>
                  <a:schemeClr val="bg2">
                    <a:lumMod val="50000"/>
                  </a:schemeClr>
                </a:solidFill>
                <a:latin typeface="+mn-lt"/>
                <a:ea typeface="+mn-ea"/>
                <a:cs typeface="Arial" pitchFamily="34" charset="0"/>
              </a:defRPr>
            </a:lvl2pPr>
            <a:lvl3pPr marL="914240" indent="-228560">
              <a:defRPr lang="en-US" sz="1900" kern="1200" dirty="0" smtClean="0">
                <a:solidFill>
                  <a:schemeClr val="bg2">
                    <a:lumMod val="50000"/>
                  </a:schemeClr>
                </a:solidFill>
                <a:latin typeface="+mn-lt"/>
                <a:ea typeface="+mn-ea"/>
                <a:cs typeface="Arial" pitchFamily="34" charset="0"/>
              </a:defRPr>
            </a:lvl3pPr>
            <a:lvl4pPr marL="1218987" indent="-228560">
              <a:defRPr lang="en-US" sz="1600" kern="1200" dirty="0" smtClean="0">
                <a:solidFill>
                  <a:schemeClr val="bg2">
                    <a:lumMod val="50000"/>
                  </a:schemeClr>
                </a:solidFill>
                <a:latin typeface="+mn-lt"/>
                <a:ea typeface="+mn-ea"/>
                <a:cs typeface="Arial" pitchFamily="34" charset="0"/>
              </a:defRPr>
            </a:lvl4pPr>
            <a:lvl5pPr marL="1447547" indent="-228560">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6210330" y="0"/>
            <a:ext cx="5981670" cy="6858000"/>
          </a:xfrm>
        </p:spPr>
        <p:txBody>
          <a:bodyPr lIns="182880" anchor="ctr"/>
          <a:lstStyle>
            <a:lvl1pPr marL="0" indent="0" algn="l">
              <a:buNone/>
              <a:defRPr/>
            </a:lvl1pPr>
          </a:lstStyle>
          <a:p>
            <a:r>
              <a:rPr lang="en-US" dirty="0" smtClean="0"/>
              <a:t>Click to insert photo.</a:t>
            </a:r>
            <a:endParaRPr lang="en-US" dirty="0"/>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322755709"/>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lor Block text w/Photo on Left">
    <p:spTree>
      <p:nvGrpSpPr>
        <p:cNvPr id="1" name=""/>
        <p:cNvGrpSpPr/>
        <p:nvPr/>
      </p:nvGrpSpPr>
      <p:grpSpPr>
        <a:xfrm>
          <a:off x="0" y="0"/>
          <a:ext cx="0" cy="0"/>
          <a:chOff x="0" y="0"/>
          <a:chExt cx="0" cy="0"/>
        </a:xfrm>
      </p:grpSpPr>
      <p:sp>
        <p:nvSpPr>
          <p:cNvPr id="7" name="Rectangle 6"/>
          <p:cNvSpPr/>
          <p:nvPr userDrawn="1"/>
        </p:nvSpPr>
        <p:spPr bwMode="white">
          <a:xfrm>
            <a:off x="5968968" y="0"/>
            <a:ext cx="6223032"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 Placeholder 2"/>
          <p:cNvSpPr>
            <a:spLocks noGrp="1"/>
          </p:cNvSpPr>
          <p:nvPr>
            <p:ph type="body" idx="1" hasCustomPrompt="1"/>
          </p:nvPr>
        </p:nvSpPr>
        <p:spPr>
          <a:xfrm>
            <a:off x="6219710" y="1447801"/>
            <a:ext cx="5434948" cy="1178442"/>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smtClean="0"/>
              <a:t>Click to edit Master text styles.</a:t>
            </a:r>
          </a:p>
        </p:txBody>
      </p:sp>
      <p:sp>
        <p:nvSpPr>
          <p:cNvPr id="9" name="Content Placeholder 5"/>
          <p:cNvSpPr>
            <a:spLocks noGrp="1"/>
          </p:cNvSpPr>
          <p:nvPr>
            <p:ph sz="quarter" idx="13"/>
          </p:nvPr>
        </p:nvSpPr>
        <p:spPr>
          <a:xfrm>
            <a:off x="6219710" y="2734985"/>
            <a:ext cx="5445583" cy="60939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14240" indent="-380933">
              <a:defRPr lang="en-US" sz="2100" kern="1200" dirty="0" smtClean="0">
                <a:solidFill>
                  <a:schemeClr val="bg2">
                    <a:lumMod val="50000"/>
                  </a:schemeClr>
                </a:solidFill>
                <a:latin typeface="+mn-lt"/>
                <a:ea typeface="+mn-ea"/>
                <a:cs typeface="Arial" pitchFamily="34" charset="0"/>
              </a:defRPr>
            </a:lvl2pPr>
            <a:lvl3pPr marL="914240" indent="-228560">
              <a:defRPr lang="en-US" sz="1900" kern="1200" dirty="0" smtClean="0">
                <a:solidFill>
                  <a:schemeClr val="bg2">
                    <a:lumMod val="50000"/>
                  </a:schemeClr>
                </a:solidFill>
                <a:latin typeface="+mn-lt"/>
                <a:ea typeface="+mn-ea"/>
                <a:cs typeface="Arial" pitchFamily="34" charset="0"/>
              </a:defRPr>
            </a:lvl3pPr>
            <a:lvl4pPr marL="1218987" indent="-228560">
              <a:defRPr lang="en-US" sz="1600" kern="1200" dirty="0" smtClean="0">
                <a:solidFill>
                  <a:schemeClr val="bg2">
                    <a:lumMod val="50000"/>
                  </a:schemeClr>
                </a:solidFill>
                <a:latin typeface="+mn-lt"/>
                <a:ea typeface="+mn-ea"/>
                <a:cs typeface="Arial" pitchFamily="34" charset="0"/>
              </a:defRPr>
            </a:lvl4pPr>
            <a:lvl5pPr marL="1447547" indent="-228560">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0" y="0"/>
            <a:ext cx="5981670" cy="6858000"/>
          </a:xfrm>
        </p:spPr>
        <p:txBody>
          <a:bodyPr lIns="182880" anchor="ctr"/>
          <a:lstStyle>
            <a:lvl1pPr marL="0" indent="0" algn="l">
              <a:buNone/>
              <a:defRPr/>
            </a:lvl1pPr>
          </a:lstStyle>
          <a:p>
            <a:r>
              <a:rPr lang="en-US" dirty="0" smtClean="0"/>
              <a:t>Click to insert photo.</a:t>
            </a:r>
            <a:endParaRPr lang="en-US" dirty="0"/>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2134190234"/>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lor Block Quote ">
    <p:spTree>
      <p:nvGrpSpPr>
        <p:cNvPr id="1" name=""/>
        <p:cNvGrpSpPr/>
        <p:nvPr/>
      </p:nvGrpSpPr>
      <p:grpSpPr>
        <a:xfrm>
          <a:off x="0" y="0"/>
          <a:ext cx="0" cy="0"/>
          <a:chOff x="0" y="0"/>
          <a:chExt cx="0" cy="0"/>
        </a:xfrm>
      </p:grpSpPr>
      <p:sp>
        <p:nvSpPr>
          <p:cNvPr id="2" name="Rectangle 1"/>
          <p:cNvSpPr/>
          <p:nvPr userDrawn="1"/>
        </p:nvSpPr>
        <p:spPr bwMode="white">
          <a:xfrm>
            <a:off x="1" y="857250"/>
            <a:ext cx="12192000" cy="512445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a typeface="Segoe UI" pitchFamily="34" charset="0"/>
              <a:cs typeface="Segoe UI" pitchFamily="34" charset="0"/>
            </a:endParaRPr>
          </a:p>
        </p:txBody>
      </p:sp>
      <p:sp>
        <p:nvSpPr>
          <p:cNvPr id="5" name="Content Placeholder 4"/>
          <p:cNvSpPr>
            <a:spLocks noGrp="1"/>
          </p:cNvSpPr>
          <p:nvPr>
            <p:ph sz="quarter" idx="11" hasCustomPrompt="1"/>
          </p:nvPr>
        </p:nvSpPr>
        <p:spPr>
          <a:xfrm>
            <a:off x="520836" y="1358054"/>
            <a:ext cx="11155093" cy="2863073"/>
          </a:xfrm>
          <a:prstGeom prst="rect">
            <a:avLst/>
          </a:prstGeom>
        </p:spPr>
        <p:txBody>
          <a:bodyPr>
            <a:normAutofit/>
          </a:bodyPr>
          <a:lstStyle>
            <a:lvl1pPr marL="0" indent="0">
              <a:lnSpc>
                <a:spcPct val="90000"/>
              </a:lnSpc>
              <a:buNone/>
              <a:defRPr sz="6400">
                <a:gradFill>
                  <a:gsLst>
                    <a:gs pos="100000">
                      <a:schemeClr val="bg1"/>
                    </a:gs>
                    <a:gs pos="0">
                      <a:schemeClr val="bg1"/>
                    </a:gs>
                  </a:gsLst>
                  <a:lin ang="5400000" scaled="0"/>
                </a:gradFill>
                <a:latin typeface="+mj-lt"/>
              </a:defRPr>
            </a:lvl1pPr>
            <a:lvl2pPr>
              <a:defRPr sz="6400">
                <a:solidFill>
                  <a:schemeClr val="tx2"/>
                </a:solidFill>
                <a:latin typeface="+mn-lt"/>
              </a:defRPr>
            </a:lvl2pPr>
          </a:lstStyle>
          <a:p>
            <a:pPr lvl="0"/>
            <a:r>
              <a:rPr lang="en-US" dirty="0" smtClean="0"/>
              <a:t>“Click to edit Master text styles”</a:t>
            </a:r>
          </a:p>
        </p:txBody>
      </p:sp>
      <p:sp>
        <p:nvSpPr>
          <p:cNvPr id="10" name="Slide Number Placeholder 9"/>
          <p:cNvSpPr>
            <a:spLocks noGrp="1"/>
          </p:cNvSpPr>
          <p:nvPr>
            <p:ph type="sldNum" sz="quarter" idx="12"/>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sp>
        <p:nvSpPr>
          <p:cNvPr id="11" name="Content Placeholder 4"/>
          <p:cNvSpPr>
            <a:spLocks noGrp="1"/>
          </p:cNvSpPr>
          <p:nvPr>
            <p:ph sz="quarter" idx="13"/>
          </p:nvPr>
        </p:nvSpPr>
        <p:spPr>
          <a:xfrm>
            <a:off x="520836" y="4343401"/>
            <a:ext cx="11155093" cy="470747"/>
          </a:xfrm>
          <a:prstGeom prst="rect">
            <a:avLst/>
          </a:prstGeom>
        </p:spPr>
        <p:txBody>
          <a:bodyPr>
            <a:normAutofit/>
          </a:bodyPr>
          <a:lstStyle>
            <a:lvl1pPr marL="0" indent="0">
              <a:lnSpc>
                <a:spcPct val="90000"/>
              </a:lnSpc>
              <a:buNone/>
              <a:defRPr sz="3600">
                <a:gradFill>
                  <a:gsLst>
                    <a:gs pos="100000">
                      <a:schemeClr val="bg1"/>
                    </a:gs>
                    <a:gs pos="0">
                      <a:schemeClr val="bg1"/>
                    </a:gs>
                  </a:gsLst>
                  <a:lin ang="5400000" scaled="0"/>
                </a:gradFill>
                <a:latin typeface="+mj-lt"/>
              </a:defRPr>
            </a:lvl1pPr>
            <a:lvl2pPr>
              <a:defRPr sz="6400">
                <a:solidFill>
                  <a:schemeClr val="tx2"/>
                </a:solidFill>
                <a:latin typeface="+mn-lt"/>
              </a:defRPr>
            </a:lvl2pPr>
          </a:lstStyle>
          <a:p>
            <a:pPr lvl="0"/>
            <a:r>
              <a:rPr lang="en-US" smtClean="0"/>
              <a:t>Click to edit Master text styles</a:t>
            </a:r>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3998898748"/>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Slide Number Placeholder 9"/>
          <p:cNvSpPr>
            <a:spLocks noGrp="1"/>
          </p:cNvSpPr>
          <p:nvPr>
            <p:ph type="sldNum" sz="quarter" idx="12"/>
          </p:nvPr>
        </p:nvSpPr>
        <p:spPr>
          <a:xfrm>
            <a:off x="520836"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363"/>
            <a:fld id="{727B4C2D-45E2-4621-8491-2995EB46A674}" type="slidenum">
              <a:rPr lang="en-US" smtClean="0">
                <a:gradFill>
                  <a:gsLst>
                    <a:gs pos="100000">
                      <a:srgbClr val="797A7D"/>
                    </a:gs>
                    <a:gs pos="0">
                      <a:srgbClr val="797A7D"/>
                    </a:gs>
                  </a:gsLst>
                  <a:lin ang="5400000" scaled="0"/>
                </a:gradFill>
              </a:rPr>
              <a:pPr defTabSz="914363"/>
              <a:t>‹#›</a:t>
            </a:fld>
            <a:endParaRPr lang="en-US" dirty="0">
              <a:gradFill>
                <a:gsLst>
                  <a:gs pos="100000">
                    <a:srgbClr val="797A7D"/>
                  </a:gs>
                  <a:gs pos="0">
                    <a:srgbClr val="797A7D"/>
                  </a:gs>
                </a:gsLst>
                <a:lin ang="5400000" scaled="0"/>
              </a:gradFill>
            </a:endParaRPr>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7" cy="813816"/>
          </a:xfrm>
          <a:prstGeom prst="rect">
            <a:avLst/>
          </a:prstGeom>
        </p:spPr>
      </p:pic>
    </p:spTree>
    <p:extLst>
      <p:ext uri="{BB962C8B-B14F-4D97-AF65-F5344CB8AC3E}">
        <p14:creationId xmlns:p14="http://schemas.microsoft.com/office/powerpoint/2010/main" val="2291659291"/>
      </p:ext>
    </p:extLst>
  </p:cSld>
  <p:clrMapOvr>
    <a:masterClrMapping/>
  </p:clrMapOvr>
  <p:transition>
    <p:fad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623858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250">
                      <a:schemeClr val="tx2"/>
                    </a:gs>
                    <a:gs pos="100000">
                      <a:schemeClr val="tx2"/>
                    </a:gs>
                  </a:gsLst>
                  <a:lin ang="5400000" scaled="0"/>
                </a:gradFill>
              </a:defRPr>
            </a:lvl1pPr>
          </a:lstStyle>
          <a:p>
            <a:r>
              <a:rPr lang="en-US" dirty="0" smtClean="0"/>
              <a:t>Slide for Developer Code</a:t>
            </a:r>
            <a:endParaRPr lang="en-US" dirty="0"/>
          </a:p>
        </p:txBody>
      </p:sp>
      <p:sp>
        <p:nvSpPr>
          <p:cNvPr id="3" name="Rectangle 2"/>
          <p:cNvSpPr/>
          <p:nvPr userDrawn="1"/>
        </p:nvSpPr>
        <p:spPr bwMode="hidden">
          <a:xfrm>
            <a:off x="1" y="1155940"/>
            <a:ext cx="12192000" cy="570206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defTabSz="914099" fontAlgn="base">
              <a:spcBef>
                <a:spcPct val="0"/>
              </a:spcBef>
              <a:spcAft>
                <a:spcPct val="0"/>
              </a:spcAft>
            </a:pPr>
            <a:endParaRPr lang="en-US" sz="18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518453" y="1447801"/>
            <a:ext cx="11155093" cy="1988237"/>
          </a:xfrm>
        </p:spPr>
        <p:txBody>
          <a:bodyPr/>
          <a:lstStyle>
            <a:lvl1pPr marL="0" indent="0">
              <a:lnSpc>
                <a:spcPct val="95000"/>
              </a:lnSpc>
              <a:buNone/>
              <a:defRPr sz="3200">
                <a:gradFill>
                  <a:gsLst>
                    <a:gs pos="1250">
                      <a:srgbClr val="000000"/>
                    </a:gs>
                    <a:gs pos="100000">
                      <a:srgbClr val="000000"/>
                    </a:gs>
                  </a:gsLst>
                  <a:lin ang="5400000" scaled="0"/>
                </a:gradFill>
                <a:latin typeface="Consolas" pitchFamily="49" charset="0"/>
                <a:cs typeface="Consolas" pitchFamily="49" charset="0"/>
              </a:defRPr>
            </a:lvl1pPr>
            <a:lvl2pPr marL="339725"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73088"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79851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30288"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8516396"/>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520836" y="228601"/>
            <a:ext cx="11155093" cy="664797"/>
          </a:xfrm>
        </p:spPr>
        <p:txBody>
          <a:bodyPr/>
          <a:lstStyle>
            <a:lvl1pPr>
              <a:defRPr sz="4800"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p:nvSpPr>
          <p:cNvPr id="6" name="Text Placeholder 5"/>
          <p:cNvSpPr>
            <a:spLocks noGrp="1"/>
          </p:cNvSpPr>
          <p:nvPr>
            <p:ph type="body" sz="quarter" idx="10" hasCustomPrompt="1"/>
          </p:nvPr>
        </p:nvSpPr>
        <p:spPr bwMode="white">
          <a:xfrm>
            <a:off x="519248" y="1447799"/>
            <a:ext cx="11151917" cy="2043636"/>
          </a:xfrm>
          <a:prstGeom prst="rect">
            <a:avLst/>
          </a:prstGeom>
        </p:spPr>
        <p:txBody>
          <a:bodyPr/>
          <a:lstStyle>
            <a:lvl1pPr marL="342900" indent="-3429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628650" indent="-28575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914400" indent="-28575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143000" indent="-2286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371600" indent="-228600">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238877"/>
            <a:ext cx="12192001" cy="619125"/>
          </a:xfrm>
          <a:prstGeom prst="rect">
            <a:avLst/>
          </a:prstGeom>
          <a:solidFill>
            <a:srgbClr val="FFFF99"/>
          </a:solidFill>
        </p:spPr>
        <p:txBody>
          <a:bodyPr wrap="square" lIns="152394" tIns="76197" rIns="152394" bIns="76197" anchor="b" anchorCtr="0">
            <a:noAutofit/>
          </a:bodyPr>
          <a:lstStyle>
            <a:lvl1pPr algn="r">
              <a:buFont typeface="Arial" pitchFamily="34" charset="0"/>
              <a:buNone/>
              <a:defRPr sz="3600"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Tree>
    <p:extLst>
      <p:ext uri="{BB962C8B-B14F-4D97-AF65-F5344CB8AC3E}">
        <p14:creationId xmlns:p14="http://schemas.microsoft.com/office/powerpoint/2010/main" val="3769424987"/>
      </p:ext>
    </p:extLst>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32816" y="157944"/>
            <a:ext cx="11725736" cy="1205345"/>
          </a:xfrm>
          <a:prstGeom prst="rect">
            <a:avLst/>
          </a:prstGeom>
        </p:spPr>
        <p:txBody>
          <a:bodyPr/>
          <a:lstStyle>
            <a:lvl1pPr>
              <a:defRPr sz="3999">
                <a:solidFill>
                  <a:srgbClr val="002050"/>
                </a:solidFill>
                <a:latin typeface="Segoe UI Light" pitchFamily="34" charset="0"/>
              </a:defRPr>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436677" y="1487490"/>
            <a:ext cx="11536191" cy="5159375"/>
          </a:xfrm>
          <a:prstGeom prst="rect">
            <a:avLst/>
          </a:prstGeom>
        </p:spPr>
        <p:txBody>
          <a:bodyPr/>
          <a:lstStyle>
            <a:lvl1pPr marL="342764" indent="-342764">
              <a:lnSpc>
                <a:spcPct val="100000"/>
              </a:lnSpc>
              <a:spcBef>
                <a:spcPts val="1799"/>
              </a:spcBef>
              <a:buClr>
                <a:schemeClr val="accent1"/>
              </a:buClr>
              <a:buSzPct val="100000"/>
              <a:buFont typeface="Arial" pitchFamily="34" charset="0"/>
              <a:buChar char="•"/>
              <a:defRPr sz="3199">
                <a:solidFill>
                  <a:srgbClr val="002050">
                    <a:alpha val="99000"/>
                  </a:srgbClr>
                </a:solidFill>
                <a:latin typeface="Segoe UI Light" panose="020B0502040204020203" pitchFamily="34" charset="0"/>
                <a:cs typeface="Segoe UI Light" panose="020B0502040204020203" pitchFamily="34" charset="0"/>
              </a:defRPr>
            </a:lvl1pPr>
            <a:lvl2pPr marL="807718" indent="-344351">
              <a:lnSpc>
                <a:spcPct val="100000"/>
              </a:lnSpc>
              <a:spcBef>
                <a:spcPts val="400"/>
              </a:spcBef>
              <a:spcAft>
                <a:spcPts val="400"/>
              </a:spcAft>
              <a:buClr>
                <a:schemeClr val="tx1">
                  <a:lumMod val="75000"/>
                  <a:lumOff val="25000"/>
                </a:schemeClr>
              </a:buClr>
              <a:buSzPct val="85000"/>
              <a:buFont typeface="Segoe UI" pitchFamily="34" charset="0"/>
              <a:buChar char="–"/>
              <a:defRPr sz="2799">
                <a:solidFill>
                  <a:schemeClr val="tx1">
                    <a:alpha val="99000"/>
                  </a:schemeClr>
                </a:solidFill>
                <a:latin typeface="Segoe UI Light" panose="020B0502040204020203" pitchFamily="34" charset="0"/>
                <a:cs typeface="Segoe UI Light" panose="020B0502040204020203" pitchFamily="34" charset="0"/>
              </a:defRPr>
            </a:lvl2pPr>
            <a:lvl3pPr marL="1198088" indent="-342764">
              <a:lnSpc>
                <a:spcPct val="100000"/>
              </a:lnSpc>
              <a:spcBef>
                <a:spcPts val="200"/>
              </a:spcBef>
              <a:spcAft>
                <a:spcPts val="200"/>
              </a:spcAft>
              <a:buClr>
                <a:schemeClr val="tx1">
                  <a:lumMod val="75000"/>
                  <a:lumOff val="25000"/>
                </a:schemeClr>
              </a:buClr>
              <a:buSzPct val="85000"/>
              <a:buFont typeface="Courier New" pitchFamily="49" charset="0"/>
              <a:buChar char="o"/>
              <a:defRPr sz="1799">
                <a:solidFill>
                  <a:schemeClr val="tx1">
                    <a:alpha val="99000"/>
                  </a:schemeClr>
                </a:solidFill>
                <a:latin typeface="Segoe UI Light" panose="020B0502040204020203" pitchFamily="34" charset="0"/>
                <a:cs typeface="Segoe UI Light" panose="020B0502040204020203" pitchFamily="34" charset="0"/>
              </a:defRPr>
            </a:lvl3pPr>
            <a:lvl4pPr>
              <a:defRPr sz="1999"/>
            </a:lvl4pPr>
            <a:lvl5pPr>
              <a:defRPr sz="1999"/>
            </a:lvl5pPr>
          </a:lstStyle>
          <a:p>
            <a:pPr lvl="0"/>
            <a:r>
              <a:rPr lang="en-US" dirty="0" smtClean="0"/>
              <a:t>Click to edit Master text styles</a:t>
            </a:r>
          </a:p>
          <a:p>
            <a:pPr lvl="1"/>
            <a:r>
              <a:rPr lang="en-US" dirty="0" smtClean="0"/>
              <a:t>Second level</a:t>
            </a:r>
          </a:p>
          <a:p>
            <a:pPr lvl="2"/>
            <a:r>
              <a:rPr lang="en-US" dirty="0" smtClean="0"/>
              <a:t>Third level</a:t>
            </a:r>
          </a:p>
        </p:txBody>
      </p:sp>
    </p:spTree>
    <p:extLst>
      <p:ext uri="{BB962C8B-B14F-4D97-AF65-F5344CB8AC3E}">
        <p14:creationId xmlns:p14="http://schemas.microsoft.com/office/powerpoint/2010/main" val="1480070663"/>
      </p:ext>
    </p:extLst>
  </p:cSld>
  <p:clrMapOvr>
    <a:masterClrMapping/>
  </p:clrMapOvr>
  <p:transition>
    <p:fade/>
  </p:transition>
  <p:timing>
    <p:tnLst>
      <p:par>
        <p:cTn id="1" dur="indefinite" restart="never" nodeType="tmRoot"/>
      </p:par>
    </p:tnLst>
  </p:timing>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urse Title Layout">
    <p:bg>
      <p:bgPr>
        <a:solidFill>
          <a:srgbClr val="4668C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32404" y="2312128"/>
            <a:ext cx="11125821" cy="1933979"/>
          </a:xfrm>
          <a:prstGeom prst="rect">
            <a:avLst/>
          </a:prstGeom>
        </p:spPr>
        <p:txBody>
          <a:bodyPr anchor="ctr">
            <a:noAutofit/>
          </a:bodyPr>
          <a:lstStyle>
            <a:lvl1pPr algn="l">
              <a:lnSpc>
                <a:spcPct val="90000"/>
              </a:lnSpc>
              <a:defRPr sz="4799" spc="-150" baseline="0">
                <a:solidFill>
                  <a:schemeClr val="bg1">
                    <a:alpha val="99000"/>
                  </a:schemeClr>
                </a:solidFill>
                <a:latin typeface="Segoe UI Light" pitchFamily="34" charset="0"/>
              </a:defRPr>
            </a:lvl1pPr>
          </a:lstStyle>
          <a:p>
            <a:r>
              <a:rPr lang="en-US" dirty="0" smtClean="0"/>
              <a:t>Course Title</a:t>
            </a:r>
            <a:endParaRPr lang="en-US" dirty="0"/>
          </a:p>
        </p:txBody>
      </p:sp>
      <p:sp>
        <p:nvSpPr>
          <p:cNvPr id="6" name="Subtitle 2"/>
          <p:cNvSpPr>
            <a:spLocks noGrp="1"/>
          </p:cNvSpPr>
          <p:nvPr>
            <p:ph type="subTitle" idx="1" hasCustomPrompt="1"/>
          </p:nvPr>
        </p:nvSpPr>
        <p:spPr>
          <a:xfrm>
            <a:off x="532404" y="4735774"/>
            <a:ext cx="6149261" cy="1878780"/>
          </a:xfrm>
          <a:prstGeom prst="rect">
            <a:avLst/>
          </a:prstGeom>
        </p:spPr>
        <p:txBody>
          <a:bodyPr>
            <a:noAutofit/>
          </a:bodyPr>
          <a:lstStyle>
            <a:lvl1pPr marL="0" indent="0" algn="l">
              <a:lnSpc>
                <a:spcPct val="90000"/>
              </a:lnSpc>
              <a:spcBef>
                <a:spcPts val="0"/>
              </a:spcBef>
              <a:buNone/>
              <a:defRPr sz="2399" b="1" cap="none" baseline="0">
                <a:solidFill>
                  <a:schemeClr val="bg1">
                    <a:lumMod val="95000"/>
                    <a:alpha val="99000"/>
                  </a:schemeClr>
                </a:solidFill>
                <a:latin typeface="Segoe UI Light" pitchFamily="34" charset="0"/>
              </a:defRPr>
            </a:lvl1pPr>
            <a:lvl2pPr marL="457001" indent="0" algn="ctr">
              <a:buNone/>
              <a:defRPr>
                <a:solidFill>
                  <a:schemeClr val="tx1">
                    <a:tint val="75000"/>
                  </a:schemeClr>
                </a:solidFill>
              </a:defRPr>
            </a:lvl2pPr>
            <a:lvl3pPr marL="914001" indent="0" algn="ctr">
              <a:buNone/>
              <a:defRPr>
                <a:solidFill>
                  <a:schemeClr val="tx1">
                    <a:tint val="75000"/>
                  </a:schemeClr>
                </a:solidFill>
              </a:defRPr>
            </a:lvl3pPr>
            <a:lvl4pPr marL="1371002" indent="0" algn="ctr">
              <a:buNone/>
              <a:defRPr>
                <a:solidFill>
                  <a:schemeClr val="tx1">
                    <a:tint val="75000"/>
                  </a:schemeClr>
                </a:solidFill>
              </a:defRPr>
            </a:lvl4pPr>
            <a:lvl5pPr marL="1828003" indent="0" algn="ctr">
              <a:buNone/>
              <a:defRPr>
                <a:solidFill>
                  <a:schemeClr val="tx1">
                    <a:tint val="75000"/>
                  </a:schemeClr>
                </a:solidFill>
              </a:defRPr>
            </a:lvl5pPr>
            <a:lvl6pPr marL="2285004" indent="0" algn="ctr">
              <a:buNone/>
              <a:defRPr>
                <a:solidFill>
                  <a:schemeClr val="tx1">
                    <a:tint val="75000"/>
                  </a:schemeClr>
                </a:solidFill>
              </a:defRPr>
            </a:lvl6pPr>
            <a:lvl7pPr marL="2742003" indent="0" algn="ctr">
              <a:buNone/>
              <a:defRPr>
                <a:solidFill>
                  <a:schemeClr val="tx1">
                    <a:tint val="75000"/>
                  </a:schemeClr>
                </a:solidFill>
              </a:defRPr>
            </a:lvl7pPr>
            <a:lvl8pPr marL="3199004" indent="0" algn="ctr">
              <a:buNone/>
              <a:defRPr>
                <a:solidFill>
                  <a:schemeClr val="tx1">
                    <a:tint val="75000"/>
                  </a:schemeClr>
                </a:solidFill>
              </a:defRPr>
            </a:lvl8pPr>
            <a:lvl9pPr marL="3656005" indent="0" algn="ctr">
              <a:buNone/>
              <a:defRPr>
                <a:solidFill>
                  <a:schemeClr val="tx1">
                    <a:tint val="75000"/>
                  </a:schemeClr>
                </a:solidFill>
              </a:defRPr>
            </a:lvl9pPr>
          </a:lstStyle>
          <a:p>
            <a:r>
              <a:rPr lang="en-US" dirty="0" smtClean="0"/>
              <a:t>Subtitle</a:t>
            </a:r>
            <a:endParaRPr lang="en-US" dirty="0"/>
          </a:p>
        </p:txBody>
      </p:sp>
    </p:spTree>
    <p:extLst>
      <p:ext uri="{BB962C8B-B14F-4D97-AF65-F5344CB8AC3E}">
        <p14:creationId xmlns:p14="http://schemas.microsoft.com/office/powerpoint/2010/main" val="1549420348"/>
      </p:ext>
    </p:extLst>
  </p:cSld>
  <p:clrMapOvr>
    <a:masterClrMapping/>
  </p:clrMapOvr>
  <p:transition>
    <p:fade/>
  </p:transition>
  <p:timing>
    <p:tnLst>
      <p:par>
        <p:cTn id="1" dur="indefinite" restart="never" nodeType="tmRoot"/>
      </p:par>
    </p:tnLst>
  </p:timing>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Demo Slide">
    <p:bg>
      <p:bgPr>
        <a:solidFill>
          <a:srgbClr val="007233"/>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15744" y="4771506"/>
            <a:ext cx="10487627" cy="1604356"/>
          </a:xfrm>
          <a:prstGeom prst="rect">
            <a:avLst/>
          </a:prstGeom>
        </p:spPr>
        <p:txBody>
          <a:bodyPr anchor="ctr">
            <a:noAutofit/>
          </a:bodyPr>
          <a:lstStyle>
            <a:lvl1pPr marL="0" marR="0" indent="0" algn="l" defTabSz="914001" rtl="0" eaLnBrk="1" fontAlgn="auto" latinLnBrk="0" hangingPunct="1">
              <a:lnSpc>
                <a:spcPct val="90000"/>
              </a:lnSpc>
              <a:spcBef>
                <a:spcPts val="0"/>
              </a:spcBef>
              <a:spcAft>
                <a:spcPts val="0"/>
              </a:spcAft>
              <a:buClr>
                <a:srgbClr val="00DCFF"/>
              </a:buClr>
              <a:buSzPct val="90000"/>
              <a:buFont typeface="Arial" pitchFamily="34" charset="0"/>
              <a:buNone/>
              <a:tabLst/>
              <a:defRPr sz="2799" b="1" cap="all" baseline="0">
                <a:solidFill>
                  <a:schemeClr val="bg1">
                    <a:alpha val="99000"/>
                  </a:schemeClr>
                </a:solidFill>
              </a:defRPr>
            </a:lvl1pPr>
            <a:lvl2pPr marL="457001" indent="0" algn="ctr">
              <a:buNone/>
              <a:defRPr>
                <a:solidFill>
                  <a:schemeClr val="tx1">
                    <a:tint val="75000"/>
                  </a:schemeClr>
                </a:solidFill>
              </a:defRPr>
            </a:lvl2pPr>
            <a:lvl3pPr marL="914001" indent="0" algn="ctr">
              <a:buNone/>
              <a:defRPr>
                <a:solidFill>
                  <a:schemeClr val="tx1">
                    <a:tint val="75000"/>
                  </a:schemeClr>
                </a:solidFill>
              </a:defRPr>
            </a:lvl3pPr>
            <a:lvl4pPr marL="1371002" indent="0" algn="ctr">
              <a:buNone/>
              <a:defRPr>
                <a:solidFill>
                  <a:schemeClr val="tx1">
                    <a:tint val="75000"/>
                  </a:schemeClr>
                </a:solidFill>
              </a:defRPr>
            </a:lvl4pPr>
            <a:lvl5pPr marL="1828003" indent="0" algn="ctr">
              <a:buNone/>
              <a:defRPr>
                <a:solidFill>
                  <a:schemeClr val="tx1">
                    <a:tint val="75000"/>
                  </a:schemeClr>
                </a:solidFill>
              </a:defRPr>
            </a:lvl5pPr>
            <a:lvl6pPr marL="2285004" indent="0" algn="ctr">
              <a:buNone/>
              <a:defRPr>
                <a:solidFill>
                  <a:schemeClr val="tx1">
                    <a:tint val="75000"/>
                  </a:schemeClr>
                </a:solidFill>
              </a:defRPr>
            </a:lvl6pPr>
            <a:lvl7pPr marL="2742003" indent="0" algn="ctr">
              <a:buNone/>
              <a:defRPr>
                <a:solidFill>
                  <a:schemeClr val="tx1">
                    <a:tint val="75000"/>
                  </a:schemeClr>
                </a:solidFill>
              </a:defRPr>
            </a:lvl7pPr>
            <a:lvl8pPr marL="3199004" indent="0" algn="ctr">
              <a:buNone/>
              <a:defRPr>
                <a:solidFill>
                  <a:schemeClr val="tx1">
                    <a:tint val="75000"/>
                  </a:schemeClr>
                </a:solidFill>
              </a:defRPr>
            </a:lvl8pPr>
            <a:lvl9pPr marL="3656005" indent="0" algn="ctr">
              <a:buNone/>
              <a:defRPr>
                <a:solidFill>
                  <a:schemeClr val="tx1">
                    <a:tint val="75000"/>
                  </a:schemeClr>
                </a:solidFill>
              </a:defRPr>
            </a:lvl9pPr>
          </a:lstStyle>
          <a:p>
            <a:r>
              <a:rPr lang="en-US" b="0" dirty="0" smtClean="0"/>
              <a:t>{Sample Code Location e.g., Codeshow.codeplex.com} </a:t>
            </a:r>
          </a:p>
          <a:p>
            <a:r>
              <a:rPr lang="en-US" dirty="0" smtClean="0"/>
              <a:t>(</a:t>
            </a:r>
            <a:r>
              <a:rPr lang="en-US" dirty="0" err="1" smtClean="0"/>
              <a:t>dEMO</a:t>
            </a:r>
            <a:r>
              <a:rPr lang="en-US" dirty="0" smtClean="0"/>
              <a:t> NAME)</a:t>
            </a:r>
            <a:endParaRPr lang="en-US" dirty="0"/>
          </a:p>
        </p:txBody>
      </p:sp>
      <p:sp>
        <p:nvSpPr>
          <p:cNvPr id="10" name="Text Placeholder 9"/>
          <p:cNvSpPr>
            <a:spLocks noGrp="1"/>
          </p:cNvSpPr>
          <p:nvPr>
            <p:ph type="body" sz="quarter" idx="10" hasCustomPrompt="1"/>
          </p:nvPr>
        </p:nvSpPr>
        <p:spPr>
          <a:xfrm>
            <a:off x="415744" y="3117273"/>
            <a:ext cx="10723469" cy="1383983"/>
          </a:xfrm>
          <a:prstGeom prst="rect">
            <a:avLst/>
          </a:prstGeom>
        </p:spPr>
        <p:txBody>
          <a:bodyPr anchor="ctr"/>
          <a:lstStyle>
            <a:lvl1pPr algn="l">
              <a:defRPr sz="7197" baseline="0">
                <a:solidFill>
                  <a:schemeClr val="bg1">
                    <a:alpha val="99000"/>
                  </a:schemeClr>
                </a:solidFill>
                <a:latin typeface="Segoe UI Light" panose="020B0502040204020203" pitchFamily="34" charset="0"/>
                <a:cs typeface="Segoe UI Light" panose="020B0502040204020203" pitchFamily="34" charset="0"/>
              </a:defRPr>
            </a:lvl1pPr>
            <a:lvl2pPr>
              <a:defRPr sz="5997">
                <a:solidFill>
                  <a:schemeClr val="bg1">
                    <a:alpha val="99000"/>
                  </a:schemeClr>
                </a:solidFill>
                <a:latin typeface="+mj-lt"/>
              </a:defRPr>
            </a:lvl2pPr>
            <a:lvl3pPr>
              <a:defRPr sz="5997">
                <a:solidFill>
                  <a:schemeClr val="bg1">
                    <a:alpha val="99000"/>
                  </a:schemeClr>
                </a:solidFill>
                <a:latin typeface="+mj-lt"/>
              </a:defRPr>
            </a:lvl3pPr>
            <a:lvl4pPr>
              <a:defRPr sz="5997">
                <a:solidFill>
                  <a:schemeClr val="bg1">
                    <a:alpha val="99000"/>
                  </a:schemeClr>
                </a:solidFill>
                <a:latin typeface="+mj-lt"/>
              </a:defRPr>
            </a:lvl4pPr>
            <a:lvl5pPr>
              <a:defRPr sz="5997">
                <a:solidFill>
                  <a:schemeClr val="bg1">
                    <a:alpha val="99000"/>
                  </a:schemeClr>
                </a:solidFill>
                <a:latin typeface="+mj-lt"/>
              </a:defRPr>
            </a:lvl5pPr>
          </a:lstStyle>
          <a:p>
            <a:pPr lvl="0"/>
            <a:r>
              <a:rPr lang="en-US" dirty="0" smtClean="0"/>
              <a:t>demo</a:t>
            </a:r>
            <a:endParaRPr lang="en-US" dirty="0"/>
          </a:p>
        </p:txBody>
      </p:sp>
    </p:spTree>
    <p:extLst>
      <p:ext uri="{BB962C8B-B14F-4D97-AF65-F5344CB8AC3E}">
        <p14:creationId xmlns:p14="http://schemas.microsoft.com/office/powerpoint/2010/main" val="3496357327"/>
      </p:ext>
    </p:extLst>
  </p:cSld>
  <p:clrMapOvr>
    <a:masterClrMapping/>
  </p:clrMapOvr>
  <p:transition>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odule Layout">
    <p:bg>
      <p:bgPr>
        <a:solidFill>
          <a:srgbClr val="4668C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6053" y="3775167"/>
            <a:ext cx="11357896" cy="1933979"/>
          </a:xfrm>
          <a:prstGeom prst="rect">
            <a:avLst/>
          </a:prstGeom>
        </p:spPr>
        <p:txBody>
          <a:bodyPr anchor="t" anchorCtr="0">
            <a:noAutofit/>
          </a:bodyPr>
          <a:lstStyle>
            <a:lvl1pPr algn="l">
              <a:lnSpc>
                <a:spcPct val="90000"/>
              </a:lnSpc>
              <a:defRPr sz="4799" spc="-150" baseline="0">
                <a:solidFill>
                  <a:schemeClr val="bg1">
                    <a:alpha val="99000"/>
                  </a:schemeClr>
                </a:solidFill>
                <a:latin typeface="Segoe UI Light" pitchFamily="34" charset="0"/>
              </a:defRPr>
            </a:lvl1pPr>
          </a:lstStyle>
          <a:p>
            <a:r>
              <a:rPr lang="en-US" dirty="0" smtClean="0"/>
              <a:t>Module or Section transition style</a:t>
            </a:r>
            <a:endParaRPr lang="en-US" dirty="0"/>
          </a:p>
        </p:txBody>
      </p:sp>
      <p:sp>
        <p:nvSpPr>
          <p:cNvPr id="9" name="Subtitle 2"/>
          <p:cNvSpPr>
            <a:spLocks noGrp="1"/>
          </p:cNvSpPr>
          <p:nvPr>
            <p:ph type="subTitle" idx="1" hasCustomPrompt="1"/>
          </p:nvPr>
        </p:nvSpPr>
        <p:spPr>
          <a:xfrm>
            <a:off x="546053" y="2942705"/>
            <a:ext cx="11357896" cy="748146"/>
          </a:xfrm>
          <a:prstGeom prst="rect">
            <a:avLst/>
          </a:prstGeom>
        </p:spPr>
        <p:txBody>
          <a:bodyPr>
            <a:noAutofit/>
          </a:bodyPr>
          <a:lstStyle>
            <a:lvl1pPr marL="0" indent="0" algn="l">
              <a:lnSpc>
                <a:spcPct val="90000"/>
              </a:lnSpc>
              <a:spcBef>
                <a:spcPts val="0"/>
              </a:spcBef>
              <a:buNone/>
              <a:defRPr sz="2399" b="0" cap="none" baseline="0">
                <a:solidFill>
                  <a:schemeClr val="bg1">
                    <a:alpha val="99000"/>
                  </a:schemeClr>
                </a:solidFill>
                <a:latin typeface="Segoe UI Light" pitchFamily="34" charset="0"/>
              </a:defRPr>
            </a:lvl1pPr>
            <a:lvl2pPr marL="457001" indent="0" algn="ctr">
              <a:buNone/>
              <a:defRPr>
                <a:solidFill>
                  <a:schemeClr val="tx1">
                    <a:tint val="75000"/>
                  </a:schemeClr>
                </a:solidFill>
              </a:defRPr>
            </a:lvl2pPr>
            <a:lvl3pPr marL="914001" indent="0" algn="ctr">
              <a:buNone/>
              <a:defRPr>
                <a:solidFill>
                  <a:schemeClr val="tx1">
                    <a:tint val="75000"/>
                  </a:schemeClr>
                </a:solidFill>
              </a:defRPr>
            </a:lvl3pPr>
            <a:lvl4pPr marL="1371002" indent="0" algn="ctr">
              <a:buNone/>
              <a:defRPr>
                <a:solidFill>
                  <a:schemeClr val="tx1">
                    <a:tint val="75000"/>
                  </a:schemeClr>
                </a:solidFill>
              </a:defRPr>
            </a:lvl4pPr>
            <a:lvl5pPr marL="1828003" indent="0" algn="ctr">
              <a:buNone/>
              <a:defRPr>
                <a:solidFill>
                  <a:schemeClr val="tx1">
                    <a:tint val="75000"/>
                  </a:schemeClr>
                </a:solidFill>
              </a:defRPr>
            </a:lvl5pPr>
            <a:lvl6pPr marL="2285004" indent="0" algn="ctr">
              <a:buNone/>
              <a:defRPr>
                <a:solidFill>
                  <a:schemeClr val="tx1">
                    <a:tint val="75000"/>
                  </a:schemeClr>
                </a:solidFill>
              </a:defRPr>
            </a:lvl6pPr>
            <a:lvl7pPr marL="2742003" indent="0" algn="ctr">
              <a:buNone/>
              <a:defRPr>
                <a:solidFill>
                  <a:schemeClr val="tx1">
                    <a:tint val="75000"/>
                  </a:schemeClr>
                </a:solidFill>
              </a:defRPr>
            </a:lvl7pPr>
            <a:lvl8pPr marL="3199004" indent="0" algn="ctr">
              <a:buNone/>
              <a:defRPr>
                <a:solidFill>
                  <a:schemeClr val="tx1">
                    <a:tint val="75000"/>
                  </a:schemeClr>
                </a:solidFill>
              </a:defRPr>
            </a:lvl8pPr>
            <a:lvl9pPr marL="3656005" indent="0" algn="ctr">
              <a:buNone/>
              <a:defRPr>
                <a:solidFill>
                  <a:schemeClr val="tx1">
                    <a:tint val="75000"/>
                  </a:schemeClr>
                </a:solidFill>
              </a:defRPr>
            </a:lvl9pPr>
          </a:lstStyle>
          <a:p>
            <a:r>
              <a:rPr lang="en-US" dirty="0" smtClean="0"/>
              <a:t>Course Title Style</a:t>
            </a:r>
            <a:endParaRPr lang="en-US" dirty="0"/>
          </a:p>
        </p:txBody>
      </p:sp>
    </p:spTree>
    <p:extLst>
      <p:ext uri="{BB962C8B-B14F-4D97-AF65-F5344CB8AC3E}">
        <p14:creationId xmlns:p14="http://schemas.microsoft.com/office/powerpoint/2010/main" val="3887780685"/>
      </p:ext>
    </p:extLst>
  </p:cSld>
  <p:clrMapOvr>
    <a:masterClrMapping/>
  </p:clrMapOvr>
  <p:transition>
    <p:fade/>
  </p:transition>
  <p:timing>
    <p:tnLst>
      <p:par>
        <p:cTn id="1" dur="indefinite" restart="never" nodeType="tmRoot"/>
      </p:par>
    </p:tnLst>
  </p:timing>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icture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751363" y="2980724"/>
            <a:ext cx="7171402" cy="896552"/>
          </a:xfrm>
        </p:spPr>
        <p:txBody>
          <a:bodyPr vert="horz" wrap="square" lIns="182880" tIns="146304" rIns="182880" bIns="146304" rtlCol="0" anchor="ctr">
            <a:noAutofit/>
          </a:bodyPr>
          <a:lstStyle>
            <a:lvl1pPr marL="0" indent="0">
              <a:buFont typeface="Arial" panose="020B0604020202020204" pitchFamily="34" charset="0"/>
              <a:buNone/>
              <a:defRPr lang="en-US" sz="3528" kern="1200" dirty="0" smtClean="0">
                <a:gradFill>
                  <a:gsLst>
                    <a:gs pos="1299">
                      <a:schemeClr val="tx1"/>
                    </a:gs>
                    <a:gs pos="100000">
                      <a:schemeClr val="tx1"/>
                    </a:gs>
                  </a:gsLst>
                  <a:lin ang="5400000" scaled="0"/>
                </a:gradFill>
                <a:latin typeface="+mj-lt"/>
                <a:ea typeface="+mn-ea"/>
                <a:cs typeface="+mn-cs"/>
              </a:defRPr>
            </a:lvl1pPr>
          </a:lstStyle>
          <a:p>
            <a:pPr marL="0" lvl="0" indent="0" algn="l" defTabSz="895974" rtl="0" eaLnBrk="1" latinLnBrk="0" hangingPunct="1">
              <a:spcBef>
                <a:spcPct val="20000"/>
              </a:spcBef>
            </a:pPr>
            <a:r>
              <a:rPr lang="en-US" smtClean="0"/>
              <a:t>Click to edit Master text styles</a:t>
            </a:r>
          </a:p>
        </p:txBody>
      </p:sp>
      <p:sp>
        <p:nvSpPr>
          <p:cNvPr id="7" name="Picture Placeholder 12"/>
          <p:cNvSpPr>
            <a:spLocks noGrp="1"/>
          </p:cNvSpPr>
          <p:nvPr>
            <p:ph type="pic" sz="quarter" idx="16"/>
          </p:nvPr>
        </p:nvSpPr>
        <p:spPr>
          <a:xfrm>
            <a:off x="269240" y="1505896"/>
            <a:ext cx="3854627" cy="3846208"/>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lIns="182880" tIns="146304" rIns="182880" bIns="146304" anchor="ctr" anchorCtr="1">
            <a:noAutofit/>
          </a:bodyPr>
          <a:lstStyle>
            <a:lvl1pPr marL="0" indent="0">
              <a:buNone/>
              <a:defRPr/>
            </a:lvl1pPr>
          </a:lstStyle>
          <a:p>
            <a:r>
              <a:rPr lang="en-US" smtClean="0"/>
              <a:t>Click icon to add picture</a:t>
            </a:r>
            <a:endParaRPr lang="en-US" dirty="0"/>
          </a:p>
        </p:txBody>
      </p:sp>
      <p:sp>
        <p:nvSpPr>
          <p:cNvPr id="3" name="Title 2"/>
          <p:cNvSpPr>
            <a:spLocks noGrp="1"/>
          </p:cNvSpPr>
          <p:nvPr>
            <p:ph type="title"/>
          </p:nvPr>
        </p:nvSpPr>
        <p:spPr/>
        <p:txBody>
          <a:bodyPr wrap="none" lIns="182880" tIns="146304" rIns="182880" bIns="146304"/>
          <a:lstStyle/>
          <a:p>
            <a:r>
              <a:rPr lang="en-US" smtClean="0"/>
              <a:t>Click to edit Master title style</a:t>
            </a:r>
            <a:endParaRPr lang="en-US" dirty="0"/>
          </a:p>
        </p:txBody>
      </p:sp>
    </p:spTree>
    <p:extLst>
      <p:ext uri="{BB962C8B-B14F-4D97-AF65-F5344CB8AC3E}">
        <p14:creationId xmlns:p14="http://schemas.microsoft.com/office/powerpoint/2010/main" val="1785845671"/>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964424" y="6272784"/>
            <a:ext cx="3273552" cy="365125"/>
          </a:xfrm>
          <a:prstGeom prst="rect">
            <a:avLst/>
          </a:prstGeom>
        </p:spPr>
        <p:txBody>
          <a:bodyPr/>
          <a:lstStyle/>
          <a:p>
            <a:fld id="{F169A783-D6DE-4D36-9CFB-48FB7C49D0ED}" type="datetimeFigureOut">
              <a:rPr lang="en-US" smtClean="0"/>
              <a:t>10/7/2015</a:t>
            </a:fld>
            <a:endParaRPr lang="en-US"/>
          </a:p>
        </p:txBody>
      </p:sp>
      <p:sp>
        <p:nvSpPr>
          <p:cNvPr id="5" name="Footer Placeholder 4"/>
          <p:cNvSpPr>
            <a:spLocks noGrp="1"/>
          </p:cNvSpPr>
          <p:nvPr>
            <p:ph type="ftr" sz="quarter" idx="11"/>
          </p:nvPr>
        </p:nvSpPr>
        <p:spPr>
          <a:xfrm>
            <a:off x="1088136" y="6272784"/>
            <a:ext cx="6327648"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11311128" y="6272784"/>
            <a:ext cx="640080" cy="365125"/>
          </a:xfrm>
          <a:prstGeom prst="rect">
            <a:avLst/>
          </a:prstGeom>
        </p:spPr>
        <p:txBody>
          <a:bodyPr/>
          <a:lstStyle/>
          <a:p>
            <a:fld id="{91DBA344-E620-4025-9624-308AE374D125}" type="slidenum">
              <a:rPr lang="en-US" smtClean="0"/>
              <a:t>‹#›</a:t>
            </a:fld>
            <a:endParaRPr lang="en-US"/>
          </a:p>
        </p:txBody>
      </p:sp>
    </p:spTree>
    <p:extLst>
      <p:ext uri="{BB962C8B-B14F-4D97-AF65-F5344CB8AC3E}">
        <p14:creationId xmlns:p14="http://schemas.microsoft.com/office/powerpoint/2010/main" val="14162268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Slide Orang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949" y="2109542"/>
            <a:ext cx="10240454" cy="997196"/>
          </a:xfrm>
          <a:prstGeom prst="rect">
            <a:avLst/>
          </a:prstGeom>
        </p:spPr>
        <p:txBody>
          <a:bodyPr anchor="b" anchorCtr="0"/>
          <a:lstStyle>
            <a:lvl1pPr>
              <a:defRPr sz="7200" spc="-150" baseline="0"/>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949" y="3425825"/>
            <a:ext cx="10240454" cy="498598"/>
          </a:xfrm>
          <a:prstGeom prst="rect">
            <a:avLst/>
          </a:prstGeom>
        </p:spPr>
        <p:txBody>
          <a:bodyPr>
            <a:noAutofit/>
          </a:bodyPr>
          <a:lstStyle>
            <a:lvl1pPr marL="0" indent="0">
              <a:spcBef>
                <a:spcPts val="0"/>
              </a:spcBef>
              <a:buNone/>
              <a:defRPr spc="-70" baseline="0">
                <a:gradFill>
                  <a:gsLst>
                    <a:gs pos="0">
                      <a:schemeClr val="tx1"/>
                    </a:gs>
                    <a:gs pos="100000">
                      <a:schemeClr val="tx1"/>
                    </a:gs>
                  </a:gsLst>
                  <a:lin ang="5400000" scaled="0"/>
                </a:gradFill>
                <a:latin typeface="+mj-lt"/>
              </a:defRPr>
            </a:lvl1pPr>
          </a:lstStyle>
          <a:p>
            <a:pPr lvl="0"/>
            <a:r>
              <a:rPr lang="en-US" dirty="0" smtClean="0"/>
              <a:t>Subtitle</a:t>
            </a:r>
            <a:endParaRPr lang="en-US"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321733000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Slide Green">
    <p:bg>
      <p:bgPr>
        <a:solidFill>
          <a:srgbClr val="00723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949" y="2109542"/>
            <a:ext cx="10240454" cy="997196"/>
          </a:xfrm>
          <a:prstGeom prst="rect">
            <a:avLst/>
          </a:prstGeom>
        </p:spPr>
        <p:txBody>
          <a:bodyPr anchor="b" anchorCtr="0"/>
          <a:lstStyle>
            <a:lvl1pPr>
              <a:defRPr sz="7200" spc="-150" baseline="0"/>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949" y="3425825"/>
            <a:ext cx="10240454" cy="498598"/>
          </a:xfrm>
          <a:prstGeom prst="rect">
            <a:avLst/>
          </a:prstGeom>
        </p:spPr>
        <p:txBody>
          <a:bodyPr>
            <a:noAutofit/>
          </a:bodyPr>
          <a:lstStyle>
            <a:lvl1pPr marL="0" indent="0">
              <a:spcBef>
                <a:spcPts val="0"/>
              </a:spcBef>
              <a:buNone/>
              <a:defRPr spc="-70" baseline="0">
                <a:gradFill>
                  <a:gsLst>
                    <a:gs pos="0">
                      <a:schemeClr val="tx1"/>
                    </a:gs>
                    <a:gs pos="100000">
                      <a:schemeClr val="tx1"/>
                    </a:gs>
                  </a:gsLst>
                  <a:lin ang="5400000" scaled="0"/>
                </a:gradFill>
                <a:latin typeface="+mj-lt"/>
              </a:defRPr>
            </a:lvl1pPr>
          </a:lstStyle>
          <a:p>
            <a:pPr lvl="0"/>
            <a:r>
              <a:rPr lang="en-US" dirty="0" smtClean="0"/>
              <a:t>Subtitle</a:t>
            </a:r>
            <a:endParaRPr lang="en-US"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294366487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Slide Blue">
    <p:bg>
      <p:bgPr>
        <a:solidFill>
          <a:srgbClr val="00188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949" y="2109542"/>
            <a:ext cx="10240454" cy="997196"/>
          </a:xfrm>
          <a:prstGeom prst="rect">
            <a:avLst/>
          </a:prstGeom>
        </p:spPr>
        <p:txBody>
          <a:bodyPr anchor="b" anchorCtr="0"/>
          <a:lstStyle>
            <a:lvl1pPr>
              <a:defRPr sz="7200" spc="-150" baseline="0"/>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949" y="3425825"/>
            <a:ext cx="10240454" cy="498598"/>
          </a:xfrm>
          <a:prstGeom prst="rect">
            <a:avLst/>
          </a:prstGeom>
        </p:spPr>
        <p:txBody>
          <a:bodyPr>
            <a:noAutofit/>
          </a:bodyPr>
          <a:lstStyle>
            <a:lvl1pPr marL="0" indent="0">
              <a:spcBef>
                <a:spcPts val="0"/>
              </a:spcBef>
              <a:buNone/>
              <a:defRPr spc="-70" baseline="0">
                <a:gradFill>
                  <a:gsLst>
                    <a:gs pos="0">
                      <a:schemeClr val="tx1"/>
                    </a:gs>
                    <a:gs pos="100000">
                      <a:schemeClr val="tx1"/>
                    </a:gs>
                  </a:gsLst>
                  <a:lin ang="5400000" scaled="0"/>
                </a:gradFill>
                <a:latin typeface="+mj-lt"/>
              </a:defRPr>
            </a:lvl1pPr>
          </a:lstStyle>
          <a:p>
            <a:pPr lvl="0"/>
            <a:r>
              <a:rPr lang="en-US" dirty="0" smtClean="0"/>
              <a:t>Subtitle</a:t>
            </a:r>
            <a:endParaRPr lang="en-US"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16599681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Slide Purple">
    <p:bg>
      <p:bgPr>
        <a:solidFill>
          <a:srgbClr val="68217A"/>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949" y="2109542"/>
            <a:ext cx="10240454" cy="997196"/>
          </a:xfrm>
          <a:prstGeom prst="rect">
            <a:avLst/>
          </a:prstGeom>
        </p:spPr>
        <p:txBody>
          <a:bodyPr anchor="b" anchorCtr="0"/>
          <a:lstStyle>
            <a:lvl1pPr>
              <a:defRPr sz="7200" spc="-150" baseline="0"/>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949" y="3425825"/>
            <a:ext cx="10240454" cy="498598"/>
          </a:xfrm>
          <a:prstGeom prst="rect">
            <a:avLst/>
          </a:prstGeom>
        </p:spPr>
        <p:txBody>
          <a:bodyPr>
            <a:noAutofit/>
          </a:bodyPr>
          <a:lstStyle>
            <a:lvl1pPr marL="0" indent="0">
              <a:spcBef>
                <a:spcPts val="0"/>
              </a:spcBef>
              <a:buNone/>
              <a:defRPr spc="-70" baseline="0">
                <a:gradFill>
                  <a:gsLst>
                    <a:gs pos="0">
                      <a:schemeClr val="tx1"/>
                    </a:gs>
                    <a:gs pos="100000">
                      <a:schemeClr val="tx1"/>
                    </a:gs>
                  </a:gsLst>
                  <a:lin ang="5400000" scaled="0"/>
                </a:gradFill>
                <a:latin typeface="+mj-lt"/>
              </a:defRPr>
            </a:lvl1pPr>
          </a:lstStyle>
          <a:p>
            <a:pPr lvl="0"/>
            <a:r>
              <a:rPr lang="en-US" dirty="0" smtClean="0"/>
              <a:t>Subtitle</a:t>
            </a:r>
            <a:endParaRPr lang="en-US" dirty="0"/>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118677679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unchy Slide Orang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248" y="2819604"/>
            <a:ext cx="11151917" cy="1218795"/>
          </a:xfrm>
          <a:prstGeom prst="rect">
            <a:avLst/>
          </a:prstGeom>
        </p:spPr>
        <p:txBody>
          <a:bodyPr anchor="b" anchorCtr="0"/>
          <a:lstStyle>
            <a:lvl1pPr>
              <a:defRPr sz="8800" spc="-300" baseline="0">
                <a:gradFill>
                  <a:gsLst>
                    <a:gs pos="100000">
                      <a:schemeClr val="tx1"/>
                    </a:gs>
                    <a:gs pos="0">
                      <a:schemeClr val="tx1"/>
                    </a:gs>
                  </a:gsLst>
                  <a:lin ang="5400000" scaled="0"/>
                </a:gradFill>
              </a:defRPr>
            </a:lvl1pPr>
          </a:lstStyle>
          <a:p>
            <a:r>
              <a:rPr lang="en-US" dirty="0" smtClean="0"/>
              <a:t>Click to edit title style</a:t>
            </a:r>
            <a:endParaRPr lang="en-US" dirty="0"/>
          </a:p>
        </p:txBody>
      </p:sp>
      <p:pic>
        <p:nvPicPr>
          <p:cNvPr id="6" name="Pictur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2587966909"/>
      </p:ext>
    </p:extLst>
  </p:cSld>
  <p:clrMapOvr>
    <a:masterClrMapping/>
  </p:clrMapOvr>
  <p:transition>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unchy Slide Green">
    <p:bg>
      <p:bgPr>
        <a:solidFill>
          <a:srgbClr val="00723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248" y="2819604"/>
            <a:ext cx="11151917" cy="1218795"/>
          </a:xfrm>
          <a:prstGeom prst="rect">
            <a:avLst/>
          </a:prstGeom>
        </p:spPr>
        <p:txBody>
          <a:bodyPr anchor="b" anchorCtr="0"/>
          <a:lstStyle>
            <a:lvl1pPr>
              <a:defRPr sz="8800" spc="-300" baseline="0">
                <a:gradFill>
                  <a:gsLst>
                    <a:gs pos="100000">
                      <a:schemeClr val="tx1"/>
                    </a:gs>
                    <a:gs pos="0">
                      <a:schemeClr val="tx1"/>
                    </a:gs>
                  </a:gsLst>
                  <a:lin ang="5400000" scaled="0"/>
                </a:gradFill>
              </a:defRPr>
            </a:lvl1pPr>
          </a:lstStyle>
          <a:p>
            <a:r>
              <a:rPr lang="en-US" dirty="0" smtClean="0"/>
              <a:t>Click to edit title style</a:t>
            </a:r>
            <a:endParaRPr lang="en-US" dirty="0"/>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915108786"/>
      </p:ext>
    </p:extLst>
  </p:cSld>
  <p:clrMapOvr>
    <a:masterClrMapping/>
  </p:clrMapOvr>
  <p:transition>
    <p:fade/>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unchy Slide Blue">
    <p:bg>
      <p:bgPr>
        <a:solidFill>
          <a:srgbClr val="00188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248" y="2819604"/>
            <a:ext cx="11151917" cy="1218795"/>
          </a:xfrm>
          <a:prstGeom prst="rect">
            <a:avLst/>
          </a:prstGeom>
        </p:spPr>
        <p:txBody>
          <a:bodyPr anchor="b" anchorCtr="0"/>
          <a:lstStyle>
            <a:lvl1pPr>
              <a:defRPr sz="8800" spc="-300" baseline="0">
                <a:gradFill>
                  <a:gsLst>
                    <a:gs pos="100000">
                      <a:schemeClr val="tx1"/>
                    </a:gs>
                    <a:gs pos="0">
                      <a:schemeClr val="tx1"/>
                    </a:gs>
                  </a:gsLst>
                  <a:lin ang="5400000" scaled="0"/>
                </a:gradFill>
              </a:defRPr>
            </a:lvl1pPr>
          </a:lstStyle>
          <a:p>
            <a:r>
              <a:rPr lang="en-US" dirty="0" smtClean="0"/>
              <a:t>Click to edit title style</a:t>
            </a:r>
            <a:endParaRPr lang="en-US" dirty="0"/>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838264100"/>
      </p:ext>
    </p:extLst>
  </p:cSld>
  <p:clrMapOvr>
    <a:masterClrMapping/>
  </p:clrMapOvr>
  <p:transition>
    <p:fade/>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unchy Slide Purple">
    <p:bg>
      <p:bgPr>
        <a:solidFill>
          <a:srgbClr val="68217A"/>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248" y="2819604"/>
            <a:ext cx="11151917" cy="1218795"/>
          </a:xfrm>
          <a:prstGeom prst="rect">
            <a:avLst/>
          </a:prstGeom>
        </p:spPr>
        <p:txBody>
          <a:bodyPr anchor="b" anchorCtr="0"/>
          <a:lstStyle>
            <a:lvl1pPr>
              <a:defRPr sz="8800" spc="-300" baseline="0">
                <a:gradFill>
                  <a:gsLst>
                    <a:gs pos="100000">
                      <a:schemeClr val="tx1"/>
                    </a:gs>
                    <a:gs pos="0">
                      <a:schemeClr val="tx1"/>
                    </a:gs>
                  </a:gsLst>
                  <a:lin ang="5400000" scaled="0"/>
                </a:gradFill>
              </a:defRPr>
            </a:lvl1pPr>
          </a:lstStyle>
          <a:p>
            <a:r>
              <a:rPr lang="en-US" dirty="0" smtClean="0"/>
              <a:t>Click to edit title style</a:t>
            </a:r>
            <a:endParaRPr lang="en-US" dirty="0"/>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990825193"/>
      </p:ext>
    </p:extLst>
  </p:cSld>
  <p:clrMapOvr>
    <a:masterClrMapping/>
  </p:clrMapOvr>
  <p:transition>
    <p:fade/>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Slide Orange">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7545922"/>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Slide Green">
    <p:bg>
      <p:bgPr>
        <a:solidFill>
          <a:srgbClr val="00723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5764818"/>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Slide Blue">
    <p:bg>
      <p:bgPr>
        <a:solidFill>
          <a:srgbClr val="00188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137286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Slide Purple">
    <p:bg>
      <p:bgPr>
        <a:solidFill>
          <a:srgbClr val="68217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1921864"/>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249" y="2819605"/>
            <a:ext cx="11151917" cy="1218795"/>
          </a:xfrm>
        </p:spPr>
        <p:txBody>
          <a:bodyPr anchor="b" anchorCtr="0"/>
          <a:lstStyle>
            <a:lvl1pPr>
              <a:defRPr sz="8798" spc="-300" baseline="0">
                <a:gradFill>
                  <a:gsLst>
                    <a:gs pos="100000">
                      <a:schemeClr val="bg1"/>
                    </a:gs>
                    <a:gs pos="0">
                      <a:schemeClr val="bg1"/>
                    </a:gs>
                  </a:gsLst>
                  <a:lin ang="5400000" scaled="0"/>
                </a:gradFill>
              </a:defRPr>
            </a:lvl1pPr>
          </a:lstStyle>
          <a:p>
            <a:r>
              <a:rPr lang="en-US" dirty="0" smtClean="0"/>
              <a:t>Click to edit title style</a:t>
            </a:r>
            <a:endParaRPr lang="en-US" dirty="0"/>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95967" y="6014915"/>
            <a:ext cx="1739313" cy="815899"/>
          </a:xfrm>
          <a:prstGeom prst="rect">
            <a:avLst/>
          </a:prstGeom>
        </p:spPr>
      </p:pic>
    </p:spTree>
    <p:extLst>
      <p:ext uri="{BB962C8B-B14F-4D97-AF65-F5344CB8AC3E}">
        <p14:creationId xmlns:p14="http://schemas.microsoft.com/office/powerpoint/2010/main" val="587242610"/>
      </p:ext>
    </p:extLst>
  </p:cSld>
  <p:clrMapOvr>
    <a:masterClrMapping/>
  </p:clrMapOvr>
  <p:transition>
    <p:fade/>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2732537"/>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amp; Content Layout">
    <p:spTree>
      <p:nvGrpSpPr>
        <p:cNvPr id="1" name=""/>
        <p:cNvGrpSpPr/>
        <p:nvPr/>
      </p:nvGrpSpPr>
      <p:grpSpPr>
        <a:xfrm>
          <a:off x="0" y="0"/>
          <a:ext cx="0" cy="0"/>
          <a:chOff x="0" y="0"/>
          <a:chExt cx="0" cy="0"/>
        </a:xfrm>
      </p:grpSpPr>
      <p:sp>
        <p:nvSpPr>
          <p:cNvPr id="3" name="Title 2"/>
          <p:cNvSpPr>
            <a:spLocks noGrp="1"/>
          </p:cNvSpPr>
          <p:nvPr>
            <p:ph type="title" hasCustomPrompt="1"/>
          </p:nvPr>
        </p:nvSpPr>
        <p:spPr>
          <a:xfrm>
            <a:off x="308119" y="307245"/>
            <a:ext cx="11151917" cy="747897"/>
          </a:xfrm>
        </p:spPr>
        <p:txBody>
          <a:bodyPr lIns="146304" tIns="91440" rIns="146304" bIns="91440"/>
          <a:lstStyle/>
          <a:p>
            <a:r>
              <a:rPr lang="en-US" dirty="0" smtClean="0"/>
              <a:t>Click to edit master title style</a:t>
            </a:r>
            <a:endParaRPr lang="en-US" dirty="0"/>
          </a:p>
        </p:txBody>
      </p:sp>
      <p:sp>
        <p:nvSpPr>
          <p:cNvPr id="5" name="Text Placeholder 4"/>
          <p:cNvSpPr>
            <a:spLocks noGrp="1"/>
          </p:cNvSpPr>
          <p:nvPr>
            <p:ph type="body" sz="quarter" idx="10"/>
          </p:nvPr>
        </p:nvSpPr>
        <p:spPr>
          <a:xfrm>
            <a:off x="316419" y="1203349"/>
            <a:ext cx="11653523" cy="5377755"/>
          </a:xfrm>
        </p:spPr>
        <p:txBody>
          <a:bodyPr lIns="146304" tIns="91440" rIns="146304" bIns="91440"/>
          <a:lstStyle>
            <a:lvl1pPr marL="0" indent="0">
              <a:buNone/>
              <a:defRPr/>
            </a:lvl1pPr>
            <a:lvl2pPr marL="339663" indent="0">
              <a:buNone/>
              <a:defRPr/>
            </a:lvl2pPr>
            <a:lvl3pPr marL="572984" indent="0">
              <a:buNone/>
              <a:defRPr/>
            </a:lvl3pPr>
            <a:lvl4pPr marL="798371" indent="0">
              <a:buNone/>
              <a:defRPr/>
            </a:lvl4pPr>
            <a:lvl5pPr marL="1030102"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883855593"/>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2" name="Rectangle 1"/>
          <p:cNvSpPr/>
          <p:nvPr userDrawn="1"/>
        </p:nvSpPr>
        <p:spPr bwMode="white">
          <a:xfrm>
            <a:off x="2" y="857250"/>
            <a:ext cx="12192000" cy="512445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3371" tIns="89606" rIns="143371" bIns="89606" numCol="1" spcCol="0" rtlCol="0" fromWordArt="0" anchor="ctr" anchorCtr="0" forceAA="0" compatLnSpc="1">
            <a:prstTxWarp prst="textNoShape">
              <a:avLst/>
            </a:prstTxWarp>
            <a:noAutofit/>
          </a:bodyPr>
          <a:lstStyle/>
          <a:p>
            <a:pPr algn="ctr" defTabSz="913475" fontAlgn="base">
              <a:spcBef>
                <a:spcPct val="0"/>
              </a:spcBef>
              <a:spcAft>
                <a:spcPct val="0"/>
              </a:spcAft>
            </a:pPr>
            <a:endParaRPr lang="en-US" sz="2199" dirty="0">
              <a:gradFill>
                <a:gsLst>
                  <a:gs pos="0">
                    <a:srgbClr val="FFFFFF"/>
                  </a:gs>
                  <a:gs pos="100000">
                    <a:srgbClr val="FFFFFF"/>
                  </a:gs>
                </a:gsLst>
                <a:lin ang="5400000" scaled="0"/>
              </a:gradFill>
              <a:ea typeface="Segoe UI" pitchFamily="34" charset="0"/>
              <a:cs typeface="Segoe UI" pitchFamily="34" charset="0"/>
            </a:endParaRPr>
          </a:p>
        </p:txBody>
      </p:sp>
      <p:sp>
        <p:nvSpPr>
          <p:cNvPr id="5" name="Content Placeholder 4"/>
          <p:cNvSpPr>
            <a:spLocks noGrp="1"/>
          </p:cNvSpPr>
          <p:nvPr>
            <p:ph sz="quarter" idx="11" hasCustomPrompt="1"/>
          </p:nvPr>
        </p:nvSpPr>
        <p:spPr>
          <a:xfrm>
            <a:off x="284241" y="1187470"/>
            <a:ext cx="11155093" cy="2863073"/>
          </a:xfrm>
          <a:prstGeom prst="rect">
            <a:avLst/>
          </a:prstGeom>
        </p:spPr>
        <p:txBody>
          <a:bodyPr lIns="146304" tIns="91440" rIns="146304" bIns="91440">
            <a:normAutofit/>
          </a:bodyPr>
          <a:lstStyle>
            <a:lvl1pPr marL="0" indent="0">
              <a:lnSpc>
                <a:spcPct val="90000"/>
              </a:lnSpc>
              <a:buNone/>
              <a:defRPr sz="7838">
                <a:gradFill>
                  <a:gsLst>
                    <a:gs pos="100000">
                      <a:schemeClr val="bg1"/>
                    </a:gs>
                    <a:gs pos="0">
                      <a:schemeClr val="bg1"/>
                    </a:gs>
                  </a:gsLst>
                  <a:lin ang="5400000" scaled="0"/>
                </a:gradFill>
                <a:latin typeface="+mj-lt"/>
              </a:defRPr>
            </a:lvl1pPr>
            <a:lvl2pPr>
              <a:defRPr sz="6394">
                <a:solidFill>
                  <a:schemeClr val="tx2"/>
                </a:solidFill>
                <a:latin typeface="+mn-lt"/>
              </a:defRPr>
            </a:lvl2pPr>
          </a:lstStyle>
          <a:p>
            <a:pPr lvl="0"/>
            <a:r>
              <a:rPr lang="en-US" dirty="0" smtClean="0"/>
              <a:t>Demo</a:t>
            </a:r>
          </a:p>
        </p:txBody>
      </p:sp>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5" y="6021143"/>
            <a:ext cx="1763729" cy="813816"/>
          </a:xfrm>
          <a:prstGeom prst="rect">
            <a:avLst/>
          </a:prstGeom>
        </p:spPr>
      </p:pic>
      <p:sp>
        <p:nvSpPr>
          <p:cNvPr id="7" name="Freeform 20"/>
          <p:cNvSpPr>
            <a:spLocks noEditPoints="1"/>
          </p:cNvSpPr>
          <p:nvPr userDrawn="1"/>
        </p:nvSpPr>
        <p:spPr bwMode="black">
          <a:xfrm>
            <a:off x="8401577" y="3201873"/>
            <a:ext cx="3521186" cy="2448402"/>
          </a:xfrm>
          <a:custGeom>
            <a:avLst/>
            <a:gdLst/>
            <a:ahLst/>
            <a:cxnLst>
              <a:cxn ang="0">
                <a:pos x="774" y="456"/>
              </a:cxn>
              <a:cxn ang="0">
                <a:pos x="774" y="36"/>
              </a:cxn>
              <a:cxn ang="0">
                <a:pos x="737" y="0"/>
              </a:cxn>
              <a:cxn ang="0">
                <a:pos x="107" y="0"/>
              </a:cxn>
              <a:cxn ang="0">
                <a:pos x="71" y="36"/>
              </a:cxn>
              <a:cxn ang="0">
                <a:pos x="71" y="456"/>
              </a:cxn>
              <a:cxn ang="0">
                <a:pos x="0" y="544"/>
              </a:cxn>
              <a:cxn ang="0">
                <a:pos x="44" y="588"/>
              </a:cxn>
              <a:cxn ang="0">
                <a:pos x="800" y="588"/>
              </a:cxn>
              <a:cxn ang="0">
                <a:pos x="844" y="544"/>
              </a:cxn>
              <a:cxn ang="0">
                <a:pos x="774" y="456"/>
              </a:cxn>
              <a:cxn ang="0">
                <a:pos x="481" y="554"/>
              </a:cxn>
              <a:cxn ang="0">
                <a:pos x="350" y="554"/>
              </a:cxn>
              <a:cxn ang="0">
                <a:pos x="337" y="547"/>
              </a:cxn>
              <a:cxn ang="0">
                <a:pos x="352" y="519"/>
              </a:cxn>
              <a:cxn ang="0">
                <a:pos x="363" y="514"/>
              </a:cxn>
              <a:cxn ang="0">
                <a:pos x="468" y="514"/>
              </a:cxn>
              <a:cxn ang="0">
                <a:pos x="478" y="519"/>
              </a:cxn>
              <a:cxn ang="0">
                <a:pos x="494" y="547"/>
              </a:cxn>
              <a:cxn ang="0">
                <a:pos x="481" y="554"/>
              </a:cxn>
              <a:cxn ang="0">
                <a:pos x="748" y="456"/>
              </a:cxn>
              <a:cxn ang="0">
                <a:pos x="99" y="456"/>
              </a:cxn>
              <a:cxn ang="0">
                <a:pos x="99" y="42"/>
              </a:cxn>
              <a:cxn ang="0">
                <a:pos x="117" y="24"/>
              </a:cxn>
              <a:cxn ang="0">
                <a:pos x="730" y="24"/>
              </a:cxn>
              <a:cxn ang="0">
                <a:pos x="748" y="42"/>
              </a:cxn>
              <a:cxn ang="0">
                <a:pos x="748" y="456"/>
              </a:cxn>
            </a:cxnLst>
            <a:rect l="0" t="0" r="r" b="b"/>
            <a:pathLst>
              <a:path w="844" h="588">
                <a:moveTo>
                  <a:pt x="774" y="456"/>
                </a:moveTo>
                <a:cubicBezTo>
                  <a:pt x="774" y="36"/>
                  <a:pt x="774" y="36"/>
                  <a:pt x="774" y="36"/>
                </a:cubicBezTo>
                <a:cubicBezTo>
                  <a:pt x="774" y="16"/>
                  <a:pt x="757" y="0"/>
                  <a:pt x="737" y="0"/>
                </a:cubicBezTo>
                <a:cubicBezTo>
                  <a:pt x="107" y="0"/>
                  <a:pt x="107" y="0"/>
                  <a:pt x="107" y="0"/>
                </a:cubicBezTo>
                <a:cubicBezTo>
                  <a:pt x="87" y="0"/>
                  <a:pt x="71" y="16"/>
                  <a:pt x="71" y="36"/>
                </a:cubicBezTo>
                <a:cubicBezTo>
                  <a:pt x="71" y="456"/>
                  <a:pt x="71" y="456"/>
                  <a:pt x="71" y="456"/>
                </a:cubicBezTo>
                <a:cubicBezTo>
                  <a:pt x="0" y="544"/>
                  <a:pt x="0" y="544"/>
                  <a:pt x="0" y="544"/>
                </a:cubicBezTo>
                <a:cubicBezTo>
                  <a:pt x="0" y="568"/>
                  <a:pt x="20" y="588"/>
                  <a:pt x="44" y="588"/>
                </a:cubicBezTo>
                <a:cubicBezTo>
                  <a:pt x="800" y="588"/>
                  <a:pt x="800" y="588"/>
                  <a:pt x="800" y="588"/>
                </a:cubicBezTo>
                <a:cubicBezTo>
                  <a:pt x="824" y="588"/>
                  <a:pt x="844" y="568"/>
                  <a:pt x="844" y="544"/>
                </a:cubicBezTo>
                <a:lnTo>
                  <a:pt x="774" y="456"/>
                </a:lnTo>
                <a:close/>
                <a:moveTo>
                  <a:pt x="481" y="554"/>
                </a:moveTo>
                <a:cubicBezTo>
                  <a:pt x="350" y="554"/>
                  <a:pt x="350" y="554"/>
                  <a:pt x="350" y="554"/>
                </a:cubicBezTo>
                <a:cubicBezTo>
                  <a:pt x="343" y="554"/>
                  <a:pt x="337" y="551"/>
                  <a:pt x="337" y="547"/>
                </a:cubicBezTo>
                <a:cubicBezTo>
                  <a:pt x="352" y="519"/>
                  <a:pt x="352" y="519"/>
                  <a:pt x="352" y="519"/>
                </a:cubicBezTo>
                <a:cubicBezTo>
                  <a:pt x="352" y="516"/>
                  <a:pt x="357" y="514"/>
                  <a:pt x="363" y="514"/>
                </a:cubicBezTo>
                <a:cubicBezTo>
                  <a:pt x="468" y="514"/>
                  <a:pt x="468" y="514"/>
                  <a:pt x="468" y="514"/>
                </a:cubicBezTo>
                <a:cubicBezTo>
                  <a:pt x="473" y="514"/>
                  <a:pt x="478" y="516"/>
                  <a:pt x="478" y="519"/>
                </a:cubicBezTo>
                <a:cubicBezTo>
                  <a:pt x="494" y="547"/>
                  <a:pt x="494" y="547"/>
                  <a:pt x="494" y="547"/>
                </a:cubicBezTo>
                <a:cubicBezTo>
                  <a:pt x="494" y="551"/>
                  <a:pt x="488" y="554"/>
                  <a:pt x="481" y="554"/>
                </a:cubicBezTo>
                <a:close/>
                <a:moveTo>
                  <a:pt x="748" y="456"/>
                </a:moveTo>
                <a:cubicBezTo>
                  <a:pt x="99" y="456"/>
                  <a:pt x="99" y="456"/>
                  <a:pt x="99" y="456"/>
                </a:cubicBezTo>
                <a:cubicBezTo>
                  <a:pt x="99" y="42"/>
                  <a:pt x="99" y="42"/>
                  <a:pt x="99" y="42"/>
                </a:cubicBezTo>
                <a:cubicBezTo>
                  <a:pt x="99" y="32"/>
                  <a:pt x="107" y="24"/>
                  <a:pt x="117" y="24"/>
                </a:cubicBezTo>
                <a:cubicBezTo>
                  <a:pt x="730" y="24"/>
                  <a:pt x="730" y="24"/>
                  <a:pt x="730" y="24"/>
                </a:cubicBezTo>
                <a:cubicBezTo>
                  <a:pt x="740" y="24"/>
                  <a:pt x="748" y="32"/>
                  <a:pt x="748" y="42"/>
                </a:cubicBezTo>
                <a:lnTo>
                  <a:pt x="748" y="456"/>
                </a:lnTo>
                <a:close/>
              </a:path>
            </a:pathLst>
          </a:custGeom>
          <a:solidFill>
            <a:srgbClr val="FFFFFF"/>
          </a:solidFill>
          <a:extLst/>
        </p:spPr>
        <p:txBody>
          <a:bodyPr vert="horz" wrap="square" lIns="0" tIns="40327" rIns="80655" bIns="40327" numCol="1" anchor="t" anchorCtr="0" compatLnSpc="1">
            <a:prstTxWarp prst="textNoShape">
              <a:avLst/>
            </a:prstTxWarp>
          </a:bodyPr>
          <a:lstStyle/>
          <a:p>
            <a:pPr algn="ctr" defTabSz="895909"/>
            <a:endParaRPr lang="en-US" sz="882"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1527129060"/>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Title Slide">
    <p:bg>
      <p:bgPr>
        <a:solidFill>
          <a:schemeClr val="accent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651576" y="5033097"/>
            <a:ext cx="5433644" cy="1881715"/>
          </a:xfrm>
          <a:prstGeom prst="rect">
            <a:avLst/>
          </a:prstGeom>
        </p:spPr>
      </p:pic>
      <p:sp>
        <p:nvSpPr>
          <p:cNvPr id="2" name="Title 1"/>
          <p:cNvSpPr>
            <a:spLocks noGrp="1"/>
          </p:cNvSpPr>
          <p:nvPr>
            <p:ph type="title" hasCustomPrompt="1"/>
          </p:nvPr>
        </p:nvSpPr>
        <p:spPr>
          <a:xfrm>
            <a:off x="978950" y="2109542"/>
            <a:ext cx="10240454" cy="997196"/>
          </a:xfrm>
        </p:spPr>
        <p:txBody>
          <a:bodyPr anchor="b" anchorCtr="0"/>
          <a:lstStyle>
            <a:lvl1pPr>
              <a:defRPr sz="7196" spc="-150" baseline="0">
                <a:gradFill>
                  <a:gsLst>
                    <a:gs pos="1250">
                      <a:schemeClr val="bg1"/>
                    </a:gs>
                    <a:gs pos="100000">
                      <a:schemeClr val="bg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950" y="3425825"/>
            <a:ext cx="10240454" cy="498598"/>
          </a:xfrm>
        </p:spPr>
        <p:txBody>
          <a:bodyPr>
            <a:noAutofit/>
          </a:bodyPr>
          <a:lstStyle>
            <a:lvl1pPr marL="0" indent="0">
              <a:spcBef>
                <a:spcPts val="0"/>
              </a:spcBef>
              <a:buNone/>
              <a:defRPr spc="-70" baseline="0">
                <a:gradFill>
                  <a:gsLst>
                    <a:gs pos="0">
                      <a:schemeClr val="bg1"/>
                    </a:gs>
                    <a:gs pos="100000">
                      <a:schemeClr val="bg1"/>
                    </a:gs>
                  </a:gsLst>
                  <a:lin ang="5400000" scaled="0"/>
                </a:gradFill>
                <a:latin typeface="+mj-lt"/>
              </a:defRPr>
            </a:lvl1pPr>
          </a:lstStyle>
          <a:p>
            <a:pPr lvl="0"/>
            <a:r>
              <a:rPr lang="en-US" dirty="0" smtClean="0"/>
              <a:t>Speaker Title</a:t>
            </a:r>
            <a:endParaRPr lang="en-US" dirty="0"/>
          </a:p>
        </p:txBody>
      </p:sp>
    </p:spTree>
    <p:extLst>
      <p:ext uri="{BB962C8B-B14F-4D97-AF65-F5344CB8AC3E}">
        <p14:creationId xmlns:p14="http://schemas.microsoft.com/office/powerpoint/2010/main" val="116324613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1_Demo Slide">
    <p:bg>
      <p:bgPr>
        <a:solidFill>
          <a:srgbClr val="007233"/>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15745" y="4771506"/>
            <a:ext cx="10487627" cy="1604356"/>
          </a:xfrm>
          <a:prstGeom prst="rect">
            <a:avLst/>
          </a:prstGeom>
        </p:spPr>
        <p:txBody>
          <a:bodyPr anchor="ctr">
            <a:noAutofit/>
          </a:bodyPr>
          <a:lstStyle>
            <a:lvl1pPr marL="0" marR="0" indent="0" algn="l" defTabSz="914188" rtl="0" eaLnBrk="1" fontAlgn="auto" latinLnBrk="0" hangingPunct="1">
              <a:lnSpc>
                <a:spcPct val="90000"/>
              </a:lnSpc>
              <a:spcBef>
                <a:spcPts val="0"/>
              </a:spcBef>
              <a:spcAft>
                <a:spcPts val="0"/>
              </a:spcAft>
              <a:buClr>
                <a:srgbClr val="00DCFF"/>
              </a:buClr>
              <a:buSzPct val="90000"/>
              <a:buFont typeface="Arial" pitchFamily="34" charset="0"/>
              <a:buNone/>
              <a:tabLst/>
              <a:defRPr sz="2800" b="1" cap="all" baseline="0">
                <a:solidFill>
                  <a:schemeClr val="bg1">
                    <a:alpha val="99000"/>
                  </a:schemeClr>
                </a:solidFill>
              </a:defRPr>
            </a:lvl1pPr>
            <a:lvl2pPr marL="457094" indent="0" algn="ctr">
              <a:buNone/>
              <a:defRPr>
                <a:solidFill>
                  <a:schemeClr val="tx1">
                    <a:tint val="75000"/>
                  </a:schemeClr>
                </a:solidFill>
              </a:defRPr>
            </a:lvl2pPr>
            <a:lvl3pPr marL="914188" indent="0" algn="ctr">
              <a:buNone/>
              <a:defRPr>
                <a:solidFill>
                  <a:schemeClr val="tx1">
                    <a:tint val="75000"/>
                  </a:schemeClr>
                </a:solidFill>
              </a:defRPr>
            </a:lvl3pPr>
            <a:lvl4pPr marL="1371282" indent="0" algn="ctr">
              <a:buNone/>
              <a:defRPr>
                <a:solidFill>
                  <a:schemeClr val="tx1">
                    <a:tint val="75000"/>
                  </a:schemeClr>
                </a:solidFill>
              </a:defRPr>
            </a:lvl4pPr>
            <a:lvl5pPr marL="1828376" indent="0" algn="ctr">
              <a:buNone/>
              <a:defRPr>
                <a:solidFill>
                  <a:schemeClr val="tx1">
                    <a:tint val="75000"/>
                  </a:schemeClr>
                </a:solidFill>
              </a:defRPr>
            </a:lvl5pPr>
            <a:lvl6pPr marL="2285470" indent="0" algn="ctr">
              <a:buNone/>
              <a:defRPr>
                <a:solidFill>
                  <a:schemeClr val="tx1">
                    <a:tint val="75000"/>
                  </a:schemeClr>
                </a:solidFill>
              </a:defRPr>
            </a:lvl6pPr>
            <a:lvl7pPr marL="2742563" indent="0" algn="ctr">
              <a:buNone/>
              <a:defRPr>
                <a:solidFill>
                  <a:schemeClr val="tx1">
                    <a:tint val="75000"/>
                  </a:schemeClr>
                </a:solidFill>
              </a:defRPr>
            </a:lvl7pPr>
            <a:lvl8pPr marL="3199657" indent="0" algn="ctr">
              <a:buNone/>
              <a:defRPr>
                <a:solidFill>
                  <a:schemeClr val="tx1">
                    <a:tint val="75000"/>
                  </a:schemeClr>
                </a:solidFill>
              </a:defRPr>
            </a:lvl8pPr>
            <a:lvl9pPr marL="3656751" indent="0" algn="ctr">
              <a:buNone/>
              <a:defRPr>
                <a:solidFill>
                  <a:schemeClr val="tx1">
                    <a:tint val="75000"/>
                  </a:schemeClr>
                </a:solidFill>
              </a:defRPr>
            </a:lvl9pPr>
          </a:lstStyle>
          <a:p>
            <a:r>
              <a:rPr lang="en-US" b="0" dirty="0" smtClean="0"/>
              <a:t>{Sample Code Location e.g., Codeshow.codeplex.com} </a:t>
            </a:r>
          </a:p>
          <a:p>
            <a:r>
              <a:rPr lang="en-US" dirty="0" smtClean="0"/>
              <a:t>(</a:t>
            </a:r>
            <a:r>
              <a:rPr lang="en-US" dirty="0" err="1" smtClean="0"/>
              <a:t>dEMO</a:t>
            </a:r>
            <a:r>
              <a:rPr lang="en-US" dirty="0" smtClean="0"/>
              <a:t> NAME)</a:t>
            </a:r>
            <a:endParaRPr lang="en-US" dirty="0"/>
          </a:p>
        </p:txBody>
      </p:sp>
      <p:sp>
        <p:nvSpPr>
          <p:cNvPr id="10" name="Text Placeholder 9"/>
          <p:cNvSpPr>
            <a:spLocks noGrp="1"/>
          </p:cNvSpPr>
          <p:nvPr>
            <p:ph type="body" sz="quarter" idx="10" hasCustomPrompt="1"/>
          </p:nvPr>
        </p:nvSpPr>
        <p:spPr>
          <a:xfrm>
            <a:off x="415745" y="3117272"/>
            <a:ext cx="10723468" cy="1383983"/>
          </a:xfrm>
          <a:prstGeom prst="rect">
            <a:avLst/>
          </a:prstGeom>
        </p:spPr>
        <p:txBody>
          <a:bodyPr anchor="ctr"/>
          <a:lstStyle>
            <a:lvl1pPr algn="l">
              <a:defRPr sz="7198" baseline="0">
                <a:solidFill>
                  <a:schemeClr val="bg1">
                    <a:alpha val="99000"/>
                  </a:schemeClr>
                </a:solidFill>
                <a:latin typeface="Segoe UI Light" panose="020B0502040204020203" pitchFamily="34" charset="0"/>
                <a:cs typeface="Segoe UI Light" panose="020B0502040204020203" pitchFamily="34" charset="0"/>
              </a:defRPr>
            </a:lvl1pPr>
            <a:lvl2pPr>
              <a:defRPr sz="5998">
                <a:solidFill>
                  <a:schemeClr val="bg1">
                    <a:alpha val="99000"/>
                  </a:schemeClr>
                </a:solidFill>
                <a:latin typeface="+mj-lt"/>
              </a:defRPr>
            </a:lvl2pPr>
            <a:lvl3pPr>
              <a:defRPr sz="5998">
                <a:solidFill>
                  <a:schemeClr val="bg1">
                    <a:alpha val="99000"/>
                  </a:schemeClr>
                </a:solidFill>
                <a:latin typeface="+mj-lt"/>
              </a:defRPr>
            </a:lvl3pPr>
            <a:lvl4pPr>
              <a:defRPr sz="5998">
                <a:solidFill>
                  <a:schemeClr val="bg1">
                    <a:alpha val="99000"/>
                  </a:schemeClr>
                </a:solidFill>
                <a:latin typeface="+mj-lt"/>
              </a:defRPr>
            </a:lvl4pPr>
            <a:lvl5pPr>
              <a:defRPr sz="5998">
                <a:solidFill>
                  <a:schemeClr val="bg1">
                    <a:alpha val="99000"/>
                  </a:schemeClr>
                </a:solidFill>
                <a:latin typeface="+mj-lt"/>
              </a:defRPr>
            </a:lvl5pPr>
          </a:lstStyle>
          <a:p>
            <a:pPr lvl="0"/>
            <a:r>
              <a:rPr lang="en-US" dirty="0" smtClean="0"/>
              <a:t>demo</a:t>
            </a:r>
            <a:endParaRPr lang="en-US" dirty="0"/>
          </a:p>
        </p:txBody>
      </p:sp>
    </p:spTree>
    <p:extLst>
      <p:ext uri="{BB962C8B-B14F-4D97-AF65-F5344CB8AC3E}">
        <p14:creationId xmlns:p14="http://schemas.microsoft.com/office/powerpoint/2010/main" val="615559198"/>
      </p:ext>
    </p:extLst>
  </p:cSld>
  <p:clrMapOvr>
    <a:masterClrMapping/>
  </p:clrMapOvr>
  <p:transition>
    <p:fade/>
  </p:transition>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Module Layout">
    <p:bg>
      <p:bgPr>
        <a:solidFill>
          <a:srgbClr val="4668C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6053" y="3775166"/>
            <a:ext cx="11357896" cy="1933979"/>
          </a:xfrm>
          <a:prstGeom prst="rect">
            <a:avLst/>
          </a:prstGeom>
        </p:spPr>
        <p:txBody>
          <a:bodyPr anchor="t" anchorCtr="0">
            <a:noAutofit/>
          </a:bodyPr>
          <a:lstStyle>
            <a:lvl1pPr algn="l">
              <a:lnSpc>
                <a:spcPct val="90000"/>
              </a:lnSpc>
              <a:defRPr sz="4800" spc="-150" baseline="0">
                <a:solidFill>
                  <a:schemeClr val="bg1">
                    <a:alpha val="99000"/>
                  </a:schemeClr>
                </a:solidFill>
                <a:latin typeface="Segoe UI Light" pitchFamily="34" charset="0"/>
              </a:defRPr>
            </a:lvl1pPr>
          </a:lstStyle>
          <a:p>
            <a:r>
              <a:rPr lang="en-US" dirty="0" smtClean="0"/>
              <a:t>Module or Section transition style</a:t>
            </a:r>
            <a:endParaRPr lang="en-US" dirty="0"/>
          </a:p>
        </p:txBody>
      </p:sp>
      <p:pic>
        <p:nvPicPr>
          <p:cNvPr id="6" name="Picture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0030221" y="189731"/>
            <a:ext cx="2028742" cy="907550"/>
          </a:xfrm>
          <a:prstGeom prst="rect">
            <a:avLst/>
          </a:prstGeom>
        </p:spPr>
      </p:pic>
      <p:sp>
        <p:nvSpPr>
          <p:cNvPr id="9" name="Subtitle 2"/>
          <p:cNvSpPr>
            <a:spLocks noGrp="1"/>
          </p:cNvSpPr>
          <p:nvPr>
            <p:ph type="subTitle" idx="1" hasCustomPrompt="1"/>
          </p:nvPr>
        </p:nvSpPr>
        <p:spPr>
          <a:xfrm>
            <a:off x="546053" y="2942705"/>
            <a:ext cx="11357896" cy="748146"/>
          </a:xfrm>
          <a:prstGeom prst="rect">
            <a:avLst/>
          </a:prstGeom>
        </p:spPr>
        <p:txBody>
          <a:bodyPr>
            <a:noAutofit/>
          </a:bodyPr>
          <a:lstStyle>
            <a:lvl1pPr marL="0" indent="0" algn="l">
              <a:lnSpc>
                <a:spcPct val="90000"/>
              </a:lnSpc>
              <a:spcBef>
                <a:spcPts val="0"/>
              </a:spcBef>
              <a:buNone/>
              <a:defRPr sz="2400" b="0" cap="none" baseline="0">
                <a:solidFill>
                  <a:schemeClr val="bg1">
                    <a:alpha val="99000"/>
                  </a:schemeClr>
                </a:solidFill>
                <a:latin typeface="Segoe UI Light" pitchFamily="34" charset="0"/>
              </a:defRPr>
            </a:lvl1pPr>
            <a:lvl2pPr marL="457094" indent="0" algn="ctr">
              <a:buNone/>
              <a:defRPr>
                <a:solidFill>
                  <a:schemeClr val="tx1">
                    <a:tint val="75000"/>
                  </a:schemeClr>
                </a:solidFill>
              </a:defRPr>
            </a:lvl2pPr>
            <a:lvl3pPr marL="914188" indent="0" algn="ctr">
              <a:buNone/>
              <a:defRPr>
                <a:solidFill>
                  <a:schemeClr val="tx1">
                    <a:tint val="75000"/>
                  </a:schemeClr>
                </a:solidFill>
              </a:defRPr>
            </a:lvl3pPr>
            <a:lvl4pPr marL="1371282" indent="0" algn="ctr">
              <a:buNone/>
              <a:defRPr>
                <a:solidFill>
                  <a:schemeClr val="tx1">
                    <a:tint val="75000"/>
                  </a:schemeClr>
                </a:solidFill>
              </a:defRPr>
            </a:lvl4pPr>
            <a:lvl5pPr marL="1828376" indent="0" algn="ctr">
              <a:buNone/>
              <a:defRPr>
                <a:solidFill>
                  <a:schemeClr val="tx1">
                    <a:tint val="75000"/>
                  </a:schemeClr>
                </a:solidFill>
              </a:defRPr>
            </a:lvl5pPr>
            <a:lvl6pPr marL="2285470" indent="0" algn="ctr">
              <a:buNone/>
              <a:defRPr>
                <a:solidFill>
                  <a:schemeClr val="tx1">
                    <a:tint val="75000"/>
                  </a:schemeClr>
                </a:solidFill>
              </a:defRPr>
            </a:lvl6pPr>
            <a:lvl7pPr marL="2742563" indent="0" algn="ctr">
              <a:buNone/>
              <a:defRPr>
                <a:solidFill>
                  <a:schemeClr val="tx1">
                    <a:tint val="75000"/>
                  </a:schemeClr>
                </a:solidFill>
              </a:defRPr>
            </a:lvl7pPr>
            <a:lvl8pPr marL="3199657" indent="0" algn="ctr">
              <a:buNone/>
              <a:defRPr>
                <a:solidFill>
                  <a:schemeClr val="tx1">
                    <a:tint val="75000"/>
                  </a:schemeClr>
                </a:solidFill>
              </a:defRPr>
            </a:lvl8pPr>
            <a:lvl9pPr marL="3656751" indent="0" algn="ctr">
              <a:buNone/>
              <a:defRPr>
                <a:solidFill>
                  <a:schemeClr val="tx1">
                    <a:tint val="75000"/>
                  </a:schemeClr>
                </a:solidFill>
              </a:defRPr>
            </a:lvl9pPr>
          </a:lstStyle>
          <a:p>
            <a:r>
              <a:rPr lang="en-US" dirty="0" smtClean="0"/>
              <a:t>Course Title Style</a:t>
            </a:r>
            <a:endParaRPr lang="en-US" dirty="0"/>
          </a:p>
        </p:txBody>
      </p:sp>
    </p:spTree>
    <p:extLst>
      <p:ext uri="{BB962C8B-B14F-4D97-AF65-F5344CB8AC3E}">
        <p14:creationId xmlns:p14="http://schemas.microsoft.com/office/powerpoint/2010/main" val="2973650423"/>
      </p:ext>
    </p:extLst>
  </p:cSld>
  <p:clrMapOvr>
    <a:masterClrMapping/>
  </p:clrMapOvr>
  <p:transition>
    <p:fade/>
  </p:transition>
  <p:timing>
    <p:tnLst>
      <p:par>
        <p:cTn id="1" dur="indefinite" restart="never" nodeType="tmRoot"/>
      </p:par>
    </p:tnLst>
  </p:timing>
  <p:hf hdr="0"/>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amp; Content,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248" y="1447799"/>
            <a:ext cx="11151917" cy="1975926"/>
          </a:xfrm>
          <a:prstGeom prst="rect">
            <a:avLst/>
          </a:prstGeom>
        </p:spPr>
        <p:txBody>
          <a:bodyPr/>
          <a:lstStyle>
            <a:lvl1pPr marL="0" indent="0">
              <a:spcBef>
                <a:spcPts val="2400"/>
              </a:spcBef>
              <a:buNone/>
              <a:defRPr sz="4000">
                <a:gradFill>
                  <a:gsLst>
                    <a:gs pos="100000">
                      <a:schemeClr val="bg2"/>
                    </a:gs>
                    <a:gs pos="0">
                      <a:schemeClr val="bg2"/>
                    </a:gs>
                  </a:gsLst>
                  <a:lin ang="5400000" scaled="0"/>
                </a:gradFill>
                <a:latin typeface="+mj-lt"/>
              </a:defRPr>
            </a:lvl1pPr>
            <a:lvl2pPr marL="0" indent="0">
              <a:buNone/>
              <a:defRPr sz="2000">
                <a:gradFill>
                  <a:gsLst>
                    <a:gs pos="100000">
                      <a:schemeClr val="bg2"/>
                    </a:gs>
                    <a:gs pos="0">
                      <a:schemeClr val="bg2"/>
                    </a:gs>
                  </a:gsLst>
                  <a:lin ang="5400000" scaled="0"/>
                </a:gradFill>
              </a:defRPr>
            </a:lvl2pPr>
            <a:lvl3pPr marL="231730" indent="0">
              <a:buNone/>
              <a:defRPr sz="2000">
                <a:gradFill>
                  <a:gsLst>
                    <a:gs pos="100000">
                      <a:schemeClr val="bg2"/>
                    </a:gs>
                    <a:gs pos="0">
                      <a:schemeClr val="bg2"/>
                    </a:gs>
                  </a:gsLst>
                  <a:lin ang="5400000" scaled="0"/>
                </a:gradFill>
              </a:defRPr>
            </a:lvl3pPr>
            <a:lvl4pPr marL="457112" indent="0">
              <a:buNone/>
              <a:defRPr sz="2000">
                <a:gradFill>
                  <a:gsLst>
                    <a:gs pos="100000">
                      <a:schemeClr val="bg2"/>
                    </a:gs>
                    <a:gs pos="0">
                      <a:schemeClr val="bg2"/>
                    </a:gs>
                  </a:gsLst>
                  <a:lin ang="5400000" scaled="0"/>
                </a:gradFill>
              </a:defRPr>
            </a:lvl4pPr>
            <a:lvl5pPr marL="693604" indent="0">
              <a:buNone/>
              <a:defRPr sz="2000">
                <a:gradFill>
                  <a:gsLst>
                    <a:gs pos="100000">
                      <a:schemeClr val="bg2"/>
                    </a:gs>
                    <a:gs pos="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835"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188"/>
            <a:fld id="{727B4C2D-45E2-4621-8491-2995EB46A674}" type="slidenum">
              <a:rPr lang="en-US" smtClean="0">
                <a:gradFill>
                  <a:gsLst>
                    <a:gs pos="100000">
                      <a:srgbClr val="797A7D"/>
                    </a:gs>
                    <a:gs pos="0">
                      <a:srgbClr val="797A7D"/>
                    </a:gs>
                  </a:gsLst>
                  <a:lin ang="5400000" scaled="0"/>
                </a:gradFill>
              </a:rPr>
              <a:pPr defTabSz="914188"/>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4204462068"/>
      </p:ext>
    </p:extLst>
  </p:cSld>
  <p:clrMapOvr>
    <a:masterClrMapping/>
  </p:clrMapOvr>
  <p:transition>
    <p:fade/>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amp; Content w/Bullets">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0"/>
            <a:ext cx="11151917" cy="747897"/>
          </a:xfrm>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799"/>
            <a:ext cx="11151917" cy="2043636"/>
          </a:xfrm>
          <a:prstGeom prst="rect">
            <a:avLst/>
          </a:prstGeom>
        </p:spPr>
        <p:txBody>
          <a:bodyPr/>
          <a:lstStyle>
            <a:lvl1pPr marL="284109" indent="-284109">
              <a:buFont typeface="Wingdings" pitchFamily="2" charset="2"/>
              <a:buChar char=""/>
              <a:defRPr sz="4000"/>
            </a:lvl1pPr>
            <a:lvl2pPr marL="517426" indent="-233318">
              <a:buFont typeface="Wingdings" pitchFamily="2" charset="2"/>
              <a:buChar char=""/>
              <a:defRPr>
                <a:latin typeface="+mn-lt"/>
              </a:defRPr>
            </a:lvl2pPr>
            <a:lvl3pPr marL="741221" indent="-223795">
              <a:buFont typeface="Wingdings" pitchFamily="2" charset="2"/>
              <a:buChar char=""/>
              <a:tabLst/>
              <a:defRPr>
                <a:latin typeface="+mn-lt"/>
              </a:defRPr>
            </a:lvl3pPr>
            <a:lvl4pPr marL="914225" indent="-173004">
              <a:buFont typeface="Wingdings" pitchFamily="2" charset="2"/>
              <a:buChar char=""/>
              <a:defRPr>
                <a:latin typeface="+mn-lt"/>
              </a:defRPr>
            </a:lvl4pPr>
            <a:lvl5pPr marL="1087229" indent="-173004">
              <a:buFont typeface="Wingdings" pitchFamily="2" charset="2"/>
              <a:buChar char=""/>
              <a:tabLst/>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9"/>
          <p:cNvSpPr>
            <a:spLocks noGrp="1"/>
          </p:cNvSpPr>
          <p:nvPr>
            <p:ph type="sldNum" sz="quarter" idx="12"/>
          </p:nvPr>
        </p:nvSpPr>
        <p:spPr>
          <a:xfrm>
            <a:off x="520835"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278"/>
            <a:fld id="{727B4C2D-45E2-4621-8491-2995EB46A674}" type="slidenum">
              <a:rPr lang="en-US" smtClean="0">
                <a:gradFill>
                  <a:gsLst>
                    <a:gs pos="100000">
                      <a:srgbClr val="797A7D"/>
                    </a:gs>
                    <a:gs pos="0">
                      <a:srgbClr val="797A7D"/>
                    </a:gs>
                  </a:gsLst>
                  <a:lin ang="5400000" scaled="0"/>
                </a:gradFill>
              </a:rPr>
              <a:pPr defTabSz="914278"/>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4189117424"/>
      </p:ext>
    </p:extLst>
  </p:cSld>
  <p:clrMapOvr>
    <a:masterClrMapping/>
  </p:clrMapOvr>
  <p:transition>
    <p:fade/>
  </p:transition>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Slide Number Placeholder 9"/>
          <p:cNvSpPr>
            <a:spLocks noGrp="1"/>
          </p:cNvSpPr>
          <p:nvPr>
            <p:ph type="sldNum" sz="quarter" idx="12"/>
          </p:nvPr>
        </p:nvSpPr>
        <p:spPr>
          <a:xfrm>
            <a:off x="520835"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278"/>
            <a:fld id="{727B4C2D-45E2-4621-8491-2995EB46A674}" type="slidenum">
              <a:rPr lang="en-US" smtClean="0">
                <a:gradFill>
                  <a:gsLst>
                    <a:gs pos="100000">
                      <a:srgbClr val="797A7D"/>
                    </a:gs>
                    <a:gs pos="0">
                      <a:srgbClr val="797A7D"/>
                    </a:gs>
                  </a:gsLst>
                  <a:lin ang="5400000" scaled="0"/>
                </a:gradFill>
              </a:rPr>
              <a:pPr defTabSz="914278"/>
              <a:t>‹#›</a:t>
            </a:fld>
            <a:endParaRPr lang="en-US" dirty="0">
              <a:gradFill>
                <a:gsLst>
                  <a:gs pos="100000">
                    <a:srgbClr val="797A7D"/>
                  </a:gs>
                  <a:gs pos="0">
                    <a:srgbClr val="797A7D"/>
                  </a:gs>
                </a:gsLst>
                <a:lin ang="5400000" scaled="0"/>
              </a:gradFill>
            </a:endParaRPr>
          </a:p>
        </p:txBody>
      </p:sp>
      <p:pic>
        <p:nvPicPr>
          <p:cNvPr id="5" name="Picture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2943873869"/>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Picture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751364" y="2980724"/>
            <a:ext cx="7171401" cy="896552"/>
          </a:xfrm>
          <a:prstGeom prst="rect">
            <a:avLst/>
          </a:prstGeom>
        </p:spPr>
        <p:txBody>
          <a:bodyPr vert="horz" wrap="square" lIns="182880" tIns="146304" rIns="182880" bIns="146304" rtlCol="0" anchor="ctr">
            <a:noAutofit/>
          </a:bodyPr>
          <a:lstStyle>
            <a:lvl1pPr marL="0" indent="0">
              <a:buFont typeface="Arial" panose="020B0604020202020204" pitchFamily="34" charset="0"/>
              <a:buNone/>
              <a:defRPr lang="en-US" sz="3527" kern="1200" dirty="0" smtClean="0">
                <a:gradFill>
                  <a:gsLst>
                    <a:gs pos="1299">
                      <a:schemeClr val="tx1"/>
                    </a:gs>
                    <a:gs pos="100000">
                      <a:schemeClr val="tx1"/>
                    </a:gs>
                  </a:gsLst>
                  <a:lin ang="5400000" scaled="0"/>
                </a:gradFill>
                <a:latin typeface="+mj-lt"/>
                <a:ea typeface="+mn-ea"/>
                <a:cs typeface="+mn-cs"/>
              </a:defRPr>
            </a:lvl1pPr>
          </a:lstStyle>
          <a:p>
            <a:pPr marL="0" lvl="0" indent="0" algn="l" defTabSz="895802" rtl="0" eaLnBrk="1" latinLnBrk="0" hangingPunct="1">
              <a:spcBef>
                <a:spcPct val="20000"/>
              </a:spcBef>
            </a:pPr>
            <a:r>
              <a:rPr lang="en-US" smtClean="0"/>
              <a:t>Click to edit Master text styles</a:t>
            </a:r>
          </a:p>
        </p:txBody>
      </p:sp>
      <p:sp>
        <p:nvSpPr>
          <p:cNvPr id="7" name="Picture Placeholder 12"/>
          <p:cNvSpPr>
            <a:spLocks noGrp="1"/>
          </p:cNvSpPr>
          <p:nvPr>
            <p:ph type="pic" sz="quarter" idx="16"/>
          </p:nvPr>
        </p:nvSpPr>
        <p:spPr>
          <a:xfrm>
            <a:off x="269239" y="1505896"/>
            <a:ext cx="3854627" cy="3846208"/>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lIns="182880" tIns="146304" rIns="182880" bIns="146304" anchor="ctr" anchorCtr="1">
            <a:noAutofit/>
          </a:bodyPr>
          <a:lstStyle>
            <a:lvl1pPr marL="0" indent="0">
              <a:buNone/>
              <a:defRPr/>
            </a:lvl1pPr>
          </a:lstStyle>
          <a:p>
            <a:r>
              <a:rPr lang="en-US" smtClean="0"/>
              <a:t>Click icon to add picture</a:t>
            </a:r>
            <a:endParaRPr lang="en-US" dirty="0"/>
          </a:p>
        </p:txBody>
      </p:sp>
      <p:sp>
        <p:nvSpPr>
          <p:cNvPr id="3" name="Title 2"/>
          <p:cNvSpPr>
            <a:spLocks noGrp="1"/>
          </p:cNvSpPr>
          <p:nvPr>
            <p:ph type="title"/>
          </p:nvPr>
        </p:nvSpPr>
        <p:spPr>
          <a:xfrm>
            <a:off x="519248" y="228600"/>
            <a:ext cx="11151917" cy="747897"/>
          </a:xfrm>
          <a:prstGeom prst="rect">
            <a:avLst/>
          </a:prstGeom>
        </p:spPr>
        <p:txBody>
          <a:bodyPr wrap="none" lIns="182880" tIns="146304" rIns="182880" bIns="146304"/>
          <a:lstStyle/>
          <a:p>
            <a:r>
              <a:rPr lang="en-US" smtClean="0"/>
              <a:t>Click to edit Master title style</a:t>
            </a:r>
            <a:endParaRPr lang="en-US" dirty="0"/>
          </a:p>
        </p:txBody>
      </p:sp>
    </p:spTree>
    <p:extLst>
      <p:ext uri="{BB962C8B-B14F-4D97-AF65-F5344CB8AC3E}">
        <p14:creationId xmlns:p14="http://schemas.microsoft.com/office/powerpoint/2010/main" val="3267015529"/>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urse Title Layout">
    <p:bg>
      <p:bgPr>
        <a:solidFill>
          <a:srgbClr val="4668C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32404" y="2312127"/>
            <a:ext cx="11125821" cy="1933979"/>
          </a:xfrm>
          <a:prstGeom prst="rect">
            <a:avLst/>
          </a:prstGeom>
        </p:spPr>
        <p:txBody>
          <a:bodyPr anchor="ctr">
            <a:noAutofit/>
          </a:bodyPr>
          <a:lstStyle>
            <a:lvl1pPr algn="l">
              <a:lnSpc>
                <a:spcPct val="90000"/>
              </a:lnSpc>
              <a:defRPr sz="4800" spc="-150" baseline="0">
                <a:solidFill>
                  <a:schemeClr val="bg1">
                    <a:alpha val="99000"/>
                  </a:schemeClr>
                </a:solidFill>
                <a:latin typeface="Segoe UI Light" pitchFamily="34" charset="0"/>
              </a:defRPr>
            </a:lvl1pPr>
          </a:lstStyle>
          <a:p>
            <a:r>
              <a:rPr lang="en-US" dirty="0" smtClean="0"/>
              <a:t>Course Title</a:t>
            </a:r>
            <a:endParaRPr lang="en-US" dirty="0"/>
          </a:p>
        </p:txBody>
      </p:sp>
      <p:sp>
        <p:nvSpPr>
          <p:cNvPr id="6" name="Subtitle 2"/>
          <p:cNvSpPr>
            <a:spLocks noGrp="1"/>
          </p:cNvSpPr>
          <p:nvPr>
            <p:ph type="subTitle" idx="1" hasCustomPrompt="1"/>
          </p:nvPr>
        </p:nvSpPr>
        <p:spPr>
          <a:xfrm>
            <a:off x="532404" y="4735774"/>
            <a:ext cx="6149261" cy="1878780"/>
          </a:xfrm>
          <a:prstGeom prst="rect">
            <a:avLst/>
          </a:prstGeom>
        </p:spPr>
        <p:txBody>
          <a:bodyPr>
            <a:noAutofit/>
          </a:bodyPr>
          <a:lstStyle>
            <a:lvl1pPr marL="0" indent="0" algn="l">
              <a:lnSpc>
                <a:spcPct val="90000"/>
              </a:lnSpc>
              <a:spcBef>
                <a:spcPts val="0"/>
              </a:spcBef>
              <a:buNone/>
              <a:defRPr sz="2400" b="1" cap="none" baseline="0">
                <a:solidFill>
                  <a:schemeClr val="bg1">
                    <a:lumMod val="95000"/>
                    <a:alpha val="99000"/>
                  </a:schemeClr>
                </a:solidFill>
                <a:latin typeface="Segoe UI Light" pitchFamily="34" charset="0"/>
              </a:defRPr>
            </a:lvl1pPr>
            <a:lvl2pPr marL="457094" indent="0" algn="ctr">
              <a:buNone/>
              <a:defRPr>
                <a:solidFill>
                  <a:schemeClr val="tx1">
                    <a:tint val="75000"/>
                  </a:schemeClr>
                </a:solidFill>
              </a:defRPr>
            </a:lvl2pPr>
            <a:lvl3pPr marL="914188" indent="0" algn="ctr">
              <a:buNone/>
              <a:defRPr>
                <a:solidFill>
                  <a:schemeClr val="tx1">
                    <a:tint val="75000"/>
                  </a:schemeClr>
                </a:solidFill>
              </a:defRPr>
            </a:lvl3pPr>
            <a:lvl4pPr marL="1371282" indent="0" algn="ctr">
              <a:buNone/>
              <a:defRPr>
                <a:solidFill>
                  <a:schemeClr val="tx1">
                    <a:tint val="75000"/>
                  </a:schemeClr>
                </a:solidFill>
              </a:defRPr>
            </a:lvl4pPr>
            <a:lvl5pPr marL="1828376" indent="0" algn="ctr">
              <a:buNone/>
              <a:defRPr>
                <a:solidFill>
                  <a:schemeClr val="tx1">
                    <a:tint val="75000"/>
                  </a:schemeClr>
                </a:solidFill>
              </a:defRPr>
            </a:lvl5pPr>
            <a:lvl6pPr marL="2285470" indent="0" algn="ctr">
              <a:buNone/>
              <a:defRPr>
                <a:solidFill>
                  <a:schemeClr val="tx1">
                    <a:tint val="75000"/>
                  </a:schemeClr>
                </a:solidFill>
              </a:defRPr>
            </a:lvl6pPr>
            <a:lvl7pPr marL="2742563" indent="0" algn="ctr">
              <a:buNone/>
              <a:defRPr>
                <a:solidFill>
                  <a:schemeClr val="tx1">
                    <a:tint val="75000"/>
                  </a:schemeClr>
                </a:solidFill>
              </a:defRPr>
            </a:lvl7pPr>
            <a:lvl8pPr marL="3199657" indent="0" algn="ctr">
              <a:buNone/>
              <a:defRPr>
                <a:solidFill>
                  <a:schemeClr val="tx1">
                    <a:tint val="75000"/>
                  </a:schemeClr>
                </a:solidFill>
              </a:defRPr>
            </a:lvl8pPr>
            <a:lvl9pPr marL="3656751" indent="0" algn="ctr">
              <a:buNone/>
              <a:defRPr>
                <a:solidFill>
                  <a:schemeClr val="tx1">
                    <a:tint val="75000"/>
                  </a:schemeClr>
                </a:solidFill>
              </a:defRPr>
            </a:lvl9pPr>
          </a:lstStyle>
          <a:p>
            <a:r>
              <a:rPr lang="en-US" dirty="0" smtClean="0"/>
              <a:t>Subtitle</a:t>
            </a:r>
            <a:endParaRPr lang="en-US" dirty="0"/>
          </a:p>
        </p:txBody>
      </p:sp>
      <p:pic>
        <p:nvPicPr>
          <p:cNvPr id="7" name="Picture 6"/>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0030221" y="189731"/>
            <a:ext cx="2028742" cy="907550"/>
          </a:xfrm>
          <a:prstGeom prst="rect">
            <a:avLst/>
          </a:prstGeom>
        </p:spPr>
      </p:pic>
    </p:spTree>
    <p:extLst>
      <p:ext uri="{BB962C8B-B14F-4D97-AF65-F5344CB8AC3E}">
        <p14:creationId xmlns:p14="http://schemas.microsoft.com/office/powerpoint/2010/main" val="1864431276"/>
      </p:ext>
    </p:extLst>
  </p:cSld>
  <p:clrMapOvr>
    <a:masterClrMapping/>
  </p:clrMapOvr>
  <p:transition>
    <p:fade/>
  </p:transition>
  <p:timing>
    <p:tnLst>
      <p:par>
        <p:cTn id="1" dur="indefinite" restart="never" nodeType="tmRoot"/>
      </p:par>
    </p:tnLst>
  </p:timing>
  <p:hf hdr="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Module Layout">
    <p:bg>
      <p:bgPr>
        <a:solidFill>
          <a:srgbClr val="4668C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6053" y="3775166"/>
            <a:ext cx="11357896" cy="1933979"/>
          </a:xfrm>
          <a:prstGeom prst="rect">
            <a:avLst/>
          </a:prstGeom>
        </p:spPr>
        <p:txBody>
          <a:bodyPr anchor="t" anchorCtr="0">
            <a:noAutofit/>
          </a:bodyPr>
          <a:lstStyle>
            <a:lvl1pPr algn="l">
              <a:lnSpc>
                <a:spcPct val="90000"/>
              </a:lnSpc>
              <a:defRPr sz="4800" spc="-150" baseline="0">
                <a:solidFill>
                  <a:schemeClr val="bg1">
                    <a:alpha val="99000"/>
                  </a:schemeClr>
                </a:solidFill>
                <a:latin typeface="Segoe UI Light" pitchFamily="34" charset="0"/>
              </a:defRPr>
            </a:lvl1pPr>
          </a:lstStyle>
          <a:p>
            <a:r>
              <a:rPr lang="en-US" dirty="0" smtClean="0"/>
              <a:t>Module or Section transition style</a:t>
            </a:r>
            <a:endParaRPr lang="en-US" dirty="0"/>
          </a:p>
        </p:txBody>
      </p:sp>
      <p:pic>
        <p:nvPicPr>
          <p:cNvPr id="6" name="Picture 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0030221" y="189731"/>
            <a:ext cx="2028742" cy="907550"/>
          </a:xfrm>
          <a:prstGeom prst="rect">
            <a:avLst/>
          </a:prstGeom>
        </p:spPr>
      </p:pic>
      <p:sp>
        <p:nvSpPr>
          <p:cNvPr id="9" name="Subtitle 2"/>
          <p:cNvSpPr>
            <a:spLocks noGrp="1"/>
          </p:cNvSpPr>
          <p:nvPr>
            <p:ph type="subTitle" idx="1" hasCustomPrompt="1"/>
          </p:nvPr>
        </p:nvSpPr>
        <p:spPr>
          <a:xfrm>
            <a:off x="546053" y="2942705"/>
            <a:ext cx="11357896" cy="748146"/>
          </a:xfrm>
          <a:prstGeom prst="rect">
            <a:avLst/>
          </a:prstGeom>
        </p:spPr>
        <p:txBody>
          <a:bodyPr>
            <a:noAutofit/>
          </a:bodyPr>
          <a:lstStyle>
            <a:lvl1pPr marL="0" indent="0" algn="l">
              <a:lnSpc>
                <a:spcPct val="90000"/>
              </a:lnSpc>
              <a:spcBef>
                <a:spcPts val="0"/>
              </a:spcBef>
              <a:buNone/>
              <a:defRPr sz="2400" b="0" cap="none" baseline="0">
                <a:solidFill>
                  <a:schemeClr val="bg1">
                    <a:alpha val="99000"/>
                  </a:schemeClr>
                </a:solidFill>
                <a:latin typeface="Segoe UI Light" pitchFamily="34" charset="0"/>
              </a:defRPr>
            </a:lvl1pPr>
            <a:lvl2pPr marL="457094" indent="0" algn="ctr">
              <a:buNone/>
              <a:defRPr>
                <a:solidFill>
                  <a:schemeClr val="tx1">
                    <a:tint val="75000"/>
                  </a:schemeClr>
                </a:solidFill>
              </a:defRPr>
            </a:lvl2pPr>
            <a:lvl3pPr marL="914188" indent="0" algn="ctr">
              <a:buNone/>
              <a:defRPr>
                <a:solidFill>
                  <a:schemeClr val="tx1">
                    <a:tint val="75000"/>
                  </a:schemeClr>
                </a:solidFill>
              </a:defRPr>
            </a:lvl3pPr>
            <a:lvl4pPr marL="1371282" indent="0" algn="ctr">
              <a:buNone/>
              <a:defRPr>
                <a:solidFill>
                  <a:schemeClr val="tx1">
                    <a:tint val="75000"/>
                  </a:schemeClr>
                </a:solidFill>
              </a:defRPr>
            </a:lvl4pPr>
            <a:lvl5pPr marL="1828376" indent="0" algn="ctr">
              <a:buNone/>
              <a:defRPr>
                <a:solidFill>
                  <a:schemeClr val="tx1">
                    <a:tint val="75000"/>
                  </a:schemeClr>
                </a:solidFill>
              </a:defRPr>
            </a:lvl5pPr>
            <a:lvl6pPr marL="2285470" indent="0" algn="ctr">
              <a:buNone/>
              <a:defRPr>
                <a:solidFill>
                  <a:schemeClr val="tx1">
                    <a:tint val="75000"/>
                  </a:schemeClr>
                </a:solidFill>
              </a:defRPr>
            </a:lvl6pPr>
            <a:lvl7pPr marL="2742563" indent="0" algn="ctr">
              <a:buNone/>
              <a:defRPr>
                <a:solidFill>
                  <a:schemeClr val="tx1">
                    <a:tint val="75000"/>
                  </a:schemeClr>
                </a:solidFill>
              </a:defRPr>
            </a:lvl7pPr>
            <a:lvl8pPr marL="3199657" indent="0" algn="ctr">
              <a:buNone/>
              <a:defRPr>
                <a:solidFill>
                  <a:schemeClr val="tx1">
                    <a:tint val="75000"/>
                  </a:schemeClr>
                </a:solidFill>
              </a:defRPr>
            </a:lvl8pPr>
            <a:lvl9pPr marL="3656751" indent="0" algn="ctr">
              <a:buNone/>
              <a:defRPr>
                <a:solidFill>
                  <a:schemeClr val="tx1">
                    <a:tint val="75000"/>
                  </a:schemeClr>
                </a:solidFill>
              </a:defRPr>
            </a:lvl9pPr>
          </a:lstStyle>
          <a:p>
            <a:r>
              <a:rPr lang="en-US" dirty="0" smtClean="0"/>
              <a:t>Course Title Style</a:t>
            </a:r>
            <a:endParaRPr lang="en-US" dirty="0"/>
          </a:p>
        </p:txBody>
      </p:sp>
    </p:spTree>
    <p:extLst>
      <p:ext uri="{BB962C8B-B14F-4D97-AF65-F5344CB8AC3E}">
        <p14:creationId xmlns:p14="http://schemas.microsoft.com/office/powerpoint/2010/main" val="1781549836"/>
      </p:ext>
    </p:extLst>
  </p:cSld>
  <p:clrMapOvr>
    <a:masterClrMapping/>
  </p:clrMapOvr>
  <p:transition>
    <p:fade/>
  </p:transition>
  <p:timing>
    <p:tnLst>
      <p:par>
        <p:cTn id="1" dur="indefinite" restart="never" nodeType="tmRoot"/>
      </p:par>
    </p:tnLst>
  </p:timing>
  <p:hf hdr="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4668C5"/>
        </a:solidFill>
        <a:effectLst/>
      </p:bgPr>
    </p:bg>
    <p:spTree>
      <p:nvGrpSpPr>
        <p:cNvPr id="1" name=""/>
        <p:cNvGrpSpPr/>
        <p:nvPr/>
      </p:nvGrpSpPr>
      <p:grpSpPr>
        <a:xfrm>
          <a:off x="0" y="0"/>
          <a:ext cx="0" cy="0"/>
          <a:chOff x="0" y="0"/>
          <a:chExt cx="0" cy="0"/>
        </a:xfrm>
      </p:grpSpPr>
      <p:sp>
        <p:nvSpPr>
          <p:cNvPr id="6" name="Title 7"/>
          <p:cNvSpPr>
            <a:spLocks noGrp="1"/>
          </p:cNvSpPr>
          <p:nvPr>
            <p:ph type="title" hasCustomPrompt="1"/>
          </p:nvPr>
        </p:nvSpPr>
        <p:spPr>
          <a:xfrm>
            <a:off x="1068242" y="424446"/>
            <a:ext cx="10054940" cy="1168379"/>
          </a:xfrm>
          <a:prstGeom prst="rect">
            <a:avLst/>
          </a:prstGeom>
        </p:spPr>
        <p:txBody>
          <a:bodyPr anchor="b"/>
          <a:lstStyle>
            <a:lvl1pPr marL="0" indent="0" algn="l" defTabSz="914188" rtl="0" eaLnBrk="1" latinLnBrk="0" hangingPunct="1">
              <a:lnSpc>
                <a:spcPct val="90000"/>
              </a:lnSpc>
              <a:spcBef>
                <a:spcPct val="20000"/>
              </a:spcBef>
              <a:buClr>
                <a:srgbClr val="00DCFF"/>
              </a:buClr>
              <a:buSzPct val="90000"/>
              <a:buFont typeface="Arial" pitchFamily="34" charset="0"/>
              <a:buNone/>
              <a:defRPr lang="en-US" sz="4200" kern="1200" spc="-150" dirty="0">
                <a:solidFill>
                  <a:schemeClr val="bg1"/>
                </a:solidFill>
                <a:latin typeface="Segoe UI Light" pitchFamily="34" charset="0"/>
                <a:ea typeface="+mn-ea"/>
                <a:cs typeface="Segoe UI Light" pitchFamily="34" charset="0"/>
              </a:defRPr>
            </a:lvl1pPr>
          </a:lstStyle>
          <a:p>
            <a:r>
              <a:rPr lang="en-US" dirty="0" smtClean="0"/>
              <a:t>Statement</a:t>
            </a:r>
            <a:endParaRPr lang="en-US" dirty="0"/>
          </a:p>
        </p:txBody>
      </p:sp>
      <p:sp>
        <p:nvSpPr>
          <p:cNvPr id="7" name="Text Placeholder 2"/>
          <p:cNvSpPr>
            <a:spLocks noGrp="1"/>
          </p:cNvSpPr>
          <p:nvPr>
            <p:ph type="body" sz="quarter" idx="10" hasCustomPrompt="1"/>
          </p:nvPr>
        </p:nvSpPr>
        <p:spPr>
          <a:xfrm>
            <a:off x="1757821" y="1907084"/>
            <a:ext cx="8198397" cy="4379416"/>
          </a:xfrm>
          <a:prstGeom prst="rect">
            <a:avLst/>
          </a:prstGeom>
        </p:spPr>
        <p:txBody>
          <a:bodyPr/>
          <a:lstStyle>
            <a:lvl1pPr marL="0" indent="0">
              <a:spcBef>
                <a:spcPts val="1600"/>
              </a:spcBef>
              <a:buNone/>
              <a:defRPr sz="2400" baseline="0">
                <a:solidFill>
                  <a:schemeClr val="bg1"/>
                </a:solidFill>
              </a:defRPr>
            </a:lvl1pPr>
            <a:lvl2pPr>
              <a:defRPr sz="2400">
                <a:solidFill>
                  <a:srgbClr val="83B800">
                    <a:alpha val="99000"/>
                  </a:srgbClr>
                </a:solidFill>
              </a:defRPr>
            </a:lvl2pPr>
            <a:lvl3pPr>
              <a:defRPr sz="2400">
                <a:solidFill>
                  <a:srgbClr val="83B800">
                    <a:alpha val="99000"/>
                  </a:srgbClr>
                </a:solidFill>
              </a:defRPr>
            </a:lvl3pPr>
            <a:lvl4pPr>
              <a:defRPr sz="2400">
                <a:solidFill>
                  <a:srgbClr val="83B800">
                    <a:alpha val="99000"/>
                  </a:srgbClr>
                </a:solidFill>
              </a:defRPr>
            </a:lvl4pPr>
            <a:lvl5pPr>
              <a:defRPr sz="2400">
                <a:solidFill>
                  <a:srgbClr val="83B800">
                    <a:alpha val="99000"/>
                  </a:srgbClr>
                </a:solidFill>
              </a:defRPr>
            </a:lvl5pPr>
          </a:lstStyle>
          <a:p>
            <a:pPr lvl="0"/>
            <a:r>
              <a:rPr lang="en-US" dirty="0" smtClean="0"/>
              <a:t>Point 1</a:t>
            </a:r>
          </a:p>
          <a:p>
            <a:pPr lvl="0"/>
            <a:r>
              <a:rPr lang="en-US" dirty="0" smtClean="0"/>
              <a:t>Point 2</a:t>
            </a:r>
          </a:p>
          <a:p>
            <a:pPr lvl="0"/>
            <a:r>
              <a:rPr lang="en-US" dirty="0" smtClean="0"/>
              <a:t>Point 3</a:t>
            </a:r>
          </a:p>
          <a:p>
            <a:pPr lvl="0"/>
            <a:r>
              <a:rPr lang="en-US" dirty="0" smtClean="0"/>
              <a:t>Point 4</a:t>
            </a:r>
          </a:p>
          <a:p>
            <a:pPr lvl="0"/>
            <a:r>
              <a:rPr lang="en-US" dirty="0" smtClean="0"/>
              <a:t>Point 5</a:t>
            </a:r>
          </a:p>
          <a:p>
            <a:pPr lvl="0"/>
            <a:r>
              <a:rPr lang="en-US" dirty="0" smtClean="0"/>
              <a:t>Point 6</a:t>
            </a:r>
          </a:p>
          <a:p>
            <a:pPr lvl="0"/>
            <a:r>
              <a:rPr lang="en-US" dirty="0" smtClean="0"/>
              <a:t>Point 7</a:t>
            </a:r>
          </a:p>
          <a:p>
            <a:pPr lvl="0"/>
            <a:r>
              <a:rPr lang="en-US" dirty="0" smtClean="0"/>
              <a:t>Point 8</a:t>
            </a:r>
          </a:p>
        </p:txBody>
      </p:sp>
    </p:spTree>
    <p:extLst>
      <p:ext uri="{BB962C8B-B14F-4D97-AF65-F5344CB8AC3E}">
        <p14:creationId xmlns:p14="http://schemas.microsoft.com/office/powerpoint/2010/main" val="3323544600"/>
      </p:ext>
    </p:extLst>
  </p:cSld>
  <p:clrMapOvr>
    <a:masterClrMapping/>
  </p:clrMapOvr>
  <p:transition>
    <p:fade/>
  </p:transition>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de Sample">
    <p:spTree>
      <p:nvGrpSpPr>
        <p:cNvPr id="1" name=""/>
        <p:cNvGrpSpPr/>
        <p:nvPr/>
      </p:nvGrpSpPr>
      <p:grpSpPr>
        <a:xfrm>
          <a:off x="0" y="0"/>
          <a:ext cx="0" cy="0"/>
          <a:chOff x="0" y="0"/>
          <a:chExt cx="0" cy="0"/>
        </a:xfrm>
      </p:grpSpPr>
      <p:sp>
        <p:nvSpPr>
          <p:cNvPr id="5" name="Text Placeholder 3"/>
          <p:cNvSpPr>
            <a:spLocks noGrp="1"/>
          </p:cNvSpPr>
          <p:nvPr>
            <p:ph type="body" sz="quarter" idx="10"/>
          </p:nvPr>
        </p:nvSpPr>
        <p:spPr>
          <a:xfrm>
            <a:off x="1180714" y="1645920"/>
            <a:ext cx="10777838" cy="4640580"/>
          </a:xfrm>
          <a:prstGeom prst="rect">
            <a:avLst/>
          </a:prstGeom>
        </p:spPr>
        <p:txBody>
          <a:bodyPr/>
          <a:lstStyle>
            <a:lvl1pPr>
              <a:defRPr>
                <a:solidFill>
                  <a:schemeClr val="tx1">
                    <a:alpha val="99000"/>
                  </a:schemeClr>
                </a:solidFill>
                <a:latin typeface="Consolas" panose="020B0609020204030204" pitchFamily="49" charset="0"/>
                <a:cs typeface="Consolas" panose="020B0609020204030204" pitchFamily="49" charset="0"/>
              </a:defRPr>
            </a:lvl1pPr>
          </a:lstStyle>
          <a:p>
            <a:r>
              <a:rPr lang="en-US" dirty="0" smtClean="0">
                <a:latin typeface="Consolas" panose="020B0609020204030204" pitchFamily="49" charset="0"/>
                <a:cs typeface="Consolas" panose="020B0609020204030204" pitchFamily="49" charset="0"/>
              </a:rPr>
              <a:t>&lt;audio </a:t>
            </a:r>
            <a:r>
              <a:rPr lang="en-US" dirty="0" err="1" smtClean="0">
                <a:latin typeface="Consolas" panose="020B0609020204030204" pitchFamily="49" charset="0"/>
                <a:cs typeface="Consolas" panose="020B0609020204030204" pitchFamily="49" charset="0"/>
              </a:rPr>
              <a:t>src</a:t>
            </a:r>
            <a:r>
              <a:rPr lang="en-US" dirty="0" smtClean="0">
                <a:latin typeface="Consolas" panose="020B0609020204030204" pitchFamily="49" charset="0"/>
                <a:cs typeface="Consolas" panose="020B0609020204030204" pitchFamily="49" charset="0"/>
              </a:rPr>
              <a:t>=“some.mp3” controls&gt;&lt;/audio&gt;</a:t>
            </a:r>
          </a:p>
          <a:p>
            <a:r>
              <a:rPr lang="en-US" dirty="0" smtClean="0">
                <a:latin typeface="Consolas" panose="020B0609020204030204" pitchFamily="49" charset="0"/>
                <a:cs typeface="Consolas" panose="020B0609020204030204" pitchFamily="49" charset="0"/>
              </a:rPr>
              <a:t>&lt;audio controls </a:t>
            </a:r>
            <a:r>
              <a:rPr lang="en-US" dirty="0" err="1" smtClean="0">
                <a:latin typeface="Consolas" panose="020B0609020204030204" pitchFamily="49" charset="0"/>
                <a:cs typeface="Consolas" panose="020B0609020204030204" pitchFamily="49" charset="0"/>
              </a:rPr>
              <a:t>autoplay</a:t>
            </a:r>
            <a:r>
              <a:rPr lang="en-US" dirty="0" smtClean="0">
                <a:latin typeface="Consolas" panose="020B0609020204030204" pitchFamily="49" charset="0"/>
                <a:cs typeface="Consolas" panose="020B0609020204030204" pitchFamily="49" charset="0"/>
              </a:rPr>
              <a:t> loop preload=“auto”&gt;</a:t>
            </a:r>
            <a:br>
              <a:rPr lang="en-US" dirty="0" smtClean="0">
                <a:latin typeface="Consolas" panose="020B0609020204030204" pitchFamily="49" charset="0"/>
                <a:cs typeface="Consolas" panose="020B0609020204030204" pitchFamily="49" charset="0"/>
              </a:rPr>
            </a:br>
            <a:r>
              <a:rPr lang="en-US" dirty="0" smtClean="0">
                <a:latin typeface="Consolas" panose="020B0609020204030204" pitchFamily="49" charset="0"/>
                <a:cs typeface="Consolas" panose="020B0609020204030204" pitchFamily="49" charset="0"/>
              </a:rPr>
              <a:t>   &lt;source </a:t>
            </a:r>
            <a:r>
              <a:rPr lang="en-US" dirty="0" err="1" smtClean="0">
                <a:latin typeface="Consolas" panose="020B0609020204030204" pitchFamily="49" charset="0"/>
                <a:cs typeface="Consolas" panose="020B0609020204030204" pitchFamily="49" charset="0"/>
              </a:rPr>
              <a:t>src</a:t>
            </a:r>
            <a:r>
              <a:rPr lang="en-US" dirty="0" smtClean="0">
                <a:latin typeface="Consolas" panose="020B0609020204030204" pitchFamily="49" charset="0"/>
                <a:cs typeface="Consolas" panose="020B0609020204030204" pitchFamily="49" charset="0"/>
              </a:rPr>
              <a:t>=“some.ogg” /&gt;</a:t>
            </a:r>
            <a:br>
              <a:rPr lang="en-US" dirty="0" smtClean="0">
                <a:latin typeface="Consolas" panose="020B0609020204030204" pitchFamily="49" charset="0"/>
                <a:cs typeface="Consolas" panose="020B0609020204030204" pitchFamily="49" charset="0"/>
              </a:rPr>
            </a:br>
            <a:r>
              <a:rPr lang="en-US" dirty="0" smtClean="0">
                <a:latin typeface="Consolas" panose="020B0609020204030204" pitchFamily="49" charset="0"/>
                <a:cs typeface="Consolas" panose="020B0609020204030204" pitchFamily="49" charset="0"/>
              </a:rPr>
              <a:t>   &lt;source </a:t>
            </a:r>
            <a:r>
              <a:rPr lang="en-US" dirty="0" err="1" smtClean="0">
                <a:latin typeface="Consolas" panose="020B0609020204030204" pitchFamily="49" charset="0"/>
                <a:cs typeface="Consolas" panose="020B0609020204030204" pitchFamily="49" charset="0"/>
              </a:rPr>
              <a:t>src</a:t>
            </a:r>
            <a:r>
              <a:rPr lang="en-US" dirty="0" smtClean="0">
                <a:latin typeface="Consolas" panose="020B0609020204030204" pitchFamily="49" charset="0"/>
                <a:cs typeface="Consolas" panose="020B0609020204030204" pitchFamily="49" charset="0"/>
              </a:rPr>
              <a:t>=“some.mp3” /&gt;</a:t>
            </a:r>
            <a:br>
              <a:rPr lang="en-US" dirty="0" smtClean="0">
                <a:latin typeface="Consolas" panose="020B0609020204030204" pitchFamily="49" charset="0"/>
                <a:cs typeface="Consolas" panose="020B0609020204030204" pitchFamily="49" charset="0"/>
              </a:rPr>
            </a:br>
            <a:r>
              <a:rPr lang="en-US" dirty="0" smtClean="0">
                <a:latin typeface="Consolas" panose="020B0609020204030204" pitchFamily="49" charset="0"/>
                <a:cs typeface="Consolas" panose="020B0609020204030204" pitchFamily="49" charset="0"/>
              </a:rPr>
              <a:t>   Your browser does not support audio!</a:t>
            </a:r>
            <a:br>
              <a:rPr lang="en-US" dirty="0" smtClean="0">
                <a:latin typeface="Consolas" panose="020B0609020204030204" pitchFamily="49" charset="0"/>
                <a:cs typeface="Consolas" panose="020B0609020204030204" pitchFamily="49" charset="0"/>
              </a:rPr>
            </a:br>
            <a:r>
              <a:rPr lang="en-US" dirty="0" smtClean="0">
                <a:latin typeface="Consolas" panose="020B0609020204030204" pitchFamily="49" charset="0"/>
                <a:cs typeface="Consolas" panose="020B0609020204030204" pitchFamily="49" charset="0"/>
              </a:rPr>
              <a:t>&lt;/audio&gt;</a:t>
            </a:r>
            <a:endParaRPr lang="en-US" dirty="0">
              <a:latin typeface="Consolas" panose="020B0609020204030204" pitchFamily="49" charset="0"/>
              <a:cs typeface="Consolas" panose="020B0609020204030204" pitchFamily="49" charset="0"/>
            </a:endParaRPr>
          </a:p>
        </p:txBody>
      </p:sp>
      <p:sp>
        <p:nvSpPr>
          <p:cNvPr id="6" name="Title 1"/>
          <p:cNvSpPr>
            <a:spLocks noGrp="1"/>
          </p:cNvSpPr>
          <p:nvPr>
            <p:ph type="title" hasCustomPrompt="1"/>
          </p:nvPr>
        </p:nvSpPr>
        <p:spPr>
          <a:xfrm>
            <a:off x="232817" y="157943"/>
            <a:ext cx="11725736" cy="1205345"/>
          </a:xfrm>
          <a:prstGeom prst="rect">
            <a:avLst/>
          </a:prstGeom>
        </p:spPr>
        <p:txBody>
          <a:bodyPr/>
          <a:lstStyle>
            <a:lvl1pPr>
              <a:defRPr sz="4000">
                <a:solidFill>
                  <a:schemeClr val="tx1">
                    <a:alpha val="98824"/>
                  </a:schemeClr>
                </a:solidFill>
                <a:latin typeface="Segoe UI Light" pitchFamily="34" charset="0"/>
              </a:defRPr>
            </a:lvl1pPr>
          </a:lstStyle>
          <a:p>
            <a:r>
              <a:rPr lang="en-US" dirty="0" smtClean="0"/>
              <a:t>Click to edit Code Sample style</a:t>
            </a:r>
            <a:endParaRPr lang="en-US" dirty="0"/>
          </a:p>
        </p:txBody>
      </p:sp>
    </p:spTree>
    <p:extLst>
      <p:ext uri="{BB962C8B-B14F-4D97-AF65-F5344CB8AC3E}">
        <p14:creationId xmlns:p14="http://schemas.microsoft.com/office/powerpoint/2010/main" val="20518616"/>
      </p:ext>
    </p:extLst>
  </p:cSld>
  <p:clrMapOvr>
    <a:masterClrMapping/>
  </p:clrMapOvr>
  <p:transition>
    <p:fade/>
  </p:transition>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32817" y="157943"/>
            <a:ext cx="11725736" cy="1205345"/>
          </a:xfrm>
          <a:prstGeom prst="rect">
            <a:avLst/>
          </a:prstGeom>
        </p:spPr>
        <p:txBody>
          <a:bodyPr/>
          <a:lstStyle>
            <a:lvl1pPr>
              <a:defRPr sz="4000">
                <a:solidFill>
                  <a:srgbClr val="002050"/>
                </a:solidFill>
                <a:latin typeface="Segoe UI Light" pitchFamily="34" charset="0"/>
              </a:defRPr>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436677" y="1487489"/>
            <a:ext cx="11536191" cy="5159375"/>
          </a:xfrm>
          <a:prstGeom prst="rect">
            <a:avLst/>
          </a:prstGeom>
        </p:spPr>
        <p:txBody>
          <a:bodyPr/>
          <a:lstStyle>
            <a:lvl1pPr marL="342834" indent="-342834">
              <a:lnSpc>
                <a:spcPct val="100000"/>
              </a:lnSpc>
              <a:spcBef>
                <a:spcPts val="1800"/>
              </a:spcBef>
              <a:buClr>
                <a:schemeClr val="accent1"/>
              </a:buClr>
              <a:buSzPct val="100000"/>
              <a:buFont typeface="Arial" pitchFamily="34" charset="0"/>
              <a:buChar char="•"/>
              <a:defRPr sz="3200">
                <a:solidFill>
                  <a:srgbClr val="002050">
                    <a:alpha val="99000"/>
                  </a:srgbClr>
                </a:solidFill>
                <a:latin typeface="Segoe UI Light" panose="020B0502040204020203" pitchFamily="34" charset="0"/>
                <a:cs typeface="Segoe UI Light" panose="020B0502040204020203" pitchFamily="34" charset="0"/>
              </a:defRPr>
            </a:lvl1pPr>
            <a:lvl2pPr marL="807883" indent="-344422">
              <a:lnSpc>
                <a:spcPct val="100000"/>
              </a:lnSpc>
              <a:spcBef>
                <a:spcPts val="400"/>
              </a:spcBef>
              <a:spcAft>
                <a:spcPts val="400"/>
              </a:spcAft>
              <a:buClr>
                <a:schemeClr val="tx1">
                  <a:lumMod val="75000"/>
                  <a:lumOff val="25000"/>
                </a:schemeClr>
              </a:buClr>
              <a:buSzPct val="85000"/>
              <a:buFont typeface="Segoe UI" pitchFamily="34" charset="0"/>
              <a:buChar char="–"/>
              <a:defRPr sz="2800">
                <a:solidFill>
                  <a:schemeClr val="tx1">
                    <a:alpha val="99000"/>
                  </a:schemeClr>
                </a:solidFill>
                <a:latin typeface="Segoe UI Light" panose="020B0502040204020203" pitchFamily="34" charset="0"/>
                <a:cs typeface="Segoe UI Light" panose="020B0502040204020203" pitchFamily="34" charset="0"/>
              </a:defRPr>
            </a:lvl2pPr>
            <a:lvl3pPr marL="1198332" indent="-342834">
              <a:lnSpc>
                <a:spcPct val="100000"/>
              </a:lnSpc>
              <a:spcBef>
                <a:spcPts val="200"/>
              </a:spcBef>
              <a:spcAft>
                <a:spcPts val="200"/>
              </a:spcAft>
              <a:buClr>
                <a:schemeClr val="tx1">
                  <a:lumMod val="75000"/>
                  <a:lumOff val="25000"/>
                </a:schemeClr>
              </a:buClr>
              <a:buSzPct val="85000"/>
              <a:buFont typeface="Courier New" pitchFamily="49" charset="0"/>
              <a:buChar char="o"/>
              <a:defRPr sz="1800">
                <a:solidFill>
                  <a:schemeClr val="tx1">
                    <a:alpha val="99000"/>
                  </a:schemeClr>
                </a:solidFill>
                <a:latin typeface="Segoe UI Light" panose="020B0502040204020203" pitchFamily="34" charset="0"/>
                <a:cs typeface="Segoe UI Light" panose="020B0502040204020203" pitchFamily="34" charset="0"/>
              </a:defRPr>
            </a:lvl3pPr>
            <a:lvl4pPr>
              <a:defRPr sz="2000"/>
            </a:lvl4pPr>
            <a:lvl5pPr>
              <a:defRPr sz="2000"/>
            </a:lvl5pPr>
          </a:lstStyle>
          <a:p>
            <a:pPr lvl="0"/>
            <a:r>
              <a:rPr lang="en-US" dirty="0" smtClean="0"/>
              <a:t>Click to edit Master text styles</a:t>
            </a:r>
          </a:p>
          <a:p>
            <a:pPr lvl="1"/>
            <a:r>
              <a:rPr lang="en-US" dirty="0" smtClean="0"/>
              <a:t>Second level</a:t>
            </a:r>
          </a:p>
          <a:p>
            <a:pPr lvl="2"/>
            <a:r>
              <a:rPr lang="en-US" dirty="0" smtClean="0"/>
              <a:t>Third level</a:t>
            </a:r>
          </a:p>
        </p:txBody>
      </p:sp>
    </p:spTree>
    <p:extLst>
      <p:ext uri="{BB962C8B-B14F-4D97-AF65-F5344CB8AC3E}">
        <p14:creationId xmlns:p14="http://schemas.microsoft.com/office/powerpoint/2010/main" val="405761427"/>
      </p:ext>
    </p:extLst>
  </p:cSld>
  <p:clrMapOvr>
    <a:masterClrMapping/>
  </p:clrMapOvr>
  <p:transition>
    <p:fade/>
  </p:transition>
  <p:timing>
    <p:tnLst>
      <p:par>
        <p:cTn id="1" dur="indefinite" restart="never" nodeType="tmRoot"/>
      </p:par>
    </p:tnLst>
  </p:timing>
  <p:hf hd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806428160"/>
      </p:ext>
    </p:extLst>
  </p:cSld>
  <p:clrMapOvr>
    <a:masterClrMapping/>
  </p:clrMapOvr>
  <p:transition>
    <p:fade/>
  </p:transition>
  <p:timing>
    <p:tnLst>
      <p:par>
        <p:cTn id="1" dur="indefinite" restart="never" nodeType="tmRoot"/>
      </p:par>
    </p:tnLst>
  </p:timing>
  <p:hf hdr="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007233"/>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15745" y="4771506"/>
            <a:ext cx="10487627" cy="1604356"/>
          </a:xfrm>
          <a:prstGeom prst="rect">
            <a:avLst/>
          </a:prstGeom>
        </p:spPr>
        <p:txBody>
          <a:bodyPr anchor="ctr">
            <a:noAutofit/>
          </a:bodyPr>
          <a:lstStyle>
            <a:lvl1pPr marL="0" marR="0" indent="0" algn="l" defTabSz="914188" rtl="0" eaLnBrk="1" fontAlgn="auto" latinLnBrk="0" hangingPunct="1">
              <a:lnSpc>
                <a:spcPct val="90000"/>
              </a:lnSpc>
              <a:spcBef>
                <a:spcPts val="0"/>
              </a:spcBef>
              <a:spcAft>
                <a:spcPts val="0"/>
              </a:spcAft>
              <a:buClr>
                <a:srgbClr val="00DCFF"/>
              </a:buClr>
              <a:buSzPct val="90000"/>
              <a:buFont typeface="Arial" pitchFamily="34" charset="0"/>
              <a:buNone/>
              <a:tabLst/>
              <a:defRPr sz="2800" b="1" cap="all" baseline="0">
                <a:solidFill>
                  <a:schemeClr val="bg1">
                    <a:alpha val="99000"/>
                  </a:schemeClr>
                </a:solidFill>
              </a:defRPr>
            </a:lvl1pPr>
            <a:lvl2pPr marL="457094" indent="0" algn="ctr">
              <a:buNone/>
              <a:defRPr>
                <a:solidFill>
                  <a:schemeClr val="tx1">
                    <a:tint val="75000"/>
                  </a:schemeClr>
                </a:solidFill>
              </a:defRPr>
            </a:lvl2pPr>
            <a:lvl3pPr marL="914188" indent="0" algn="ctr">
              <a:buNone/>
              <a:defRPr>
                <a:solidFill>
                  <a:schemeClr val="tx1">
                    <a:tint val="75000"/>
                  </a:schemeClr>
                </a:solidFill>
              </a:defRPr>
            </a:lvl3pPr>
            <a:lvl4pPr marL="1371282" indent="0" algn="ctr">
              <a:buNone/>
              <a:defRPr>
                <a:solidFill>
                  <a:schemeClr val="tx1">
                    <a:tint val="75000"/>
                  </a:schemeClr>
                </a:solidFill>
              </a:defRPr>
            </a:lvl4pPr>
            <a:lvl5pPr marL="1828376" indent="0" algn="ctr">
              <a:buNone/>
              <a:defRPr>
                <a:solidFill>
                  <a:schemeClr val="tx1">
                    <a:tint val="75000"/>
                  </a:schemeClr>
                </a:solidFill>
              </a:defRPr>
            </a:lvl5pPr>
            <a:lvl6pPr marL="2285470" indent="0" algn="ctr">
              <a:buNone/>
              <a:defRPr>
                <a:solidFill>
                  <a:schemeClr val="tx1">
                    <a:tint val="75000"/>
                  </a:schemeClr>
                </a:solidFill>
              </a:defRPr>
            </a:lvl6pPr>
            <a:lvl7pPr marL="2742563" indent="0" algn="ctr">
              <a:buNone/>
              <a:defRPr>
                <a:solidFill>
                  <a:schemeClr val="tx1">
                    <a:tint val="75000"/>
                  </a:schemeClr>
                </a:solidFill>
              </a:defRPr>
            </a:lvl7pPr>
            <a:lvl8pPr marL="3199657" indent="0" algn="ctr">
              <a:buNone/>
              <a:defRPr>
                <a:solidFill>
                  <a:schemeClr val="tx1">
                    <a:tint val="75000"/>
                  </a:schemeClr>
                </a:solidFill>
              </a:defRPr>
            </a:lvl8pPr>
            <a:lvl9pPr marL="3656751" indent="0" algn="ctr">
              <a:buNone/>
              <a:defRPr>
                <a:solidFill>
                  <a:schemeClr val="tx1">
                    <a:tint val="75000"/>
                  </a:schemeClr>
                </a:solidFill>
              </a:defRPr>
            </a:lvl9pPr>
          </a:lstStyle>
          <a:p>
            <a:r>
              <a:rPr lang="en-US" b="0" dirty="0" smtClean="0"/>
              <a:t>{Sample Code Location e.g., Codeshow.codeplex.com} </a:t>
            </a:r>
          </a:p>
          <a:p>
            <a:r>
              <a:rPr lang="en-US" dirty="0" smtClean="0"/>
              <a:t>(</a:t>
            </a:r>
            <a:r>
              <a:rPr lang="en-US" dirty="0" err="1" smtClean="0"/>
              <a:t>dEMO</a:t>
            </a:r>
            <a:r>
              <a:rPr lang="en-US" dirty="0" smtClean="0"/>
              <a:t> NAME)</a:t>
            </a:r>
            <a:endParaRPr lang="en-US" dirty="0"/>
          </a:p>
        </p:txBody>
      </p:sp>
      <p:sp>
        <p:nvSpPr>
          <p:cNvPr id="10" name="Text Placeholder 9"/>
          <p:cNvSpPr>
            <a:spLocks noGrp="1"/>
          </p:cNvSpPr>
          <p:nvPr>
            <p:ph type="body" sz="quarter" idx="10" hasCustomPrompt="1"/>
          </p:nvPr>
        </p:nvSpPr>
        <p:spPr>
          <a:xfrm>
            <a:off x="415745" y="3117272"/>
            <a:ext cx="10723468" cy="1383983"/>
          </a:xfrm>
          <a:prstGeom prst="rect">
            <a:avLst/>
          </a:prstGeom>
        </p:spPr>
        <p:txBody>
          <a:bodyPr anchor="ctr"/>
          <a:lstStyle>
            <a:lvl1pPr algn="l">
              <a:defRPr sz="7198" baseline="0">
                <a:solidFill>
                  <a:schemeClr val="bg1">
                    <a:alpha val="99000"/>
                  </a:schemeClr>
                </a:solidFill>
                <a:latin typeface="Segoe UI Light" panose="020B0502040204020203" pitchFamily="34" charset="0"/>
                <a:cs typeface="Segoe UI Light" panose="020B0502040204020203" pitchFamily="34" charset="0"/>
              </a:defRPr>
            </a:lvl1pPr>
            <a:lvl2pPr>
              <a:defRPr sz="5998">
                <a:solidFill>
                  <a:schemeClr val="bg1">
                    <a:alpha val="99000"/>
                  </a:schemeClr>
                </a:solidFill>
                <a:latin typeface="+mj-lt"/>
              </a:defRPr>
            </a:lvl2pPr>
            <a:lvl3pPr>
              <a:defRPr sz="5998">
                <a:solidFill>
                  <a:schemeClr val="bg1">
                    <a:alpha val="99000"/>
                  </a:schemeClr>
                </a:solidFill>
                <a:latin typeface="+mj-lt"/>
              </a:defRPr>
            </a:lvl3pPr>
            <a:lvl4pPr>
              <a:defRPr sz="5998">
                <a:solidFill>
                  <a:schemeClr val="bg1">
                    <a:alpha val="99000"/>
                  </a:schemeClr>
                </a:solidFill>
                <a:latin typeface="+mj-lt"/>
              </a:defRPr>
            </a:lvl4pPr>
            <a:lvl5pPr>
              <a:defRPr sz="5998">
                <a:solidFill>
                  <a:schemeClr val="bg1">
                    <a:alpha val="99000"/>
                  </a:schemeClr>
                </a:solidFill>
                <a:latin typeface="+mj-lt"/>
              </a:defRPr>
            </a:lvl5pPr>
          </a:lstStyle>
          <a:p>
            <a:pPr lvl="0"/>
            <a:r>
              <a:rPr lang="en-US" dirty="0" smtClean="0"/>
              <a:t>demo</a:t>
            </a:r>
            <a:endParaRPr lang="en-US" dirty="0"/>
          </a:p>
        </p:txBody>
      </p:sp>
    </p:spTree>
    <p:extLst>
      <p:ext uri="{BB962C8B-B14F-4D97-AF65-F5344CB8AC3E}">
        <p14:creationId xmlns:p14="http://schemas.microsoft.com/office/powerpoint/2010/main" val="1297327921"/>
      </p:ext>
    </p:extLst>
  </p:cSld>
  <p:clrMapOvr>
    <a:masterClrMapping/>
  </p:clrMapOvr>
  <p:transition>
    <p:fade/>
  </p:transition>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Microsoft Slide">
    <p:bg>
      <p:bgPr>
        <a:solidFill>
          <a:srgbClr val="4668C5"/>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screen">
            <a:extLst>
              <a:ext uri="{28A0092B-C50C-407E-A947-70E740481C1C}">
                <a14:useLocalDpi xmlns:a14="http://schemas.microsoft.com/office/drawing/2010/main"/>
              </a:ext>
            </a:extLst>
          </a:blip>
          <a:srcRect l="9719"/>
          <a:stretch/>
        </p:blipFill>
        <p:spPr>
          <a:xfrm>
            <a:off x="512895" y="2922746"/>
            <a:ext cx="5769221" cy="2350013"/>
          </a:xfrm>
          <a:prstGeom prst="rect">
            <a:avLst/>
          </a:prstGeom>
        </p:spPr>
      </p:pic>
      <p:sp>
        <p:nvSpPr>
          <p:cNvPr id="9" name="Rectangle 2"/>
          <p:cNvSpPr>
            <a:spLocks noChangeArrowheads="1"/>
          </p:cNvSpPr>
          <p:nvPr userDrawn="1"/>
        </p:nvSpPr>
        <p:spPr bwMode="auto">
          <a:xfrm>
            <a:off x="530225" y="5960743"/>
            <a:ext cx="11081704" cy="751488"/>
          </a:xfrm>
          <a:prstGeom prst="rect">
            <a:avLst/>
          </a:prstGeom>
          <a:noFill/>
          <a:ln w="9525">
            <a:noFill/>
            <a:miter lim="800000"/>
            <a:headEnd/>
            <a:tailEnd/>
          </a:ln>
        </p:spPr>
        <p:txBody>
          <a:bodyPr wrap="square">
            <a:spAutoFit/>
          </a:bodyPr>
          <a:lstStyle/>
          <a:p>
            <a:pPr marL="0" lvl="1" defTabSz="913912">
              <a:defRPr/>
            </a:pPr>
            <a:r>
              <a:rPr lang="en-US" sz="1050" dirty="0">
                <a:solidFill>
                  <a:prstClr val="white">
                    <a:lumMod val="85000"/>
                  </a:prstClr>
                </a:solidFill>
                <a:latin typeface="Calibri"/>
              </a:rPr>
              <a:t>©2013 Microsoft Corporation. All rights reserved. Microsoft, Windows, Office, Azure, System Center, Dynamics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2023316911"/>
      </p:ext>
    </p:extLst>
  </p:cSld>
  <p:clrMapOvr>
    <a:masterClrMapping/>
  </p:clrMapOvr>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Blank">
    <p:bg>
      <p:bgPr>
        <a:solidFill>
          <a:srgbClr val="00205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3016487"/>
      </p:ext>
    </p:extLst>
  </p:cSld>
  <p:clrMapOvr>
    <a:masterClrMapping/>
  </p:clrMapOvr>
  <p:transition>
    <p:fade/>
  </p:transition>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a:xfrm>
            <a:off x="269241" y="289512"/>
            <a:ext cx="11655840" cy="899665"/>
          </a:xfrm>
          <a:prstGeom prst="rect">
            <a:avLst/>
          </a:prstGeom>
        </p:spPr>
        <p:txBody>
          <a:bodyPr/>
          <a:lstStyle/>
          <a:p>
            <a:r>
              <a:rPr lang="en-US" smtClean="0"/>
              <a:t>Click to edit Master title style</a:t>
            </a:r>
            <a:endParaRPr lang="en-US" dirty="0"/>
          </a:p>
        </p:txBody>
      </p:sp>
      <p:sp>
        <p:nvSpPr>
          <p:cNvPr id="4" name="Text Placeholder 3"/>
          <p:cNvSpPr>
            <a:spLocks noGrp="1"/>
          </p:cNvSpPr>
          <p:nvPr>
            <p:ph type="body" sz="quarter" idx="11"/>
          </p:nvPr>
        </p:nvSpPr>
        <p:spPr>
          <a:xfrm>
            <a:off x="269241" y="1189177"/>
            <a:ext cx="11655840" cy="2018835"/>
          </a:xfrm>
          <a:prstGeom prst="rect">
            <a:avLst/>
          </a:prstGeom>
        </p:spPr>
        <p:txBody>
          <a:bodyPr/>
          <a:lstStyle>
            <a:lvl1pPr marL="0" indent="0">
              <a:buNone/>
              <a:defRPr>
                <a:gradFill>
                  <a:gsLst>
                    <a:gs pos="2920">
                      <a:schemeClr val="tx2"/>
                    </a:gs>
                    <a:gs pos="39000">
                      <a:schemeClr val="tx2"/>
                    </a:gs>
                  </a:gsLst>
                  <a:lin ang="5400000" scaled="0"/>
                </a:gradFill>
              </a:defRPr>
            </a:lvl1pPr>
            <a:lvl2pPr marL="28000" indent="0">
              <a:buNone/>
              <a:defRPr sz="1960"/>
            </a:lvl2pPr>
            <a:lvl3pPr marL="219342" indent="0">
              <a:buNone/>
              <a:defRPr sz="1960"/>
            </a:lvl3pPr>
            <a:lvl4pPr marL="466684" indent="0">
              <a:buNone/>
              <a:defRPr sz="1764"/>
            </a:lvl4pPr>
            <a:lvl5pPr marL="724914" indent="0">
              <a:buNone/>
              <a:defRPr sz="1764"/>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53139840"/>
      </p:ext>
    </p:extLst>
  </p:cSld>
  <p:clrMapOvr>
    <a:masterClrMapping/>
  </p:clrMapOvr>
  <p:transition>
    <p:fade/>
  </p:transition>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Demo slide">
    <p:bg bwMode="auto">
      <p:bgPr>
        <a:solidFill>
          <a:schemeClr val="accent1"/>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269302" y="1187644"/>
            <a:ext cx="8067761" cy="26896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69242" y="1186356"/>
            <a:ext cx="8067822" cy="2697988"/>
          </a:xfrm>
          <a:prstGeom prst="rect">
            <a:avLst/>
          </a:prstGeom>
          <a:noFill/>
        </p:spPr>
        <p:txBody>
          <a:bodyPr tIns="91440" bIns="91440" anchor="t" anchorCtr="0"/>
          <a:lstStyle>
            <a:lvl1pPr>
              <a:defRPr sz="7055" spc="-98" baseline="0">
                <a:gradFill>
                  <a:gsLst>
                    <a:gs pos="5833">
                      <a:srgbClr val="FFFFFF"/>
                    </a:gs>
                    <a:gs pos="18000">
                      <a:srgbClr val="FFFFFF"/>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69239" y="3877278"/>
            <a:ext cx="8067813" cy="1793881"/>
          </a:xfrm>
          <a:prstGeom prst="rect">
            <a:avLst/>
          </a:prstGeom>
          <a:noFill/>
        </p:spPr>
        <p:txBody>
          <a:bodyPr lIns="182880" tIns="146304" rIns="182880" bIns="146304">
            <a:noAutofit/>
          </a:bodyPr>
          <a:lstStyle>
            <a:lvl1pPr marL="0" indent="0">
              <a:spcBef>
                <a:spcPts val="0"/>
              </a:spcBef>
              <a:buNone/>
              <a:defRPr sz="3527" spc="0" baseline="0">
                <a:gradFill>
                  <a:gsLst>
                    <a:gs pos="0">
                      <a:srgbClr val="FFFFFF"/>
                    </a:gs>
                    <a:gs pos="100000">
                      <a:srgbClr val="FFFFFF"/>
                    </a:gs>
                  </a:gsLst>
                  <a:lin ang="5400000" scaled="0"/>
                </a:gradFill>
                <a:latin typeface="+mj-lt"/>
              </a:defRPr>
            </a:lvl1pPr>
          </a:lstStyle>
          <a:p>
            <a:pPr lvl="0"/>
            <a:r>
              <a:rPr lang="en-US" dirty="0" smtClean="0"/>
              <a:t>Speaker Name</a:t>
            </a:r>
          </a:p>
        </p:txBody>
      </p:sp>
      <p:pic>
        <p:nvPicPr>
          <p:cNvPr id="6" name="TechEd 2014 logo white"/>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invGray">
          <a:xfrm>
            <a:off x="8880125" y="440043"/>
            <a:ext cx="2907036" cy="1257969"/>
          </a:xfrm>
          <a:prstGeom prst="rect">
            <a:avLst/>
          </a:prstGeom>
        </p:spPr>
      </p:pic>
    </p:spTree>
    <p:extLst>
      <p:ext uri="{BB962C8B-B14F-4D97-AF65-F5344CB8AC3E}">
        <p14:creationId xmlns:p14="http://schemas.microsoft.com/office/powerpoint/2010/main" val="14714396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2_Demo slide">
    <p:bg bwMode="auto">
      <p:bgPr>
        <a:solidFill>
          <a:schemeClr val="accent1"/>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269302" y="1187644"/>
            <a:ext cx="8067761" cy="26896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69242" y="1186356"/>
            <a:ext cx="8067822" cy="2697988"/>
          </a:xfrm>
          <a:prstGeom prst="rect">
            <a:avLst/>
          </a:prstGeom>
          <a:noFill/>
        </p:spPr>
        <p:txBody>
          <a:bodyPr tIns="91440" bIns="91440" anchor="t" anchorCtr="0"/>
          <a:lstStyle>
            <a:lvl1pPr>
              <a:defRPr sz="7055" spc="-98" baseline="0">
                <a:gradFill>
                  <a:gsLst>
                    <a:gs pos="5833">
                      <a:srgbClr val="FFFFFF"/>
                    </a:gs>
                    <a:gs pos="18000">
                      <a:srgbClr val="FFFFFF"/>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69239" y="3877278"/>
            <a:ext cx="8067813" cy="1793881"/>
          </a:xfrm>
          <a:prstGeom prst="rect">
            <a:avLst/>
          </a:prstGeom>
          <a:noFill/>
        </p:spPr>
        <p:txBody>
          <a:bodyPr lIns="182880" tIns="146304" rIns="182880" bIns="146304">
            <a:noAutofit/>
          </a:bodyPr>
          <a:lstStyle>
            <a:lvl1pPr marL="0" indent="0">
              <a:spcBef>
                <a:spcPts val="0"/>
              </a:spcBef>
              <a:buNone/>
              <a:defRPr sz="3527" spc="0" baseline="0">
                <a:gradFill>
                  <a:gsLst>
                    <a:gs pos="0">
                      <a:srgbClr val="FFFFFF"/>
                    </a:gs>
                    <a:gs pos="100000">
                      <a:srgbClr val="FFFFFF"/>
                    </a:gs>
                  </a:gsLst>
                  <a:lin ang="5400000" scaled="0"/>
                </a:gradFill>
                <a:latin typeface="+mj-lt"/>
              </a:defRPr>
            </a:lvl1pPr>
          </a:lstStyle>
          <a:p>
            <a:pPr lvl="0"/>
            <a:r>
              <a:rPr lang="en-US" dirty="0" smtClean="0"/>
              <a:t>Speaker Name</a:t>
            </a:r>
          </a:p>
        </p:txBody>
      </p:sp>
      <p:pic>
        <p:nvPicPr>
          <p:cNvPr id="6" name="TechEd 2014 logo white"/>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invGray">
          <a:xfrm>
            <a:off x="8880125" y="440043"/>
            <a:ext cx="2907036" cy="1257969"/>
          </a:xfrm>
          <a:prstGeom prst="rect">
            <a:avLst/>
          </a:prstGeom>
        </p:spPr>
      </p:pic>
    </p:spTree>
    <p:extLst>
      <p:ext uri="{BB962C8B-B14F-4D97-AF65-F5344CB8AC3E}">
        <p14:creationId xmlns:p14="http://schemas.microsoft.com/office/powerpoint/2010/main" val="278037682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3_Demo slide">
    <p:bg bwMode="auto">
      <p:bgPr>
        <a:solidFill>
          <a:schemeClr val="accent1"/>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269302" y="1187644"/>
            <a:ext cx="8067761" cy="26896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69242" y="1186356"/>
            <a:ext cx="8067822" cy="2697988"/>
          </a:xfrm>
          <a:prstGeom prst="rect">
            <a:avLst/>
          </a:prstGeom>
          <a:noFill/>
        </p:spPr>
        <p:txBody>
          <a:bodyPr tIns="91440" bIns="91440" anchor="t" anchorCtr="0"/>
          <a:lstStyle>
            <a:lvl1pPr>
              <a:defRPr sz="7055" spc="-98" baseline="0">
                <a:gradFill>
                  <a:gsLst>
                    <a:gs pos="5833">
                      <a:srgbClr val="FFFFFF"/>
                    </a:gs>
                    <a:gs pos="18000">
                      <a:srgbClr val="FFFFFF"/>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69239" y="3877278"/>
            <a:ext cx="8067813" cy="1793881"/>
          </a:xfrm>
          <a:prstGeom prst="rect">
            <a:avLst/>
          </a:prstGeom>
          <a:noFill/>
        </p:spPr>
        <p:txBody>
          <a:bodyPr lIns="182880" tIns="146304" rIns="182880" bIns="146304">
            <a:noAutofit/>
          </a:bodyPr>
          <a:lstStyle>
            <a:lvl1pPr marL="0" indent="0">
              <a:spcBef>
                <a:spcPts val="0"/>
              </a:spcBef>
              <a:buNone/>
              <a:defRPr sz="3527" spc="0" baseline="0">
                <a:gradFill>
                  <a:gsLst>
                    <a:gs pos="0">
                      <a:srgbClr val="FFFFFF"/>
                    </a:gs>
                    <a:gs pos="100000">
                      <a:srgbClr val="FFFFFF"/>
                    </a:gs>
                  </a:gsLst>
                  <a:lin ang="5400000" scaled="0"/>
                </a:gradFill>
                <a:latin typeface="+mj-lt"/>
              </a:defRPr>
            </a:lvl1pPr>
          </a:lstStyle>
          <a:p>
            <a:pPr lvl="0"/>
            <a:r>
              <a:rPr lang="en-US" dirty="0" smtClean="0"/>
              <a:t>Speaker Name</a:t>
            </a:r>
          </a:p>
        </p:txBody>
      </p:sp>
      <p:pic>
        <p:nvPicPr>
          <p:cNvPr id="6" name="TechEd 2014 logo white"/>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invGray">
          <a:xfrm>
            <a:off x="8880125" y="440043"/>
            <a:ext cx="2907036" cy="1257969"/>
          </a:xfrm>
          <a:prstGeom prst="rect">
            <a:avLst/>
          </a:prstGeom>
        </p:spPr>
      </p:pic>
    </p:spTree>
    <p:extLst>
      <p:ext uri="{BB962C8B-B14F-4D97-AF65-F5344CB8AC3E}">
        <p14:creationId xmlns:p14="http://schemas.microsoft.com/office/powerpoint/2010/main" val="165850339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4_Demo slide">
    <p:bg bwMode="auto">
      <p:bgPr>
        <a:solidFill>
          <a:schemeClr val="accent1"/>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269302" y="1187644"/>
            <a:ext cx="8067761" cy="26896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69242" y="1186356"/>
            <a:ext cx="8067822" cy="2697988"/>
          </a:xfrm>
          <a:prstGeom prst="rect">
            <a:avLst/>
          </a:prstGeom>
          <a:noFill/>
        </p:spPr>
        <p:txBody>
          <a:bodyPr tIns="91440" bIns="91440" anchor="t" anchorCtr="0"/>
          <a:lstStyle>
            <a:lvl1pPr>
              <a:defRPr sz="7055" spc="-98" baseline="0">
                <a:gradFill>
                  <a:gsLst>
                    <a:gs pos="5833">
                      <a:srgbClr val="FFFFFF"/>
                    </a:gs>
                    <a:gs pos="18000">
                      <a:srgbClr val="FFFFFF"/>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69239" y="3877278"/>
            <a:ext cx="8067813" cy="1793881"/>
          </a:xfrm>
          <a:prstGeom prst="rect">
            <a:avLst/>
          </a:prstGeom>
          <a:noFill/>
        </p:spPr>
        <p:txBody>
          <a:bodyPr lIns="182880" tIns="146304" rIns="182880" bIns="146304">
            <a:noAutofit/>
          </a:bodyPr>
          <a:lstStyle>
            <a:lvl1pPr marL="0" indent="0">
              <a:spcBef>
                <a:spcPts val="0"/>
              </a:spcBef>
              <a:buNone/>
              <a:defRPr sz="3527" spc="0" baseline="0">
                <a:gradFill>
                  <a:gsLst>
                    <a:gs pos="0">
                      <a:srgbClr val="FFFFFF"/>
                    </a:gs>
                    <a:gs pos="100000">
                      <a:srgbClr val="FFFFFF"/>
                    </a:gs>
                  </a:gsLst>
                  <a:lin ang="5400000" scaled="0"/>
                </a:gradFill>
                <a:latin typeface="+mj-lt"/>
              </a:defRPr>
            </a:lvl1pPr>
          </a:lstStyle>
          <a:p>
            <a:pPr lvl="0"/>
            <a:r>
              <a:rPr lang="en-US" dirty="0" smtClean="0"/>
              <a:t>Speaker Name</a:t>
            </a:r>
          </a:p>
        </p:txBody>
      </p:sp>
      <p:pic>
        <p:nvPicPr>
          <p:cNvPr id="6" name="TechEd 2014 logo white"/>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invGray">
          <a:xfrm>
            <a:off x="8880125" y="440043"/>
            <a:ext cx="2907036" cy="1257969"/>
          </a:xfrm>
          <a:prstGeom prst="rect">
            <a:avLst/>
          </a:prstGeom>
        </p:spPr>
      </p:pic>
    </p:spTree>
    <p:extLst>
      <p:ext uri="{BB962C8B-B14F-4D97-AF65-F5344CB8AC3E}">
        <p14:creationId xmlns:p14="http://schemas.microsoft.com/office/powerpoint/2010/main" val="70426070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5_Demo slide">
    <p:bg bwMode="auto">
      <p:bgPr>
        <a:solidFill>
          <a:schemeClr val="accent1"/>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269302" y="1187644"/>
            <a:ext cx="8067761" cy="26896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69242" y="1186356"/>
            <a:ext cx="8067822" cy="2697988"/>
          </a:xfrm>
          <a:prstGeom prst="rect">
            <a:avLst/>
          </a:prstGeom>
          <a:noFill/>
        </p:spPr>
        <p:txBody>
          <a:bodyPr tIns="91440" bIns="91440" anchor="t" anchorCtr="0"/>
          <a:lstStyle>
            <a:lvl1pPr>
              <a:defRPr sz="7055" spc="-98" baseline="0">
                <a:gradFill>
                  <a:gsLst>
                    <a:gs pos="5833">
                      <a:srgbClr val="FFFFFF"/>
                    </a:gs>
                    <a:gs pos="18000">
                      <a:srgbClr val="FFFFFF"/>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69239" y="3877278"/>
            <a:ext cx="8067813" cy="1793881"/>
          </a:xfrm>
          <a:prstGeom prst="rect">
            <a:avLst/>
          </a:prstGeom>
          <a:noFill/>
        </p:spPr>
        <p:txBody>
          <a:bodyPr lIns="182880" tIns="146304" rIns="182880" bIns="146304">
            <a:noAutofit/>
          </a:bodyPr>
          <a:lstStyle>
            <a:lvl1pPr marL="0" indent="0">
              <a:spcBef>
                <a:spcPts val="0"/>
              </a:spcBef>
              <a:buNone/>
              <a:defRPr sz="3527" spc="0" baseline="0">
                <a:gradFill>
                  <a:gsLst>
                    <a:gs pos="0">
                      <a:srgbClr val="FFFFFF"/>
                    </a:gs>
                    <a:gs pos="100000">
                      <a:srgbClr val="FFFFFF"/>
                    </a:gs>
                  </a:gsLst>
                  <a:lin ang="5400000" scaled="0"/>
                </a:gradFill>
                <a:latin typeface="+mj-lt"/>
              </a:defRPr>
            </a:lvl1pPr>
          </a:lstStyle>
          <a:p>
            <a:pPr lvl="0"/>
            <a:r>
              <a:rPr lang="en-US" dirty="0" smtClean="0"/>
              <a:t>Speaker Name</a:t>
            </a:r>
          </a:p>
        </p:txBody>
      </p:sp>
      <p:pic>
        <p:nvPicPr>
          <p:cNvPr id="6" name="TechEd 2014 logo white"/>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invGray">
          <a:xfrm>
            <a:off x="8880125" y="440043"/>
            <a:ext cx="2907036" cy="1257969"/>
          </a:xfrm>
          <a:prstGeom prst="rect">
            <a:avLst/>
          </a:prstGeom>
        </p:spPr>
      </p:pic>
    </p:spTree>
    <p:extLst>
      <p:ext uri="{BB962C8B-B14F-4D97-AF65-F5344CB8AC3E}">
        <p14:creationId xmlns:p14="http://schemas.microsoft.com/office/powerpoint/2010/main" val="192250150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Picture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751364" y="2980724"/>
            <a:ext cx="7171401" cy="896552"/>
          </a:xfrm>
          <a:prstGeom prst="rect">
            <a:avLst/>
          </a:prstGeom>
        </p:spPr>
        <p:txBody>
          <a:bodyPr vert="horz" wrap="square" lIns="182880" tIns="146304" rIns="182880" bIns="146304" rtlCol="0" anchor="ctr">
            <a:noAutofit/>
          </a:bodyPr>
          <a:lstStyle>
            <a:lvl1pPr marL="0" indent="0">
              <a:buFont typeface="Arial" panose="020B0604020202020204" pitchFamily="34" charset="0"/>
              <a:buNone/>
              <a:defRPr lang="en-US" sz="3527" kern="1200" dirty="0" smtClean="0">
                <a:gradFill>
                  <a:gsLst>
                    <a:gs pos="1299">
                      <a:schemeClr val="tx1"/>
                    </a:gs>
                    <a:gs pos="100000">
                      <a:schemeClr val="tx1"/>
                    </a:gs>
                  </a:gsLst>
                  <a:lin ang="5400000" scaled="0"/>
                </a:gradFill>
                <a:latin typeface="+mj-lt"/>
                <a:ea typeface="+mn-ea"/>
                <a:cs typeface="+mn-cs"/>
              </a:defRPr>
            </a:lvl1pPr>
          </a:lstStyle>
          <a:p>
            <a:pPr marL="0" lvl="0" indent="0" algn="l" defTabSz="895802" rtl="0" eaLnBrk="1" latinLnBrk="0" hangingPunct="1">
              <a:spcBef>
                <a:spcPct val="20000"/>
              </a:spcBef>
            </a:pPr>
            <a:r>
              <a:rPr lang="en-US" smtClean="0"/>
              <a:t>Click to edit Master text styles</a:t>
            </a:r>
          </a:p>
        </p:txBody>
      </p:sp>
      <p:sp>
        <p:nvSpPr>
          <p:cNvPr id="7" name="Picture Placeholder 12"/>
          <p:cNvSpPr>
            <a:spLocks noGrp="1"/>
          </p:cNvSpPr>
          <p:nvPr>
            <p:ph type="pic" sz="quarter" idx="16"/>
          </p:nvPr>
        </p:nvSpPr>
        <p:spPr>
          <a:xfrm>
            <a:off x="269239" y="1505896"/>
            <a:ext cx="3854627" cy="3846208"/>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lIns="182880" tIns="146304" rIns="182880" bIns="146304" anchor="ctr" anchorCtr="1">
            <a:noAutofit/>
          </a:bodyPr>
          <a:lstStyle>
            <a:lvl1pPr marL="0" indent="0">
              <a:buNone/>
              <a:defRPr/>
            </a:lvl1pPr>
          </a:lstStyle>
          <a:p>
            <a:r>
              <a:rPr lang="en-US" smtClean="0"/>
              <a:t>Click icon to add picture</a:t>
            </a:r>
            <a:endParaRPr lang="en-US" dirty="0"/>
          </a:p>
        </p:txBody>
      </p:sp>
      <p:sp>
        <p:nvSpPr>
          <p:cNvPr id="3" name="Title 2"/>
          <p:cNvSpPr>
            <a:spLocks noGrp="1"/>
          </p:cNvSpPr>
          <p:nvPr>
            <p:ph type="title"/>
          </p:nvPr>
        </p:nvSpPr>
        <p:spPr>
          <a:xfrm>
            <a:off x="519248" y="228600"/>
            <a:ext cx="11151917" cy="747897"/>
          </a:xfrm>
          <a:prstGeom prst="rect">
            <a:avLst/>
          </a:prstGeom>
        </p:spPr>
        <p:txBody>
          <a:bodyPr wrap="none" lIns="182880" tIns="146304" rIns="182880" bIns="146304"/>
          <a:lstStyle/>
          <a:p>
            <a:r>
              <a:rPr lang="en-US" smtClean="0"/>
              <a:t>Click to edit Master title style</a:t>
            </a:r>
            <a:endParaRPr lang="en-US" dirty="0"/>
          </a:p>
        </p:txBody>
      </p:sp>
    </p:spTree>
    <p:extLst>
      <p:ext uri="{BB962C8B-B14F-4D97-AF65-F5344CB8AC3E}">
        <p14:creationId xmlns:p14="http://schemas.microsoft.com/office/powerpoint/2010/main" val="2821166559"/>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rgbClr val="000000"/>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1380"/>
            <a:ext cx="12192000" cy="6856620"/>
          </a:xfrm>
          <a:prstGeom prst="rect">
            <a:avLst/>
          </a:prstGeom>
        </p:spPr>
      </p:pic>
      <p:pic>
        <p:nvPicPr>
          <p:cNvPr id="4" name="MS logo white"/>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462269" y="474236"/>
            <a:ext cx="1775509" cy="380393"/>
          </a:xfrm>
          <a:prstGeom prst="rect">
            <a:avLst/>
          </a:prstGeom>
        </p:spPr>
      </p:pic>
      <p:pic>
        <p:nvPicPr>
          <p:cNvPr id="11" name="Picture 10"/>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8859977" y="440492"/>
            <a:ext cx="2871471" cy="1318654"/>
          </a:xfrm>
          <a:prstGeom prst="rect">
            <a:avLst/>
          </a:prstGeom>
        </p:spPr>
      </p:pic>
    </p:spTree>
    <p:extLst>
      <p:ext uri="{BB962C8B-B14F-4D97-AF65-F5344CB8AC3E}">
        <p14:creationId xmlns:p14="http://schemas.microsoft.com/office/powerpoint/2010/main" val="1793017826"/>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pos="288">
          <p15:clr>
            <a:srgbClr val="C35EA4"/>
          </p15:clr>
        </p15:guide>
        <p15:guide id="2" pos="7546">
          <p15:clr>
            <a:srgbClr val="C35EA4"/>
          </p15:clr>
        </p15:guide>
        <p15:guide id="3" orient="horz" pos="302">
          <p15:clr>
            <a:srgbClr val="C35EA4"/>
          </p15:clr>
        </p15:guide>
        <p15:guide id="4" orient="horz" pos="4104">
          <p15:clr>
            <a:srgbClr val="C35EA4"/>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Slide Photo Layout">
    <p:bg bwMode="gray">
      <p:bgPr>
        <a:solidFill>
          <a:srgbClr val="002050"/>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 y="-7783"/>
            <a:ext cx="12221569" cy="6873565"/>
          </a:xfrm>
          <a:prstGeom prst="rect">
            <a:avLst/>
          </a:prstGeom>
        </p:spPr>
      </p:pic>
      <p:sp>
        <p:nvSpPr>
          <p:cNvPr id="19" name="Dark gradation top"/>
          <p:cNvSpPr/>
          <p:nvPr userDrawn="1"/>
        </p:nvSpPr>
        <p:spPr bwMode="gray">
          <a:xfrm>
            <a:off x="0" y="-7783"/>
            <a:ext cx="12106223" cy="6568608"/>
          </a:xfrm>
          <a:prstGeom prst="rect">
            <a:avLst/>
          </a:prstGeom>
          <a:gradFill flip="none" rotWithShape="1">
            <a:gsLst>
              <a:gs pos="0">
                <a:srgbClr val="000000">
                  <a:alpha val="70000"/>
                </a:srgbClr>
              </a:gs>
              <a:gs pos="40000">
                <a:srgbClr val="000000">
                  <a:alpha val="0"/>
                </a:srgb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pic>
        <p:nvPicPr>
          <p:cNvPr id="10" name="Picture 9"/>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79996" y="440492"/>
            <a:ext cx="2871471" cy="1318654"/>
          </a:xfrm>
          <a:prstGeom prst="rect">
            <a:avLst/>
          </a:prstGeom>
        </p:spPr>
      </p:pic>
      <p:sp>
        <p:nvSpPr>
          <p:cNvPr id="18" name="Rectangle 17"/>
          <p:cNvSpPr/>
          <p:nvPr userDrawn="1"/>
        </p:nvSpPr>
        <p:spPr bwMode="gray">
          <a:xfrm>
            <a:off x="269240" y="2084172"/>
            <a:ext cx="5901462" cy="3586208"/>
          </a:xfrm>
          <a:prstGeom prst="rect">
            <a:avLst/>
          </a:prstGeom>
          <a:solidFill>
            <a:schemeClr val="bg2">
              <a:alpha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ltGray">
          <a:xfrm>
            <a:off x="267683" y="2084172"/>
            <a:ext cx="5903019" cy="2062069"/>
          </a:xfrm>
          <a:noFill/>
        </p:spPr>
        <p:txBody>
          <a:bodyPr vert="horz" wrap="square" lIns="146304" tIns="91440" rIns="146304" bIns="91440" rtlCol="0" anchor="t" anchorCtr="0">
            <a:noAutofit/>
          </a:bodyPr>
          <a:lstStyle>
            <a:lvl1pPr>
              <a:defRPr lang="en-US" sz="5880" spc="-98" baseline="0" dirty="0">
                <a:gradFill>
                  <a:gsLst>
                    <a:gs pos="5833">
                      <a:srgbClr val="FFFFFF"/>
                    </a:gs>
                    <a:gs pos="18000">
                      <a:srgbClr val="FFFFFF"/>
                    </a:gs>
                  </a:gsLst>
                  <a:lin ang="5400000" scaled="0"/>
                </a:gradFill>
              </a:defRPr>
            </a:lvl1pPr>
          </a:lstStyle>
          <a:p>
            <a:pPr lvl="0"/>
            <a:r>
              <a:rPr lang="en-US" dirty="0" smtClean="0"/>
              <a:t>Presentation title</a:t>
            </a:r>
            <a:endParaRPr lang="en-US" dirty="0"/>
          </a:p>
        </p:txBody>
      </p:sp>
      <p:sp>
        <p:nvSpPr>
          <p:cNvPr id="3" name="Text Placeholder 2"/>
          <p:cNvSpPr>
            <a:spLocks noGrp="1"/>
          </p:cNvSpPr>
          <p:nvPr>
            <p:ph type="body" sz="quarter" idx="14" hasCustomPrompt="1"/>
          </p:nvPr>
        </p:nvSpPr>
        <p:spPr bwMode="ltGray">
          <a:xfrm>
            <a:off x="269240" y="4146242"/>
            <a:ext cx="5901462" cy="1524136"/>
          </a:xfrm>
        </p:spPr>
        <p:txBody>
          <a:bodyPr tIns="109728" bIns="109728">
            <a:noAutofit/>
          </a:bodyPr>
          <a:lstStyle>
            <a:lvl1pPr marL="0" indent="0">
              <a:spcBef>
                <a:spcPts val="0"/>
              </a:spcBef>
              <a:buNone/>
              <a:defRPr sz="3135">
                <a:gradFill>
                  <a:gsLst>
                    <a:gs pos="1250">
                      <a:srgbClr val="FFFFFF"/>
                    </a:gs>
                    <a:gs pos="99000">
                      <a:srgbClr val="FFFFFF"/>
                    </a:gs>
                  </a:gsLst>
                  <a:lin ang="5400000" scaled="0"/>
                </a:gradFill>
              </a:defRPr>
            </a:lvl1pPr>
          </a:lstStyle>
          <a:p>
            <a:pPr lvl="0"/>
            <a:r>
              <a:rPr lang="en-US" dirty="0" smtClean="0"/>
              <a:t>Speaker Name</a:t>
            </a:r>
            <a:endParaRPr lang="en-US" dirty="0"/>
          </a:p>
        </p:txBody>
      </p:sp>
      <p:pic>
        <p:nvPicPr>
          <p:cNvPr id="11" name="MS logo white"/>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gray">
          <a:xfrm>
            <a:off x="449323" y="6061767"/>
            <a:ext cx="1522404" cy="326167"/>
          </a:xfrm>
          <a:prstGeom prst="rect">
            <a:avLst/>
          </a:prstGeom>
        </p:spPr>
      </p:pic>
    </p:spTree>
    <p:extLst>
      <p:ext uri="{BB962C8B-B14F-4D97-AF65-F5344CB8AC3E}">
        <p14:creationId xmlns:p14="http://schemas.microsoft.com/office/powerpoint/2010/main" val="80520380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Slide 1">
    <p:bg bwMode="auto">
      <p:bgPr>
        <a:solidFill>
          <a:schemeClr val="bg2"/>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9996" y="440492"/>
            <a:ext cx="2871471" cy="1318654"/>
          </a:xfrm>
          <a:prstGeom prst="rect">
            <a:avLst/>
          </a:prstGeom>
        </p:spPr>
      </p:pic>
      <p:sp>
        <p:nvSpPr>
          <p:cNvPr id="5" name="Text Placeholder 4"/>
          <p:cNvSpPr>
            <a:spLocks noGrp="1"/>
          </p:cNvSpPr>
          <p:nvPr>
            <p:ph type="body" sz="quarter" idx="12" hasCustomPrompt="1"/>
          </p:nvPr>
        </p:nvSpPr>
        <p:spPr>
          <a:xfrm>
            <a:off x="271105" y="3877272"/>
            <a:ext cx="6273418" cy="1794661"/>
          </a:xfrm>
          <a:noFill/>
        </p:spPr>
        <p:txBody>
          <a:bodyPr lIns="146304" tIns="109728" rIns="146304" bIns="109728">
            <a:noAutofit/>
          </a:bodyPr>
          <a:lstStyle>
            <a:lvl1pPr marL="0" indent="0">
              <a:spcBef>
                <a:spcPts val="0"/>
              </a:spcBef>
              <a:buNone/>
              <a:defRPr sz="3527"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9" name="Title 1"/>
          <p:cNvSpPr>
            <a:spLocks noGrp="1"/>
          </p:cNvSpPr>
          <p:nvPr>
            <p:ph type="title" hasCustomPrompt="1"/>
          </p:nvPr>
        </p:nvSpPr>
        <p:spPr>
          <a:xfrm>
            <a:off x="269304" y="2075840"/>
            <a:ext cx="8067760" cy="1801436"/>
          </a:xfrm>
          <a:noFill/>
        </p:spPr>
        <p:txBody>
          <a:bodyPr lIns="146304" tIns="91440" rIns="146304" bIns="91440" anchor="t" anchorCtr="0"/>
          <a:lstStyle>
            <a:lvl1pPr>
              <a:defRPr sz="5880" spc="-98" baseline="0">
                <a:gradFill>
                  <a:gsLst>
                    <a:gs pos="3333">
                      <a:schemeClr val="tx1"/>
                    </a:gs>
                    <a:gs pos="39000">
                      <a:schemeClr val="tx1"/>
                    </a:gs>
                  </a:gsLst>
                  <a:lin ang="5400000" scaled="0"/>
                </a:gradFill>
              </a:defRPr>
            </a:lvl1pPr>
          </a:lstStyle>
          <a:p>
            <a:r>
              <a:rPr lang="en-US" dirty="0" smtClean="0"/>
              <a:t>Presentation title</a:t>
            </a:r>
            <a:endParaRPr lang="en-US" dirty="0"/>
          </a:p>
        </p:txBody>
      </p:sp>
      <p:pic>
        <p:nvPicPr>
          <p:cNvPr id="8" name="MS logo white"/>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449323" y="6061767"/>
            <a:ext cx="1522404" cy="326167"/>
          </a:xfrm>
          <a:prstGeom prst="rect">
            <a:avLst/>
          </a:prstGeom>
        </p:spPr>
      </p:pic>
    </p:spTree>
    <p:extLst>
      <p:ext uri="{BB962C8B-B14F-4D97-AF65-F5344CB8AC3E}">
        <p14:creationId xmlns:p14="http://schemas.microsoft.com/office/powerpoint/2010/main" val="174535910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4406">
          <p15:clr>
            <a:srgbClr val="C35EA4"/>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3" name="Rectangle 2"/>
          <p:cNvSpPr/>
          <p:nvPr userDrawn="1"/>
        </p:nvSpPr>
        <p:spPr bwMode="auto">
          <a:xfrm>
            <a:off x="269240" y="2084172"/>
            <a:ext cx="9976476" cy="3586208"/>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269302" y="2084187"/>
            <a:ext cx="8067761" cy="1793090"/>
          </a:xfrm>
          <a:noFill/>
        </p:spPr>
        <p:txBody>
          <a:bodyPr lIns="146304" tIns="91440" rIns="146304" bIns="91440" anchor="t" anchorCtr="0"/>
          <a:lstStyle>
            <a:lvl1pPr>
              <a:defRPr sz="5880" spc="-98" baseline="0">
                <a:gradFill>
                  <a:gsLst>
                    <a:gs pos="5833">
                      <a:srgbClr val="FFFFFF"/>
                    </a:gs>
                    <a:gs pos="18000">
                      <a:srgbClr val="FFFFFF"/>
                    </a:gs>
                  </a:gsLst>
                  <a:lin ang="5400000" scaled="0"/>
                </a:gradFill>
              </a:defRPr>
            </a:lvl1pPr>
          </a:lstStyle>
          <a:p>
            <a:r>
              <a:rPr lang="en-US" dirty="0" smtClean="0"/>
              <a:t>Presentation title</a:t>
            </a:r>
            <a:endParaRPr lang="en-US" dirty="0"/>
          </a:p>
        </p:txBody>
      </p:sp>
      <p:sp>
        <p:nvSpPr>
          <p:cNvPr id="5" name="Text Placeholder 4"/>
          <p:cNvSpPr>
            <a:spLocks noGrp="1"/>
          </p:cNvSpPr>
          <p:nvPr>
            <p:ph type="body" sz="quarter" idx="12" hasCustomPrompt="1"/>
          </p:nvPr>
        </p:nvSpPr>
        <p:spPr>
          <a:xfrm>
            <a:off x="269302" y="3878574"/>
            <a:ext cx="8067762" cy="1792326"/>
          </a:xfrm>
          <a:noFill/>
        </p:spPr>
        <p:txBody>
          <a:bodyPr lIns="146304" tIns="109728" rIns="146304" bIns="109728">
            <a:noAutofit/>
          </a:bodyPr>
          <a:lstStyle>
            <a:lvl1pPr marL="0" indent="0">
              <a:spcBef>
                <a:spcPts val="0"/>
              </a:spcBef>
              <a:buNone/>
              <a:defRPr sz="3527" spc="0" baseline="0">
                <a:gradFill>
                  <a:gsLst>
                    <a:gs pos="2917">
                      <a:srgbClr val="FFFFFF"/>
                    </a:gs>
                    <a:gs pos="30000">
                      <a:srgbClr val="FFFFFF"/>
                    </a:gs>
                  </a:gsLst>
                  <a:lin ang="5400000" scaled="0"/>
                </a:gradFill>
                <a:latin typeface="+mj-lt"/>
              </a:defRPr>
            </a:lvl1pPr>
          </a:lstStyle>
          <a:p>
            <a:pPr lvl="0"/>
            <a:r>
              <a:rPr lang="en-US" dirty="0" smtClean="0"/>
              <a:t>Speaker Name</a:t>
            </a: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invGray">
          <a:xfrm>
            <a:off x="449323" y="6061767"/>
            <a:ext cx="1522404" cy="326167"/>
          </a:xfrm>
          <a:prstGeom prst="rect">
            <a:avLst/>
          </a:prstGeom>
        </p:spPr>
      </p:pic>
    </p:spTree>
    <p:extLst>
      <p:ext uri="{BB962C8B-B14F-4D97-AF65-F5344CB8AC3E}">
        <p14:creationId xmlns:p14="http://schemas.microsoft.com/office/powerpoint/2010/main" val="233558826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emo slide">
    <p:bg bwMode="auto">
      <p:bgPr>
        <a:solidFill>
          <a:schemeClr val="bg2"/>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269302" y="1187644"/>
            <a:ext cx="8067761" cy="26896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69242" y="1186356"/>
            <a:ext cx="8067822" cy="2697988"/>
          </a:xfrm>
          <a:noFill/>
        </p:spPr>
        <p:txBody>
          <a:bodyPr tIns="91440" bIns="91440" anchor="t" anchorCtr="0"/>
          <a:lstStyle>
            <a:lvl1pPr>
              <a:defRPr sz="7055" spc="-98" baseline="0">
                <a:gradFill>
                  <a:gsLst>
                    <a:gs pos="5833">
                      <a:srgbClr val="FFFFFF"/>
                    </a:gs>
                    <a:gs pos="18000">
                      <a:srgbClr val="FFFFFF"/>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69239" y="3877278"/>
            <a:ext cx="8067813" cy="1793881"/>
          </a:xfrm>
          <a:noFill/>
        </p:spPr>
        <p:txBody>
          <a:bodyPr lIns="182880" tIns="146304" rIns="182880" bIns="146304">
            <a:noAutofit/>
          </a:bodyPr>
          <a:lstStyle>
            <a:lvl1pPr marL="0" indent="0">
              <a:spcBef>
                <a:spcPts val="0"/>
              </a:spcBef>
              <a:buNone/>
              <a:defRPr sz="3527" spc="0" baseline="0">
                <a:gradFill>
                  <a:gsLst>
                    <a:gs pos="0">
                      <a:srgbClr val="FFFFFF"/>
                    </a:gs>
                    <a:gs pos="100000">
                      <a:srgbClr val="FFFFFF"/>
                    </a:gs>
                  </a:gsLst>
                  <a:lin ang="5400000" scaled="0"/>
                </a:gradFill>
                <a:latin typeface="+mj-lt"/>
              </a:defRPr>
            </a:lvl1pPr>
          </a:lstStyle>
          <a:p>
            <a:pPr lvl="0"/>
            <a:r>
              <a:rPr lang="en-US" dirty="0" smtClean="0"/>
              <a:t>Speaker Name</a:t>
            </a:r>
          </a:p>
        </p:txBody>
      </p:sp>
    </p:spTree>
    <p:extLst>
      <p:ext uri="{BB962C8B-B14F-4D97-AF65-F5344CB8AC3E}">
        <p14:creationId xmlns:p14="http://schemas.microsoft.com/office/powerpoint/2010/main" val="321147590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bg2"/>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269302" y="1187644"/>
            <a:ext cx="8067761" cy="268963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12" tIns="143371" rIns="179212" bIns="143371" numCol="1" spcCol="0" rtlCol="0" fromWordArt="0" anchor="t" anchorCtr="0" forceAA="0" compatLnSpc="1">
            <a:prstTxWarp prst="textNoShape">
              <a:avLst/>
            </a:prstTxWarp>
            <a:noAutofit/>
          </a:bodyPr>
          <a:lstStyle/>
          <a:p>
            <a:pPr algn="ctr" defTabSz="913741" fontAlgn="base">
              <a:lnSpc>
                <a:spcPct val="90000"/>
              </a:lnSpc>
              <a:spcBef>
                <a:spcPct val="0"/>
              </a:spcBef>
              <a:spcAft>
                <a:spcPct val="0"/>
              </a:spcAft>
            </a:pPr>
            <a:endParaRPr lang="en-US" sz="2352"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69242" y="1186356"/>
            <a:ext cx="8067822" cy="2697988"/>
          </a:xfrm>
          <a:noFill/>
        </p:spPr>
        <p:txBody>
          <a:bodyPr tIns="91440" bIns="91440" anchor="t" anchorCtr="0"/>
          <a:lstStyle>
            <a:lvl1pPr>
              <a:defRPr sz="7055" spc="-98" baseline="0">
                <a:gradFill>
                  <a:gsLst>
                    <a:gs pos="5833">
                      <a:srgbClr val="FFFFFF"/>
                    </a:gs>
                    <a:gs pos="18000">
                      <a:srgbClr val="FFFFFF"/>
                    </a:gs>
                  </a:gsLst>
                  <a:lin ang="5400000" scaled="0"/>
                </a:gradFill>
              </a:defRPr>
            </a:lvl1pPr>
          </a:lstStyle>
          <a:p>
            <a:r>
              <a:rPr lang="en-US" dirty="0" smtClean="0"/>
              <a:t>Video title</a:t>
            </a:r>
            <a:endParaRPr lang="en-US" dirty="0"/>
          </a:p>
        </p:txBody>
      </p:sp>
    </p:spTree>
    <p:extLst>
      <p:ext uri="{BB962C8B-B14F-4D97-AF65-F5344CB8AC3E}">
        <p14:creationId xmlns:p14="http://schemas.microsoft.com/office/powerpoint/2010/main" val="188960365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3"/>
            <a:ext cx="11653523" cy="1796217"/>
          </a:xfrm>
          <a:noFill/>
        </p:spPr>
        <p:txBody>
          <a:bodyPr tIns="91440" bIns="91440" anchor="t" anchorCtr="0"/>
          <a:lstStyle>
            <a:lvl1pPr>
              <a:defRPr sz="8624" spc="-98" baseline="0">
                <a:gradFill>
                  <a:gsLst>
                    <a:gs pos="87586">
                      <a:srgbClr val="FFFFFF"/>
                    </a:gs>
                    <a:gs pos="52000">
                      <a:srgbClr val="FFFFFF"/>
                    </a:gs>
                  </a:gsLst>
                  <a:lin ang="5400000" scaled="0"/>
                </a:gradFill>
              </a:defRPr>
            </a:lvl1pPr>
          </a:lstStyle>
          <a:p>
            <a:r>
              <a:rPr lang="en-US" dirty="0" smtClean="0"/>
              <a:t>Section title</a:t>
            </a:r>
            <a:endParaRPr lang="en-US" dirty="0"/>
          </a:p>
        </p:txBody>
      </p:sp>
    </p:spTree>
    <p:extLst>
      <p:ext uri="{BB962C8B-B14F-4D97-AF65-F5344CB8AC3E}">
        <p14:creationId xmlns:p14="http://schemas.microsoft.com/office/powerpoint/2010/main" val="761830847"/>
      </p:ext>
    </p:extLst>
  </p:cSld>
  <p:clrMapOvr>
    <a:masterClrMapping/>
  </p:clrMapOvr>
  <p:transition>
    <p:fade/>
  </p:transition>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3"/>
            <a:ext cx="11653523" cy="1796217"/>
          </a:xfrm>
          <a:noFill/>
        </p:spPr>
        <p:txBody>
          <a:bodyPr tIns="91440" bIns="91440" anchor="t" anchorCtr="0"/>
          <a:lstStyle>
            <a:lvl1pPr>
              <a:defRPr sz="8624" spc="-98" baseline="0">
                <a:gradFill>
                  <a:gsLst>
                    <a:gs pos="87586">
                      <a:srgbClr val="FFFFFF"/>
                    </a:gs>
                    <a:gs pos="52000">
                      <a:srgbClr val="FFFFFF"/>
                    </a:gs>
                  </a:gsLst>
                  <a:lin ang="5400000" scaled="0"/>
                </a:gradFill>
              </a:defRPr>
            </a:lvl1pPr>
          </a:lstStyle>
          <a:p>
            <a:r>
              <a:rPr lang="en-US" dirty="0" smtClean="0"/>
              <a:t>Section title</a:t>
            </a:r>
            <a:endParaRPr lang="en-US" dirty="0"/>
          </a:p>
        </p:txBody>
      </p:sp>
    </p:spTree>
    <p:extLst>
      <p:ext uri="{BB962C8B-B14F-4D97-AF65-F5344CB8AC3E}">
        <p14:creationId xmlns:p14="http://schemas.microsoft.com/office/powerpoint/2010/main" val="3978799618"/>
      </p:ext>
    </p:extLst>
  </p:cSld>
  <p:clrMapOvr>
    <a:masterClrMapping/>
  </p:clrMapOvr>
  <p:transition>
    <p:fade/>
  </p:transition>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3"/>
            <a:ext cx="11653523" cy="1796217"/>
          </a:xfrm>
          <a:noFill/>
        </p:spPr>
        <p:txBody>
          <a:bodyPr tIns="91440" bIns="91440" anchor="t" anchorCtr="0"/>
          <a:lstStyle>
            <a:lvl1pPr algn="l" defTabSz="914004" rtl="0" eaLnBrk="1" latinLnBrk="0" hangingPunct="1">
              <a:lnSpc>
                <a:spcPct val="90000"/>
              </a:lnSpc>
              <a:spcBef>
                <a:spcPct val="0"/>
              </a:spcBef>
              <a:buNone/>
              <a:defRPr lang="en-US" sz="8624" b="0" kern="1200" cap="none" spc="-98" baseline="0" dirty="0">
                <a:ln w="3175">
                  <a:noFill/>
                </a:ln>
                <a:gradFill>
                  <a:gsLst>
                    <a:gs pos="84828">
                      <a:srgbClr val="FFFFFF"/>
                    </a:gs>
                    <a:gs pos="59000">
                      <a:srgbClr val="FFFFFF"/>
                    </a:gs>
                  </a:gsLst>
                  <a:lin ang="5400000" scaled="0"/>
                </a:gradFill>
                <a:effectLst/>
                <a:latin typeface="+mj-lt"/>
                <a:ea typeface="+mn-ea"/>
                <a:cs typeface="Segoe UI" pitchFamily="34" charset="0"/>
              </a:defRPr>
            </a:lvl1pPr>
          </a:lstStyle>
          <a:p>
            <a:r>
              <a:rPr lang="en-US" dirty="0" smtClean="0"/>
              <a:t>Section title</a:t>
            </a:r>
            <a:endParaRPr lang="en-US" dirty="0"/>
          </a:p>
        </p:txBody>
      </p:sp>
    </p:spTree>
    <p:extLst>
      <p:ext uri="{BB962C8B-B14F-4D97-AF65-F5344CB8AC3E}">
        <p14:creationId xmlns:p14="http://schemas.microsoft.com/office/powerpoint/2010/main" val="1582437498"/>
      </p:ext>
    </p:extLst>
  </p:cSld>
  <p:clrMapOvr>
    <a:masterClrMapping/>
  </p:clrMapOvr>
  <p:transition>
    <p:fade/>
  </p:transition>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ection Title Accent Color 3">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3"/>
            <a:ext cx="11653523" cy="1796217"/>
          </a:xfrm>
          <a:noFill/>
        </p:spPr>
        <p:txBody>
          <a:bodyPr tIns="91440" bIns="91440" anchor="t" anchorCtr="0"/>
          <a:lstStyle>
            <a:lvl1pPr algn="l" defTabSz="914004" rtl="0" eaLnBrk="1" latinLnBrk="0" hangingPunct="1">
              <a:lnSpc>
                <a:spcPct val="90000"/>
              </a:lnSpc>
              <a:spcBef>
                <a:spcPct val="0"/>
              </a:spcBef>
              <a:buNone/>
              <a:defRPr lang="en-US" sz="8624" b="0" kern="1200" cap="none" spc="-98" baseline="0" dirty="0">
                <a:ln w="3175">
                  <a:noFill/>
                </a:ln>
                <a:gradFill>
                  <a:gsLst>
                    <a:gs pos="83448">
                      <a:schemeClr val="tx1"/>
                    </a:gs>
                    <a:gs pos="53000">
                      <a:schemeClr val="tx1"/>
                    </a:gs>
                  </a:gsLst>
                  <a:lin ang="5400000" scaled="0"/>
                </a:gradFill>
                <a:effectLst/>
                <a:latin typeface="+mj-lt"/>
                <a:ea typeface="+mn-ea"/>
                <a:cs typeface="Segoe UI" pitchFamily="34" charset="0"/>
              </a:defRPr>
            </a:lvl1pPr>
          </a:lstStyle>
          <a:p>
            <a:r>
              <a:rPr lang="en-US" dirty="0" smtClean="0"/>
              <a:t>Section title</a:t>
            </a:r>
            <a:endParaRPr lang="en-US" dirty="0"/>
          </a:p>
        </p:txBody>
      </p:sp>
    </p:spTree>
    <p:extLst>
      <p:ext uri="{BB962C8B-B14F-4D97-AF65-F5344CB8AC3E}">
        <p14:creationId xmlns:p14="http://schemas.microsoft.com/office/powerpoint/2010/main" val="1544111211"/>
      </p:ext>
    </p:extLst>
  </p:cSld>
  <p:clrMapOvr>
    <a:masterClrMapping/>
  </p:clrMapOvr>
  <p:transition>
    <p:fade/>
  </p:transition>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1"/>
          </p:nvPr>
        </p:nvSpPr>
        <p:spPr>
          <a:xfrm>
            <a:off x="269241" y="1189177"/>
            <a:ext cx="11655840" cy="2018835"/>
          </a:xfrm>
        </p:spPr>
        <p:txBody>
          <a:bodyPr/>
          <a:lstStyle>
            <a:lvl1pPr marL="0" indent="0">
              <a:buNone/>
              <a:defRPr/>
            </a:lvl1pPr>
            <a:lvl2pPr marL="28000" indent="0">
              <a:buNone/>
              <a:defRPr sz="1960"/>
            </a:lvl2pPr>
            <a:lvl3pPr marL="219342" indent="0">
              <a:buNone/>
              <a:defRPr sz="1960"/>
            </a:lvl3pPr>
            <a:lvl4pPr marL="466684" indent="0">
              <a:buNone/>
              <a:defRPr sz="1764"/>
            </a:lvl4pPr>
            <a:lvl5pPr marL="724914" indent="0">
              <a:buNone/>
              <a:defRPr sz="1764"/>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952868944"/>
      </p:ext>
    </p:extLst>
  </p:cSld>
  <p:clrMapOvr>
    <a:masterClrMapping/>
  </p:clrMapOvr>
  <p:transition>
    <p:fade/>
  </p:transition>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1"/>
          </p:nvPr>
        </p:nvSpPr>
        <p:spPr>
          <a:xfrm>
            <a:off x="269241" y="1189177"/>
            <a:ext cx="11655840" cy="2018835"/>
          </a:xfrm>
        </p:spPr>
        <p:txBody>
          <a:bodyPr/>
          <a:lstStyle>
            <a:lvl1pPr marL="0" indent="0">
              <a:buNone/>
              <a:defRPr>
                <a:gradFill>
                  <a:gsLst>
                    <a:gs pos="2920">
                      <a:schemeClr val="tx1"/>
                    </a:gs>
                    <a:gs pos="100000">
                      <a:schemeClr val="tx1"/>
                    </a:gs>
                  </a:gsLst>
                  <a:lin ang="5400000" scaled="0"/>
                </a:gradFill>
              </a:defRPr>
            </a:lvl1pPr>
            <a:lvl2pPr marL="28000" indent="0">
              <a:buNone/>
              <a:defRPr sz="1960"/>
            </a:lvl2pPr>
            <a:lvl3pPr marL="219342" indent="0">
              <a:buNone/>
              <a:defRPr sz="1960"/>
            </a:lvl3pPr>
            <a:lvl4pPr marL="466684" indent="0">
              <a:buNone/>
              <a:defRPr sz="1764"/>
            </a:lvl4pPr>
            <a:lvl5pPr marL="724914" indent="0">
              <a:buNone/>
              <a:defRPr sz="1764"/>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60628377"/>
      </p:ext>
    </p:extLst>
  </p:cSld>
  <p:clrMapOvr>
    <a:masterClrMapping/>
  </p:clrMapOvr>
  <p:transition>
    <p:fade/>
  </p:transition>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2184808"/>
          </a:xfrm>
        </p:spPr>
        <p:txBody>
          <a:bodyPr>
            <a:spAutoFit/>
          </a:bodyPr>
          <a:lstStyle>
            <a:lvl3pPr>
              <a:defRPr sz="2352"/>
            </a:lvl3pPr>
            <a:lvl4pPr>
              <a:defRPr sz="1960"/>
            </a:lvl4pPr>
            <a:lvl5pPr>
              <a:defRPr sz="196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015870451"/>
      </p:ext>
    </p:extLst>
  </p:cSld>
  <p:clrMapOvr>
    <a:masterClrMapping/>
  </p:clrMapOvr>
  <p:transition>
    <p:fade/>
  </p:transition>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2-color bulleted">
    <p:bg>
      <p:bgPr>
        <a:solidFill>
          <a:schemeClr val="bg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2184808"/>
          </a:xfrm>
        </p:spPr>
        <p:txBody>
          <a:bodyPr>
            <a:spAutoFit/>
          </a:bodyPr>
          <a:lstStyle>
            <a:lvl1pPr>
              <a:buClr>
                <a:schemeClr val="tx2"/>
              </a:buClr>
              <a:defRPr>
                <a:gradFill>
                  <a:gsLst>
                    <a:gs pos="0">
                      <a:schemeClr val="tx1"/>
                    </a:gs>
                    <a:gs pos="100000">
                      <a:schemeClr val="tx1"/>
                    </a:gs>
                  </a:gsLst>
                  <a:lin ang="5400000" scaled="0"/>
                </a:gradFill>
              </a:defRPr>
            </a:lvl1pPr>
            <a:lvl3pPr>
              <a:defRPr sz="2352"/>
            </a:lvl3pPr>
            <a:lvl4pPr>
              <a:defRPr sz="1960"/>
            </a:lvl4pPr>
            <a:lvl5pPr>
              <a:defRPr sz="196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197249699"/>
      </p:ext>
    </p:extLst>
  </p:cSld>
  <p:clrMapOvr>
    <a:masterClrMapping/>
  </p:clrMapOvr>
  <p:transition>
    <p:fade/>
  </p:transition>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69242" y="1189177"/>
            <a:ext cx="5378548" cy="2489143"/>
          </a:xfrm>
        </p:spPr>
        <p:txBody>
          <a:bodyPr wrap="square">
            <a:spAutoFit/>
          </a:bodyPr>
          <a:lstStyle>
            <a:lvl1pPr marL="0" indent="0">
              <a:spcBef>
                <a:spcPts val="1200"/>
              </a:spcBef>
              <a:buClr>
                <a:schemeClr val="tx1"/>
              </a:buClr>
              <a:buFont typeface="Wingdings" pitchFamily="2" charset="2"/>
              <a:buNone/>
              <a:defRPr sz="3527"/>
            </a:lvl1pPr>
            <a:lvl2pPr marL="0" indent="0">
              <a:buNone/>
              <a:defRPr sz="1960"/>
            </a:lvl2pPr>
            <a:lvl3pPr marL="227120" indent="0">
              <a:buNone/>
              <a:tabLst/>
              <a:defRPr sz="1960"/>
            </a:lvl3pPr>
            <a:lvl4pPr marL="451127" indent="0">
              <a:buNone/>
              <a:defRPr/>
            </a:lvl4pPr>
            <a:lvl5pPr marL="672024"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544215" y="1189177"/>
            <a:ext cx="5378548" cy="2489143"/>
          </a:xfrm>
        </p:spPr>
        <p:txBody>
          <a:bodyPr wrap="square">
            <a:spAutoFit/>
          </a:bodyPr>
          <a:lstStyle>
            <a:lvl1pPr marL="0" indent="0">
              <a:spcBef>
                <a:spcPts val="1200"/>
              </a:spcBef>
              <a:buClr>
                <a:schemeClr val="tx1"/>
              </a:buClr>
              <a:buFont typeface="Wingdings" pitchFamily="2" charset="2"/>
              <a:buNone/>
              <a:defRPr sz="3527"/>
            </a:lvl1pPr>
            <a:lvl2pPr marL="0" indent="0">
              <a:buNone/>
              <a:defRPr sz="1960"/>
            </a:lvl2pPr>
            <a:lvl3pPr marL="227120" indent="0">
              <a:buNone/>
              <a:tabLst/>
              <a:defRPr sz="1960"/>
            </a:lvl3pPr>
            <a:lvl4pPr marL="451127" indent="0">
              <a:buNone/>
              <a:defRPr/>
            </a:lvl4pPr>
            <a:lvl5pPr marL="672024"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71361060"/>
      </p:ext>
    </p:extLst>
  </p:cSld>
  <p:clrMapOvr>
    <a:masterClrMapping/>
  </p:clrMapOvr>
  <p:transition>
    <p:fade/>
  </p:transition>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wo Column 2-color Non-bulleted tex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69242" y="1189177"/>
            <a:ext cx="5378548" cy="2486578"/>
          </a:xfrm>
        </p:spPr>
        <p:txBody>
          <a:bodyPr wrap="square">
            <a:spAutoFit/>
          </a:bodyPr>
          <a:lstStyle>
            <a:lvl1pPr marL="0" indent="0">
              <a:spcBef>
                <a:spcPts val="1200"/>
              </a:spcBef>
              <a:buClr>
                <a:schemeClr val="tx1"/>
              </a:buClr>
              <a:buFont typeface="Wingdings" pitchFamily="2" charset="2"/>
              <a:buNone/>
              <a:defRPr sz="3527">
                <a:solidFill>
                  <a:schemeClr val="tx1"/>
                </a:solidFill>
              </a:defRPr>
            </a:lvl1pPr>
            <a:lvl2pPr marL="0" indent="0">
              <a:buNone/>
              <a:defRPr sz="1960"/>
            </a:lvl2pPr>
            <a:lvl3pPr marL="227120" indent="0">
              <a:buNone/>
              <a:tabLst/>
              <a:defRPr sz="1960"/>
            </a:lvl3pPr>
            <a:lvl4pPr marL="451127" indent="0">
              <a:buNone/>
              <a:defRPr/>
            </a:lvl4pPr>
            <a:lvl5pPr marL="672024"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544215" y="1189177"/>
            <a:ext cx="5378548" cy="2486578"/>
          </a:xfrm>
        </p:spPr>
        <p:txBody>
          <a:bodyPr wrap="square">
            <a:spAutoFit/>
          </a:bodyPr>
          <a:lstStyle>
            <a:lvl1pPr marL="0" indent="0">
              <a:spcBef>
                <a:spcPts val="1200"/>
              </a:spcBef>
              <a:buClr>
                <a:schemeClr val="tx1"/>
              </a:buClr>
              <a:buFont typeface="Wingdings" pitchFamily="2" charset="2"/>
              <a:buNone/>
              <a:defRPr sz="3527">
                <a:solidFill>
                  <a:schemeClr val="tx1"/>
                </a:solidFill>
              </a:defRPr>
            </a:lvl1pPr>
            <a:lvl2pPr marL="0" indent="0">
              <a:buNone/>
              <a:defRPr sz="1960"/>
            </a:lvl2pPr>
            <a:lvl3pPr marL="227120" indent="0">
              <a:buNone/>
              <a:tabLst/>
              <a:defRPr sz="1960"/>
            </a:lvl3pPr>
            <a:lvl4pPr marL="451127" indent="0">
              <a:buNone/>
              <a:defRPr/>
            </a:lvl4pPr>
            <a:lvl5pPr marL="672024"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48339278"/>
      </p:ext>
    </p:extLst>
  </p:cSld>
  <p:clrMapOvr>
    <a:masterClrMapping/>
  </p:clrMapOvr>
  <p:transition>
    <p:fade/>
  </p:transition>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69242" y="1189177"/>
            <a:ext cx="5378548" cy="2552967"/>
          </a:xfrm>
        </p:spPr>
        <p:txBody>
          <a:bodyPr wrap="square">
            <a:spAutoFit/>
          </a:bodyPr>
          <a:lstStyle>
            <a:lvl1pPr marL="281566" indent="-281566">
              <a:spcBef>
                <a:spcPts val="1200"/>
              </a:spcBef>
              <a:buClr>
                <a:schemeClr val="tx1"/>
              </a:buClr>
              <a:buFontTx/>
              <a:buBlip>
                <a:blip r:embed="rId2"/>
              </a:buBlip>
              <a:defRPr sz="3527"/>
            </a:lvl1pPr>
            <a:lvl2pPr marL="520496" indent="-228510">
              <a:defRPr sz="2352"/>
            </a:lvl2pPr>
            <a:lvl3pPr marL="685532" indent="-165035">
              <a:tabLst/>
              <a:defRPr sz="1960"/>
            </a:lvl3pPr>
            <a:lvl4pPr marL="863261" indent="-177731">
              <a:defRPr/>
            </a:lvl4pPr>
            <a:lvl5pPr marL="1028296" indent="-165035">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544215" y="1189177"/>
            <a:ext cx="5378548" cy="2552967"/>
          </a:xfrm>
        </p:spPr>
        <p:txBody>
          <a:bodyPr wrap="square">
            <a:spAutoFit/>
          </a:bodyPr>
          <a:lstStyle>
            <a:lvl1pPr marL="281566" indent="-281566">
              <a:spcBef>
                <a:spcPts val="1200"/>
              </a:spcBef>
              <a:buClr>
                <a:schemeClr val="tx1"/>
              </a:buClr>
              <a:buFontTx/>
              <a:buBlip>
                <a:blip r:embed="rId2"/>
              </a:buBlip>
              <a:defRPr sz="3527"/>
            </a:lvl1pPr>
            <a:lvl2pPr marL="520496" indent="-228510">
              <a:defRPr sz="2352"/>
            </a:lvl2pPr>
            <a:lvl3pPr marL="685532" indent="-165035">
              <a:tabLst/>
              <a:defRPr sz="1960"/>
            </a:lvl3pPr>
            <a:lvl4pPr marL="863261" indent="-177731">
              <a:defRPr/>
            </a:lvl4pPr>
            <a:lvl5pPr marL="1028296" indent="-165035">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531006775"/>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wo Column 2-color Bullet tex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69242" y="1189177"/>
            <a:ext cx="5378548" cy="2552967"/>
          </a:xfrm>
        </p:spPr>
        <p:txBody>
          <a:bodyPr wrap="square">
            <a:spAutoFit/>
          </a:bodyPr>
          <a:lstStyle>
            <a:lvl1pPr marL="281566" indent="-281566">
              <a:spcBef>
                <a:spcPts val="1200"/>
              </a:spcBef>
              <a:buClr>
                <a:schemeClr val="tx2"/>
              </a:buClr>
              <a:buFontTx/>
              <a:buBlip>
                <a:blip r:embed="rId2"/>
              </a:buBlip>
              <a:defRPr sz="3527">
                <a:solidFill>
                  <a:schemeClr val="tx1"/>
                </a:solidFill>
              </a:defRPr>
            </a:lvl1pPr>
            <a:lvl2pPr marL="520496" indent="-228510">
              <a:defRPr sz="2352"/>
            </a:lvl2pPr>
            <a:lvl3pPr marL="685532" indent="-165035">
              <a:tabLst/>
              <a:defRPr sz="1960"/>
            </a:lvl3pPr>
            <a:lvl4pPr marL="863261" indent="-177731">
              <a:defRPr/>
            </a:lvl4pPr>
            <a:lvl5pPr marL="1028296" indent="-165035">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544215" y="1189177"/>
            <a:ext cx="5378548" cy="2552967"/>
          </a:xfrm>
        </p:spPr>
        <p:txBody>
          <a:bodyPr wrap="square">
            <a:spAutoFit/>
          </a:bodyPr>
          <a:lstStyle>
            <a:lvl1pPr marL="281566" indent="-281566">
              <a:spcBef>
                <a:spcPts val="1200"/>
              </a:spcBef>
              <a:buClr>
                <a:schemeClr val="tx2"/>
              </a:buClr>
              <a:buFontTx/>
              <a:buBlip>
                <a:blip r:embed="rId2"/>
              </a:buBlip>
              <a:defRPr sz="3527">
                <a:solidFill>
                  <a:schemeClr val="tx1"/>
                </a:solidFill>
              </a:defRPr>
            </a:lvl1pPr>
            <a:lvl2pPr marL="520496" indent="-228510">
              <a:defRPr sz="2352"/>
            </a:lvl2pPr>
            <a:lvl3pPr marL="685532" indent="-165035">
              <a:tabLst/>
              <a:defRPr sz="1960"/>
            </a:lvl3pPr>
            <a:lvl4pPr marL="863261" indent="-177731">
              <a:defRPr/>
            </a:lvl4pPr>
            <a:lvl5pPr marL="1028296" indent="-165035">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18623414"/>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140358424"/>
      </p:ext>
    </p:extLst>
  </p:cSld>
  <p:clrMapOvr>
    <a:masterClrMapping/>
  </p:clrMapOvr>
  <p:transition>
    <p:fade/>
  </p:transition>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ig Idea Layout">
    <p:spTree>
      <p:nvGrpSpPr>
        <p:cNvPr id="1" name=""/>
        <p:cNvGrpSpPr/>
        <p:nvPr/>
      </p:nvGrpSpPr>
      <p:grpSpPr>
        <a:xfrm>
          <a:off x="0" y="0"/>
          <a:ext cx="0" cy="0"/>
          <a:chOff x="0" y="0"/>
          <a:chExt cx="0" cy="0"/>
        </a:xfrm>
      </p:grpSpPr>
      <p:sp>
        <p:nvSpPr>
          <p:cNvPr id="2" name="Title 1"/>
          <p:cNvSpPr>
            <a:spLocks noGrp="1"/>
          </p:cNvSpPr>
          <p:nvPr>
            <p:ph type="title"/>
          </p:nvPr>
        </p:nvSpPr>
        <p:spPr>
          <a:xfrm>
            <a:off x="277022" y="1187622"/>
            <a:ext cx="11655840" cy="899665"/>
          </a:xfrm>
        </p:spPr>
        <p:txBody>
          <a:bodyPr/>
          <a:lstStyle>
            <a:lvl1pPr>
              <a:defRPr sz="7055" baseline="0"/>
            </a:lvl1pPr>
          </a:lstStyle>
          <a:p>
            <a:r>
              <a:rPr lang="en-US" smtClean="0"/>
              <a:t>Click to edit Master title style</a:t>
            </a:r>
            <a:endParaRPr lang="en-US" dirty="0"/>
          </a:p>
        </p:txBody>
      </p:sp>
    </p:spTree>
    <p:extLst>
      <p:ext uri="{BB962C8B-B14F-4D97-AF65-F5344CB8AC3E}">
        <p14:creationId xmlns:p14="http://schemas.microsoft.com/office/powerpoint/2010/main" val="3852627820"/>
      </p:ext>
    </p:extLst>
  </p:cSld>
  <p:clrMapOvr>
    <a:masterClrMapping/>
  </p:clrMapOvr>
  <p:transition>
    <p:fade/>
  </p:transition>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Fact Layout">
    <p:spTree>
      <p:nvGrpSpPr>
        <p:cNvPr id="1" name=""/>
        <p:cNvGrpSpPr/>
        <p:nvPr/>
      </p:nvGrpSpPr>
      <p:grpSpPr>
        <a:xfrm>
          <a:off x="0" y="0"/>
          <a:ext cx="0" cy="0"/>
          <a:chOff x="0" y="0"/>
          <a:chExt cx="0" cy="0"/>
        </a:xfrm>
      </p:grpSpPr>
      <p:sp>
        <p:nvSpPr>
          <p:cNvPr id="2" name="Title 1"/>
          <p:cNvSpPr>
            <a:spLocks noGrp="1"/>
          </p:cNvSpPr>
          <p:nvPr>
            <p:ph type="title"/>
          </p:nvPr>
        </p:nvSpPr>
        <p:spPr>
          <a:xfrm>
            <a:off x="2071685" y="2084173"/>
            <a:ext cx="8058229" cy="1793104"/>
          </a:xfrm>
        </p:spPr>
        <p:txBody>
          <a:bodyPr/>
          <a:lstStyle>
            <a:lvl1pPr>
              <a:defRPr sz="5880" baseline="0"/>
            </a:lvl1pPr>
          </a:lstStyle>
          <a:p>
            <a:r>
              <a:rPr lang="en-US" smtClean="0"/>
              <a:t>Click to edit Master title style</a:t>
            </a:r>
            <a:endParaRPr lang="en-US" dirty="0"/>
          </a:p>
        </p:txBody>
      </p:sp>
    </p:spTree>
    <p:extLst>
      <p:ext uri="{BB962C8B-B14F-4D97-AF65-F5344CB8AC3E}">
        <p14:creationId xmlns:p14="http://schemas.microsoft.com/office/powerpoint/2010/main" val="2721881866"/>
      </p:ext>
    </p:extLst>
  </p:cSld>
  <p:clrMapOvr>
    <a:masterClrMapping/>
  </p:clrMapOvr>
  <p:transition>
    <p:fade/>
  </p:transition>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Fact Layout_Accent Color 1">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071685" y="2084173"/>
            <a:ext cx="8058229" cy="1793104"/>
          </a:xfrm>
        </p:spPr>
        <p:txBody>
          <a:bodyPr/>
          <a:lstStyle>
            <a:lvl1pPr>
              <a:defRPr sz="5880" baseline="0"/>
            </a:lvl1pPr>
          </a:lstStyle>
          <a:p>
            <a:r>
              <a:rPr lang="en-US" smtClean="0"/>
              <a:t>Click to edit Master title style</a:t>
            </a:r>
            <a:endParaRPr lang="en-US" dirty="0"/>
          </a:p>
        </p:txBody>
      </p:sp>
    </p:spTree>
    <p:extLst>
      <p:ext uri="{BB962C8B-B14F-4D97-AF65-F5344CB8AC3E}">
        <p14:creationId xmlns:p14="http://schemas.microsoft.com/office/powerpoint/2010/main" val="521042179"/>
      </p:ext>
    </p:extLst>
  </p:cSld>
  <p:clrMapOvr>
    <a:masterClrMapping/>
  </p:clrMapOvr>
  <p:transition>
    <p:fade/>
  </p:transition>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Quote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1165665" y="1178350"/>
            <a:ext cx="9860672" cy="899665"/>
          </a:xfrm>
        </p:spPr>
        <p:txBody>
          <a:bodyPr/>
          <a:lstStyle>
            <a:lvl1pPr marL="228676" indent="-228676">
              <a:defRPr sz="5880" baseline="0"/>
            </a:lvl1pPr>
          </a:lstStyle>
          <a:p>
            <a:r>
              <a:rPr lang="en-US" dirty="0" smtClean="0"/>
              <a:t>“Sample quote goes here. Design is easier than it looks, and more important than it seems.”</a:t>
            </a:r>
            <a:endParaRPr lang="en-US" dirty="0"/>
          </a:p>
        </p:txBody>
      </p:sp>
      <p:sp>
        <p:nvSpPr>
          <p:cNvPr id="4" name="Text Placeholder 3"/>
          <p:cNvSpPr>
            <a:spLocks noGrp="1"/>
          </p:cNvSpPr>
          <p:nvPr>
            <p:ph type="body" sz="quarter" idx="10" hasCustomPrompt="1"/>
          </p:nvPr>
        </p:nvSpPr>
        <p:spPr>
          <a:xfrm>
            <a:off x="5647788" y="5025984"/>
            <a:ext cx="5378549" cy="1050156"/>
          </a:xfrm>
        </p:spPr>
        <p:txBody>
          <a:bodyPr/>
          <a:lstStyle>
            <a:lvl1pPr marL="0" indent="0">
              <a:spcBef>
                <a:spcPts val="0"/>
              </a:spcBef>
              <a:buNone/>
              <a:defRPr sz="3135" baseline="0">
                <a:latin typeface="+mj-lt"/>
              </a:defRPr>
            </a:lvl1pPr>
          </a:lstStyle>
          <a:p>
            <a:pPr lvl="0"/>
            <a:r>
              <a:rPr lang="en-US" dirty="0" smtClean="0"/>
              <a:t>Author Name</a:t>
            </a:r>
          </a:p>
          <a:p>
            <a:pPr lvl="0"/>
            <a:r>
              <a:rPr lang="en-US" dirty="0" smtClean="0"/>
              <a:t>Title</a:t>
            </a:r>
          </a:p>
        </p:txBody>
      </p:sp>
    </p:spTree>
    <p:extLst>
      <p:ext uri="{BB962C8B-B14F-4D97-AF65-F5344CB8AC3E}">
        <p14:creationId xmlns:p14="http://schemas.microsoft.com/office/powerpoint/2010/main" val="1877681606"/>
      </p:ext>
    </p:extLst>
  </p:cSld>
  <p:clrMapOvr>
    <a:masterClrMapping/>
  </p:clrMapOvr>
  <p:transition>
    <p:fade/>
  </p:transition>
  <p:timing>
    <p:tnLst>
      <p:par>
        <p:cTn id="1" dur="indefinite" restart="never" nodeType="tmRoot"/>
      </p:par>
    </p:tn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Quote Layout_Accent Color 2">
    <p:bg>
      <p:bgPr>
        <a:solidFill>
          <a:schemeClr val="bg2"/>
        </a:solidFill>
        <a:effectLst/>
      </p:bgPr>
    </p:bg>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1165665" y="2084174"/>
            <a:ext cx="9860672" cy="899665"/>
          </a:xfrm>
        </p:spPr>
        <p:txBody>
          <a:bodyPr/>
          <a:lstStyle>
            <a:lvl1pPr marL="276898" indent="-276898">
              <a:tabLst>
                <a:tab pos="276898" algn="l"/>
              </a:tabLst>
              <a:defRPr sz="5880" baseline="0"/>
            </a:lvl1pPr>
          </a:lstStyle>
          <a:p>
            <a:r>
              <a:rPr lang="en-US" dirty="0" smtClean="0"/>
              <a:t>“	Add a quote here. Design is easier than it looks, and more important than it seems.”</a:t>
            </a:r>
            <a:endParaRPr lang="en-US" dirty="0"/>
          </a:p>
        </p:txBody>
      </p:sp>
      <p:sp>
        <p:nvSpPr>
          <p:cNvPr id="4" name="Text Placeholder 3"/>
          <p:cNvSpPr>
            <a:spLocks noGrp="1"/>
          </p:cNvSpPr>
          <p:nvPr>
            <p:ph type="body" sz="quarter" idx="10" hasCustomPrompt="1"/>
          </p:nvPr>
        </p:nvSpPr>
        <p:spPr>
          <a:xfrm>
            <a:off x="5647788" y="4773813"/>
            <a:ext cx="5378549" cy="1050156"/>
          </a:xfrm>
        </p:spPr>
        <p:txBody>
          <a:bodyPr/>
          <a:lstStyle>
            <a:lvl1pPr marL="0" indent="0">
              <a:spcBef>
                <a:spcPts val="0"/>
              </a:spcBef>
              <a:buNone/>
              <a:defRPr sz="3135" baseline="0">
                <a:latin typeface="+mj-lt"/>
              </a:defRPr>
            </a:lvl1pPr>
          </a:lstStyle>
          <a:p>
            <a:pPr lvl="0"/>
            <a:r>
              <a:rPr lang="en-US" dirty="0" smtClean="0"/>
              <a:t>Author’s Name</a:t>
            </a:r>
          </a:p>
          <a:p>
            <a:pPr lvl="0"/>
            <a:r>
              <a:rPr lang="en-US" dirty="0" smtClean="0"/>
              <a:t>Title</a:t>
            </a:r>
          </a:p>
        </p:txBody>
      </p:sp>
    </p:spTree>
    <p:extLst>
      <p:ext uri="{BB962C8B-B14F-4D97-AF65-F5344CB8AC3E}">
        <p14:creationId xmlns:p14="http://schemas.microsoft.com/office/powerpoint/2010/main" val="3563769166"/>
      </p:ext>
    </p:extLst>
  </p:cSld>
  <p:clrMapOvr>
    <a:masterClrMapping/>
  </p:clrMapOvr>
  <p:transition>
    <p:fade/>
  </p:transition>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Big Idea &amp; 3 Points">
    <p:bg>
      <p:bgPr>
        <a:solidFill>
          <a:schemeClr val="bg2"/>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277021" y="2383024"/>
            <a:ext cx="11653523" cy="914360"/>
          </a:xfrm>
        </p:spPr>
        <p:txBody>
          <a:bodyPr/>
          <a:lstStyle>
            <a:lvl1pPr marL="0" indent="0">
              <a:buNone/>
              <a:defRPr sz="5292">
                <a:gradFill>
                  <a:gsLst>
                    <a:gs pos="3333">
                      <a:schemeClr val="tx1"/>
                    </a:gs>
                    <a:gs pos="39000">
                      <a:schemeClr val="tx1"/>
                    </a:gs>
                  </a:gsLst>
                  <a:lin ang="5400000" scaled="0"/>
                </a:gradFill>
              </a:defRPr>
            </a:lvl1pPr>
            <a:lvl2pPr marL="0" indent="0">
              <a:buFontTx/>
              <a:buNone/>
              <a:defRPr sz="1960"/>
            </a:lvl2pPr>
            <a:lvl3pPr marL="224008" indent="0">
              <a:buNone/>
              <a:defRPr/>
            </a:lvl3pPr>
            <a:lvl4pPr marL="448016" indent="0">
              <a:buNone/>
              <a:defRPr/>
            </a:lvl4pPr>
            <a:lvl5pPr marL="672024" indent="0">
              <a:buNone/>
              <a:defRPr/>
            </a:lvl5pPr>
          </a:lstStyle>
          <a:p>
            <a:pPr lvl="0"/>
            <a:r>
              <a:rPr lang="en-US" smtClean="0"/>
              <a:t>Click to edit Master text styles</a:t>
            </a:r>
          </a:p>
        </p:txBody>
      </p:sp>
      <p:sp>
        <p:nvSpPr>
          <p:cNvPr id="4" name="Title 1"/>
          <p:cNvSpPr>
            <a:spLocks noGrp="1"/>
          </p:cNvSpPr>
          <p:nvPr>
            <p:ph type="title"/>
          </p:nvPr>
        </p:nvSpPr>
        <p:spPr>
          <a:xfrm>
            <a:off x="277022" y="1187622"/>
            <a:ext cx="11655840" cy="899665"/>
          </a:xfrm>
        </p:spPr>
        <p:txBody>
          <a:bodyPr/>
          <a:lstStyle>
            <a:lvl1pPr>
              <a:defRPr sz="7055" baseline="0">
                <a:gradFill>
                  <a:gsLst>
                    <a:gs pos="1250">
                      <a:schemeClr val="tx1"/>
                    </a:gs>
                    <a:gs pos="100000">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2023989476"/>
      </p:ext>
    </p:extLst>
  </p:cSld>
  <p:clrMapOvr>
    <a:masterClrMapping/>
  </p:clrMapOvr>
  <p:transition>
    <p:fade/>
  </p:transition>
  <p:timing>
    <p:tnLst>
      <p:par>
        <p:cTn id="1" dur="indefinite" restart="never" nodeType="tmRoot"/>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_50-50 Right Photo Layout_02">
    <p:bg bwMode="auto">
      <p:bgPr>
        <a:solidFill>
          <a:schemeClr val="bg2"/>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9996" y="440492"/>
            <a:ext cx="2871471" cy="1318654"/>
          </a:xfrm>
          <a:prstGeom prst="rect">
            <a:avLst/>
          </a:prstGeom>
        </p:spPr>
      </p:pic>
      <p:sp>
        <p:nvSpPr>
          <p:cNvPr id="4" name="Title 1"/>
          <p:cNvSpPr>
            <a:spLocks noGrp="1"/>
          </p:cNvSpPr>
          <p:nvPr>
            <p:ph type="title" hasCustomPrompt="1"/>
          </p:nvPr>
        </p:nvSpPr>
        <p:spPr bwMode="invGray">
          <a:xfrm>
            <a:off x="269240" y="2095971"/>
            <a:ext cx="5378549" cy="2677859"/>
          </a:xfrm>
          <a:noFill/>
        </p:spPr>
        <p:txBody>
          <a:bodyPr vert="horz" wrap="square" lIns="146304" tIns="91440" rIns="146304" bIns="91440" rtlCol="0" anchor="t" anchorCtr="0">
            <a:noAutofit/>
          </a:bodyPr>
          <a:lstStyle>
            <a:lvl1pPr>
              <a:defRPr lang="en-US" sz="5880" spc="-98" baseline="0" dirty="0">
                <a:gradFill>
                  <a:gsLst>
                    <a:gs pos="5833">
                      <a:srgbClr val="FFFFFF"/>
                    </a:gs>
                    <a:gs pos="18000">
                      <a:srgbClr val="FFFFFF"/>
                    </a:gs>
                  </a:gsLst>
                  <a:lin ang="5400000" scaled="0"/>
                </a:gradFill>
              </a:defRPr>
            </a:lvl1pPr>
          </a:lstStyle>
          <a:p>
            <a:pPr lvl="0"/>
            <a:r>
              <a:rPr lang="en-US" dirty="0" smtClean="0"/>
              <a:t>Section title</a:t>
            </a:r>
            <a:endParaRPr lang="en-US" dirty="0"/>
          </a:p>
        </p:txBody>
      </p:sp>
      <p:sp>
        <p:nvSpPr>
          <p:cNvPr id="6" name="Text Placeholder 2"/>
          <p:cNvSpPr>
            <a:spLocks noGrp="1"/>
          </p:cNvSpPr>
          <p:nvPr>
            <p:ph type="body" sz="quarter" idx="14" hasCustomPrompt="1"/>
          </p:nvPr>
        </p:nvSpPr>
        <p:spPr bwMode="invGray">
          <a:xfrm>
            <a:off x="270841" y="4773830"/>
            <a:ext cx="5377215" cy="896551"/>
          </a:xfrm>
        </p:spPr>
        <p:txBody>
          <a:bodyPr tIns="109728" bIns="109728">
            <a:noAutofit/>
          </a:bodyPr>
          <a:lstStyle>
            <a:lvl1pPr marL="0" indent="0">
              <a:spcBef>
                <a:spcPts val="0"/>
              </a:spcBef>
              <a:buNone/>
              <a:defRPr sz="3135">
                <a:gradFill>
                  <a:gsLst>
                    <a:gs pos="1250">
                      <a:srgbClr val="FFFFFF"/>
                    </a:gs>
                    <a:gs pos="99000">
                      <a:srgbClr val="FFFFFF"/>
                    </a:gs>
                  </a:gsLst>
                  <a:lin ang="5400000" scaled="0"/>
                </a:gradFill>
              </a:defRPr>
            </a:lvl1pPr>
          </a:lstStyle>
          <a:p>
            <a:pPr lvl="0"/>
            <a:r>
              <a:rPr lang="en-US" dirty="0" smtClean="0"/>
              <a:t>Speaker Name</a:t>
            </a:r>
            <a:endParaRPr lang="en-US" dirty="0"/>
          </a:p>
        </p:txBody>
      </p:sp>
      <p:pic>
        <p:nvPicPr>
          <p:cNvPr id="10" name="MS logo white"/>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invGray">
          <a:xfrm>
            <a:off x="448214" y="6061767"/>
            <a:ext cx="1522404" cy="326167"/>
          </a:xfrm>
          <a:prstGeom prst="rect">
            <a:avLst/>
          </a:prstGeom>
        </p:spPr>
      </p:pic>
      <p:pic>
        <p:nvPicPr>
          <p:cNvPr id="8" name="Picture Placeholder 4"/>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6170702" y="0"/>
            <a:ext cx="6050868" cy="6858000"/>
          </a:xfrm>
          <a:prstGeom prst="rect">
            <a:avLst/>
          </a:prstGeom>
        </p:spPr>
      </p:pic>
      <p:pic>
        <p:nvPicPr>
          <p:cNvPr id="9" name="Picture Placeholder 4"/>
          <p:cNvPicPr>
            <a:picLocks noChangeAspect="1"/>
          </p:cNvPicPr>
          <p:nvPr userDrawn="1"/>
        </p:nvPicPr>
        <p:blipFill rotWithShape="1">
          <a:blip r:embed="rId5" cstate="screen">
            <a:extLst>
              <a:ext uri="{28A0092B-C50C-407E-A947-70E740481C1C}">
                <a14:useLocalDpi xmlns:a14="http://schemas.microsoft.com/office/drawing/2010/main"/>
              </a:ext>
            </a:extLst>
          </a:blip>
          <a:srcRect l="-503" b="-1"/>
          <a:stretch/>
        </p:blipFill>
        <p:spPr>
          <a:xfrm>
            <a:off x="6146999" y="-7783"/>
            <a:ext cx="6074570" cy="6873565"/>
          </a:xfrm>
          <a:prstGeom prst="rect">
            <a:avLst/>
          </a:prstGeom>
        </p:spPr>
      </p:pic>
    </p:spTree>
    <p:extLst>
      <p:ext uri="{BB962C8B-B14F-4D97-AF65-F5344CB8AC3E}">
        <p14:creationId xmlns:p14="http://schemas.microsoft.com/office/powerpoint/2010/main" val="3817964958"/>
      </p:ext>
    </p:extLst>
  </p:cSld>
  <p:clrMapOvr>
    <a:masterClrMapping/>
  </p:clrMapOvr>
  <p:transition>
    <p:fade/>
  </p:transition>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50-50 Right Photo Layout_03">
    <p:bg bwMode="auto">
      <p:bgPr>
        <a:solidFill>
          <a:schemeClr val="bg2"/>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9996" y="440492"/>
            <a:ext cx="2871471" cy="1318654"/>
          </a:xfrm>
          <a:prstGeom prst="rect">
            <a:avLst/>
          </a:prstGeom>
        </p:spPr>
      </p:pic>
      <p:sp>
        <p:nvSpPr>
          <p:cNvPr id="4" name="Title 1"/>
          <p:cNvSpPr>
            <a:spLocks noGrp="1"/>
          </p:cNvSpPr>
          <p:nvPr>
            <p:ph type="title" hasCustomPrompt="1"/>
          </p:nvPr>
        </p:nvSpPr>
        <p:spPr bwMode="invGray">
          <a:xfrm>
            <a:off x="269240" y="2095971"/>
            <a:ext cx="5378549" cy="2677859"/>
          </a:xfrm>
          <a:noFill/>
        </p:spPr>
        <p:txBody>
          <a:bodyPr vert="horz" wrap="square" lIns="146304" tIns="91440" rIns="146304" bIns="91440" rtlCol="0" anchor="t" anchorCtr="0">
            <a:noAutofit/>
          </a:bodyPr>
          <a:lstStyle>
            <a:lvl1pPr>
              <a:defRPr lang="en-US" sz="5880" spc="-98" baseline="0" dirty="0">
                <a:gradFill>
                  <a:gsLst>
                    <a:gs pos="5833">
                      <a:srgbClr val="FFFFFF"/>
                    </a:gs>
                    <a:gs pos="18000">
                      <a:srgbClr val="FFFFFF"/>
                    </a:gs>
                  </a:gsLst>
                  <a:lin ang="5400000" scaled="0"/>
                </a:gradFill>
              </a:defRPr>
            </a:lvl1pPr>
          </a:lstStyle>
          <a:p>
            <a:pPr lvl="0"/>
            <a:r>
              <a:rPr lang="en-US" dirty="0" smtClean="0"/>
              <a:t>Section title</a:t>
            </a:r>
            <a:endParaRPr lang="en-US" dirty="0"/>
          </a:p>
        </p:txBody>
      </p:sp>
      <p:sp>
        <p:nvSpPr>
          <p:cNvPr id="6" name="Text Placeholder 2"/>
          <p:cNvSpPr>
            <a:spLocks noGrp="1"/>
          </p:cNvSpPr>
          <p:nvPr>
            <p:ph type="body" sz="quarter" idx="14" hasCustomPrompt="1"/>
          </p:nvPr>
        </p:nvSpPr>
        <p:spPr bwMode="invGray">
          <a:xfrm>
            <a:off x="270841" y="4773830"/>
            <a:ext cx="5377215" cy="896551"/>
          </a:xfrm>
        </p:spPr>
        <p:txBody>
          <a:bodyPr tIns="109728" bIns="109728">
            <a:noAutofit/>
          </a:bodyPr>
          <a:lstStyle>
            <a:lvl1pPr marL="0" indent="0">
              <a:spcBef>
                <a:spcPts val="0"/>
              </a:spcBef>
              <a:buNone/>
              <a:defRPr sz="3135">
                <a:gradFill>
                  <a:gsLst>
                    <a:gs pos="1250">
                      <a:srgbClr val="FFFFFF"/>
                    </a:gs>
                    <a:gs pos="99000">
                      <a:srgbClr val="FFFFFF"/>
                    </a:gs>
                  </a:gsLst>
                  <a:lin ang="5400000" scaled="0"/>
                </a:gradFill>
              </a:defRPr>
            </a:lvl1pPr>
          </a:lstStyle>
          <a:p>
            <a:pPr lvl="0"/>
            <a:r>
              <a:rPr lang="en-US" dirty="0" smtClean="0"/>
              <a:t>Speaker Name</a:t>
            </a:r>
            <a:endParaRPr lang="en-US" dirty="0"/>
          </a:p>
        </p:txBody>
      </p:sp>
      <p:pic>
        <p:nvPicPr>
          <p:cNvPr id="10" name="MS logo white"/>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invGray">
          <a:xfrm>
            <a:off x="448214" y="6061767"/>
            <a:ext cx="1522404" cy="326167"/>
          </a:xfrm>
          <a:prstGeom prst="rect">
            <a:avLst/>
          </a:prstGeom>
        </p:spPr>
      </p:pic>
      <p:pic>
        <p:nvPicPr>
          <p:cNvPr id="8" name="Picture Placeholder 4"/>
          <p:cNvPicPr>
            <a:picLocks noChangeAspect="1"/>
          </p:cNvPicPr>
          <p:nvPr userDrawn="1"/>
        </p:nvPicPr>
        <p:blipFill rotWithShape="1">
          <a:blip r:embed="rId4" cstate="screen">
            <a:extLst>
              <a:ext uri="{28A0092B-C50C-407E-A947-70E740481C1C}">
                <a14:useLocalDpi xmlns:a14="http://schemas.microsoft.com/office/drawing/2010/main"/>
              </a:ext>
            </a:extLst>
          </a:blip>
          <a:srcRect b="-114"/>
          <a:stretch/>
        </p:blipFill>
        <p:spPr>
          <a:xfrm>
            <a:off x="6170702" y="2"/>
            <a:ext cx="6050868" cy="6857999"/>
          </a:xfrm>
          <a:prstGeom prst="rect">
            <a:avLst/>
          </a:prstGeom>
        </p:spPr>
      </p:pic>
    </p:spTree>
    <p:extLst>
      <p:ext uri="{BB962C8B-B14F-4D97-AF65-F5344CB8AC3E}">
        <p14:creationId xmlns:p14="http://schemas.microsoft.com/office/powerpoint/2010/main" val="3328520779"/>
      </p:ext>
    </p:extLst>
  </p:cSld>
  <p:clrMapOvr>
    <a:masterClrMapping/>
  </p:clrMapOvr>
  <p:transition>
    <p:fade/>
  </p:transition>
  <p:timing>
    <p:tnLst>
      <p:par>
        <p:cTn id="1" dur="indefinite" restart="never" nodeType="tmRoot"/>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5836785"/>
      </p:ext>
    </p:extLst>
  </p:cSld>
  <p:clrMapOvr>
    <a:masterClrMapping/>
  </p:clrMapOvr>
  <p:transition>
    <p:fade/>
  </p:transition>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5027859"/>
      </p:ext>
    </p:extLst>
  </p:cSld>
  <p:clrMapOvr>
    <a:masterClrMapping/>
  </p:clrMapOvr>
  <p:transition>
    <p:fade/>
  </p:transition>
  <p:timing>
    <p:tnLst>
      <p:par>
        <p:cTn id="1" dur="indefinite" restart="never" nodeType="tmRoot"/>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4511651"/>
      </p:ext>
    </p:extLst>
  </p:cSld>
  <p:clrMapOvr>
    <a:masterClrMapping/>
  </p:clrMapOvr>
  <p:transition>
    <p:fade/>
  </p:transition>
  <p:timing>
    <p:tnLst>
      <p:par>
        <p:cTn id="1" dur="indefinite" restart="never" nodeType="tmRoot"/>
      </p:par>
    </p:tn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lank Accent Color 3">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8757525"/>
      </p:ext>
    </p:extLst>
  </p:cSld>
  <p:clrMapOvr>
    <a:masterClrMapping/>
  </p:clrMapOvr>
  <p:transition>
    <p:fade/>
  </p:transition>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69239" y="1189178"/>
            <a:ext cx="11653523" cy="2396047"/>
          </a:xfrm>
          <a:prstGeom prst="rect">
            <a:avLst/>
          </a:prstGeom>
        </p:spPr>
        <p:txBody>
          <a:bodyPr/>
          <a:lstStyle>
            <a:lvl1pPr marL="284677" indent="-284677">
              <a:buClr>
                <a:schemeClr val="tx1"/>
              </a:buClr>
              <a:buSzPct val="90000"/>
              <a:buFont typeface="Wingdings" panose="05000000000000000000" pitchFamily="2" charset="2"/>
              <a:buChar char="§"/>
              <a:defRPr sz="3527">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60020" indent="-275343">
              <a:buClr>
                <a:schemeClr val="tx1"/>
              </a:buClr>
              <a:buSzPct val="90000"/>
              <a:buFont typeface="Wingdings" panose="05000000000000000000" pitchFamily="2" charset="2"/>
              <a:buChar char="§"/>
              <a:defRPr sz="3135">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44697" indent="-284677">
              <a:buClr>
                <a:schemeClr val="tx1"/>
              </a:buClr>
              <a:buSzPct val="90000"/>
              <a:buFont typeface="Wingdings" panose="05000000000000000000" pitchFamily="2" charset="2"/>
              <a:buChar char="§"/>
              <a:defRPr sz="2744">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68704" indent="-224008">
              <a:buClr>
                <a:schemeClr val="tx1"/>
              </a:buClr>
              <a:buSzPct val="90000"/>
              <a:buFont typeface="Wingdings" panose="05000000000000000000" pitchFamily="2" charset="2"/>
              <a:buChar char="§"/>
              <a:defRPr sz="2352">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292713" indent="-224008">
              <a:buClr>
                <a:schemeClr val="tx1"/>
              </a:buClr>
              <a:buSzPct val="90000"/>
              <a:buFont typeface="Wingdings" panose="05000000000000000000" pitchFamily="2" charset="2"/>
              <a:buChar char="§"/>
              <a:defRPr sz="196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238876"/>
            <a:ext cx="12192001" cy="619125"/>
          </a:xfrm>
          <a:prstGeom prst="rect">
            <a:avLst/>
          </a:prstGeom>
          <a:solidFill>
            <a:srgbClr val="FFFC9E"/>
          </a:solidFill>
        </p:spPr>
        <p:txBody>
          <a:bodyPr wrap="square" lIns="155457" tIns="77729" rIns="155457" bIns="77729" anchor="b" anchorCtr="0">
            <a:noAutofit/>
          </a:bodyPr>
          <a:lstStyle>
            <a:lvl1pPr algn="r">
              <a:buFont typeface="Arial" pitchFamily="34" charset="0"/>
              <a:buNone/>
              <a:defRPr sz="3625"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287270534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lack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69239" y="1189178"/>
            <a:ext cx="11653523" cy="2396047"/>
          </a:xfrm>
          <a:prstGeom prst="rect">
            <a:avLst/>
          </a:prstGeom>
        </p:spPr>
        <p:txBody>
          <a:bodyPr/>
          <a:lstStyle>
            <a:lvl1pPr marL="284677" indent="-284677">
              <a:buClr>
                <a:schemeClr val="tx1"/>
              </a:buClr>
              <a:buSzPct val="90000"/>
              <a:buFont typeface="Wingdings" panose="05000000000000000000" pitchFamily="2" charset="2"/>
              <a:buChar char="§"/>
              <a:defRPr sz="3527">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60020" indent="-275343">
              <a:buClr>
                <a:schemeClr val="tx1"/>
              </a:buClr>
              <a:buSzPct val="90000"/>
              <a:buFont typeface="Wingdings" panose="05000000000000000000" pitchFamily="2" charset="2"/>
              <a:buChar char="§"/>
              <a:defRPr sz="3135">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44697" indent="-284677">
              <a:buClr>
                <a:schemeClr val="tx1"/>
              </a:buClr>
              <a:buSzPct val="90000"/>
              <a:buFont typeface="Wingdings" panose="05000000000000000000" pitchFamily="2" charset="2"/>
              <a:buChar char="§"/>
              <a:defRPr sz="2744">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68704" indent="-224008">
              <a:buClr>
                <a:schemeClr val="tx1"/>
              </a:buClr>
              <a:buSzPct val="90000"/>
              <a:buFont typeface="Wingdings" panose="05000000000000000000" pitchFamily="2" charset="2"/>
              <a:buChar char="§"/>
              <a:defRPr sz="2352">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292713" indent="-224008">
              <a:buClr>
                <a:schemeClr val="tx1"/>
              </a:buClr>
              <a:buSzPct val="90000"/>
              <a:buFont typeface="Wingdings" panose="05000000000000000000" pitchFamily="2" charset="2"/>
              <a:buChar char="§"/>
              <a:defRPr sz="196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1681855165"/>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269239" y="1189177"/>
            <a:ext cx="11653523" cy="1985641"/>
          </a:xfrm>
        </p:spPr>
        <p:txBody>
          <a:bodyPr/>
          <a:lstStyle>
            <a:lvl1pPr marL="0" indent="0">
              <a:buNone/>
              <a:defRPr>
                <a:gradFill>
                  <a:gsLst>
                    <a:gs pos="1250">
                      <a:schemeClr val="tx1"/>
                    </a:gs>
                    <a:gs pos="99000">
                      <a:schemeClr val="tx1"/>
                    </a:gs>
                  </a:gsLst>
                  <a:lin ang="5400000" scaled="0"/>
                </a:gradFill>
              </a:defRPr>
            </a:lvl1pPr>
            <a:lvl2pPr marL="0" indent="0">
              <a:buFontTx/>
              <a:buNone/>
              <a:defRPr sz="1961"/>
            </a:lvl2pPr>
            <a:lvl3pPr marL="224079" indent="0">
              <a:buNone/>
              <a:defRPr/>
            </a:lvl3pPr>
            <a:lvl4pPr marL="448157" indent="0">
              <a:buNone/>
              <a:defRPr/>
            </a:lvl4pPr>
            <a:lvl5pPr marL="672236"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38340860"/>
      </p:ext>
    </p:extLst>
  </p:cSld>
  <p:clrMapOvr>
    <a:masterClrMapping/>
  </p:clrMapOvr>
  <p:transition>
    <p:fade/>
  </p:transition>
  <p:timing>
    <p:tnLst>
      <p:par>
        <p:cTn id="1" dur="indefinite" restart="never" nodeType="tmRoot"/>
      </p:par>
    </p:tnLst>
  </p:timing>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8"/>
            <a:ext cx="11653523" cy="2052030"/>
          </a:xfrm>
        </p:spPr>
        <p:txBody>
          <a:bodyPr>
            <a:spAutoFit/>
          </a:bodyPr>
          <a:lstStyle>
            <a:lvl1pPr>
              <a:defRPr sz="3921"/>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414657124"/>
      </p:ext>
    </p:extLst>
  </p:cSld>
  <p:clrMapOvr>
    <a:masterClrMapping/>
  </p:clrMapOvr>
  <p:transition>
    <p:fade/>
  </p:transition>
  <p:timing>
    <p:tnLst>
      <p:par>
        <p:cTn id="1" dur="indefinite" restart="never" nodeType="tmRoot"/>
      </p:par>
    </p:tnLst>
  </p:timing>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69242" y="1189175"/>
            <a:ext cx="5378548" cy="1877004"/>
          </a:xfrm>
        </p:spPr>
        <p:txBody>
          <a:bodyPr wrap="square">
            <a:spAutoFit/>
          </a:bodyPr>
          <a:lstStyle>
            <a:lvl1pPr marL="0" indent="0">
              <a:spcBef>
                <a:spcPts val="1200"/>
              </a:spcBef>
              <a:buClr>
                <a:schemeClr val="tx1"/>
              </a:buClr>
              <a:buFont typeface="Wingdings" pitchFamily="2" charset="2"/>
              <a:buNone/>
              <a:defRPr sz="3137"/>
            </a:lvl1pPr>
            <a:lvl2pPr marL="0" indent="0">
              <a:buNone/>
              <a:defRPr sz="1961"/>
            </a:lvl2pPr>
            <a:lvl3pPr marL="227191" indent="0">
              <a:buNone/>
              <a:tabLst/>
              <a:defRPr sz="1961"/>
            </a:lvl3pPr>
            <a:lvl4pPr marL="451269" indent="0">
              <a:buNone/>
              <a:defRPr/>
            </a:lvl4pPr>
            <a:lvl5pPr marL="672236" indent="0">
              <a:buNone/>
              <a:tabLs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3"/>
          <p:cNvSpPr>
            <a:spLocks noGrp="1"/>
          </p:cNvSpPr>
          <p:nvPr>
            <p:ph type="body" sz="quarter" idx="11"/>
          </p:nvPr>
        </p:nvSpPr>
        <p:spPr>
          <a:xfrm>
            <a:off x="6544215" y="1189175"/>
            <a:ext cx="5378548" cy="1877004"/>
          </a:xfrm>
        </p:spPr>
        <p:txBody>
          <a:bodyPr wrap="square">
            <a:spAutoFit/>
          </a:bodyPr>
          <a:lstStyle>
            <a:lvl1pPr marL="0" indent="0">
              <a:spcBef>
                <a:spcPts val="1200"/>
              </a:spcBef>
              <a:buClr>
                <a:schemeClr val="tx1"/>
              </a:buClr>
              <a:buFont typeface="Wingdings" pitchFamily="2" charset="2"/>
              <a:buNone/>
              <a:defRPr sz="3137"/>
            </a:lvl1pPr>
            <a:lvl2pPr marL="0" indent="0">
              <a:buNone/>
              <a:defRPr sz="1961"/>
            </a:lvl2pPr>
            <a:lvl3pPr marL="227191" indent="0">
              <a:buNone/>
              <a:tabLst/>
              <a:defRPr sz="1961"/>
            </a:lvl3pPr>
            <a:lvl4pPr marL="451269" indent="0">
              <a:buNone/>
              <a:defRPr/>
            </a:lvl4pPr>
            <a:lvl5pPr marL="672236" indent="0">
              <a:buNone/>
              <a:tabLs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3261503"/>
      </p:ext>
    </p:extLst>
  </p:cSld>
  <p:clrMapOvr>
    <a:masterClrMapping/>
  </p:clrMapOvr>
  <p:transition>
    <p:fade/>
  </p:transition>
  <p:timing>
    <p:tnLst>
      <p:par>
        <p:cTn id="1" dur="indefinite" restart="never" nodeType="tmRoot"/>
      </p:par>
    </p:tn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69242" y="1189176"/>
            <a:ext cx="5378548" cy="2377940"/>
          </a:xfrm>
        </p:spPr>
        <p:txBody>
          <a:bodyPr wrap="square">
            <a:spAutoFit/>
          </a:bodyPr>
          <a:lstStyle>
            <a:lvl1pPr marL="281655" indent="-281655">
              <a:spcBef>
                <a:spcPts val="1200"/>
              </a:spcBef>
              <a:buClr>
                <a:schemeClr val="tx1"/>
              </a:buClr>
              <a:buFont typeface="Wingdings" panose="05000000000000000000" pitchFamily="2" charset="2"/>
              <a:buChar char="§"/>
              <a:defRPr sz="3137"/>
            </a:lvl1pPr>
            <a:lvl2pPr marL="520660" indent="-228582">
              <a:buFont typeface="Wingdings" panose="05000000000000000000" pitchFamily="2" charset="2"/>
              <a:buChar char="§"/>
              <a:defRPr sz="2353"/>
            </a:lvl2pPr>
            <a:lvl3pPr marL="685748" indent="-165088">
              <a:buFont typeface="Wingdings" panose="05000000000000000000" pitchFamily="2" charset="2"/>
              <a:buChar char="§"/>
              <a:tabLst/>
              <a:defRPr sz="1961"/>
            </a:lvl3pPr>
            <a:lvl4pPr marL="863534" indent="-177786">
              <a:buFont typeface="Wingdings" panose="05000000000000000000" pitchFamily="2" charset="2"/>
              <a:buChar char="§"/>
              <a:defRPr/>
            </a:lvl4pPr>
            <a:lvl5pPr marL="1028622" indent="-165088">
              <a:buFont typeface="Wingdings" panose="05000000000000000000" pitchFamily="2" charset="2"/>
              <a:buChar char="§"/>
              <a:tabLs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3"/>
          <p:cNvSpPr>
            <a:spLocks noGrp="1"/>
          </p:cNvSpPr>
          <p:nvPr>
            <p:ph type="body" sz="quarter" idx="11"/>
          </p:nvPr>
        </p:nvSpPr>
        <p:spPr>
          <a:xfrm>
            <a:off x="6544215" y="1189176"/>
            <a:ext cx="5378548" cy="2377940"/>
          </a:xfrm>
        </p:spPr>
        <p:txBody>
          <a:bodyPr wrap="square">
            <a:spAutoFit/>
          </a:bodyPr>
          <a:lstStyle>
            <a:lvl1pPr marL="281655" indent="-281655">
              <a:spcBef>
                <a:spcPts val="1200"/>
              </a:spcBef>
              <a:buClr>
                <a:schemeClr val="tx1"/>
              </a:buClr>
              <a:buFont typeface="Wingdings" panose="05000000000000000000" pitchFamily="2" charset="2"/>
              <a:buChar char="§"/>
              <a:defRPr sz="3137"/>
            </a:lvl1pPr>
            <a:lvl2pPr marL="520660" indent="-228582">
              <a:buFont typeface="Wingdings" panose="05000000000000000000" pitchFamily="2" charset="2"/>
              <a:buChar char="§"/>
              <a:defRPr sz="2353"/>
            </a:lvl2pPr>
            <a:lvl3pPr marL="685748" indent="-165088">
              <a:buFont typeface="Wingdings" panose="05000000000000000000" pitchFamily="2" charset="2"/>
              <a:buChar char="§"/>
              <a:tabLst/>
              <a:defRPr sz="1961"/>
            </a:lvl3pPr>
            <a:lvl4pPr marL="863534" indent="-177786">
              <a:buFont typeface="Wingdings" panose="05000000000000000000" pitchFamily="2" charset="2"/>
              <a:buChar char="§"/>
              <a:defRPr/>
            </a:lvl4pPr>
            <a:lvl5pPr marL="1028622" indent="-165088">
              <a:buFont typeface="Wingdings" panose="05000000000000000000" pitchFamily="2" charset="2"/>
              <a:buChar char="§"/>
              <a:tabLs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554544474"/>
      </p:ext>
    </p:extLst>
  </p:cSld>
  <p:clrMapOvr>
    <a:masterClrMapping/>
  </p:clrMapOvr>
  <p:transition>
    <p:fade/>
  </p:transition>
  <p:timing>
    <p:tnLst>
      <p:par>
        <p:cTn id="1" dur="indefinite" restart="never" nodeType="tmRoot"/>
      </p:par>
    </p:tnLst>
  </p:timing>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3912817077"/>
      </p:ext>
    </p:extLst>
  </p:cSld>
  <p:clrMapOvr>
    <a:masterClrMapping/>
  </p:clrMapOvr>
  <p:transition>
    <p:fade/>
  </p:transition>
  <p:timing>
    <p:tnLst>
      <p:par>
        <p:cTn id="1" dur="indefinite" restart="never" nodeType="tmRoot"/>
      </p:par>
    </p:tn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ection Title 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2"/>
            <a:ext cx="11653523" cy="1158793"/>
          </a:xfrm>
          <a:noFill/>
        </p:spPr>
        <p:txBody>
          <a:bodyPr tIns="91440" bIns="91440" anchor="t" anchorCtr="0">
            <a:spAutoFit/>
          </a:bodyPr>
          <a:lstStyle>
            <a:lvl1pPr>
              <a:defRPr sz="7057" spc="-98" baseline="0">
                <a:gradFill>
                  <a:gsLst>
                    <a:gs pos="100000">
                      <a:schemeClr val="tx1"/>
                    </a:gs>
                    <a:gs pos="0">
                      <a:schemeClr val="tx1"/>
                    </a:gs>
                  </a:gsLst>
                  <a:lin ang="5400000" scaled="0"/>
                </a:gradFill>
              </a:defRPr>
            </a:lvl1pPr>
          </a:lstStyle>
          <a:p>
            <a:r>
              <a:rPr lang="en-US" dirty="0" smtClean="0"/>
              <a:t>Section title</a:t>
            </a:r>
            <a:endParaRPr lang="en-US" dirty="0"/>
          </a:p>
        </p:txBody>
      </p:sp>
    </p:spTree>
    <p:extLst>
      <p:ext uri="{BB962C8B-B14F-4D97-AF65-F5344CB8AC3E}">
        <p14:creationId xmlns:p14="http://schemas.microsoft.com/office/powerpoint/2010/main" val="3161111375"/>
      </p:ext>
    </p:extLst>
  </p:cSld>
  <p:clrMapOvr>
    <a:masterClrMapping/>
  </p:clrMapOvr>
  <p:transition>
    <p:fade/>
  </p:transition>
  <p:timing>
    <p:tnLst>
      <p:par>
        <p:cTn id="1" dur="indefinite" restart="never" nodeType="tmRoot"/>
      </p:par>
    </p:tnLst>
  </p:timing>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50-50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2" y="1217195"/>
            <a:ext cx="5378548" cy="1973570"/>
          </a:xfrm>
        </p:spPr>
        <p:txBody>
          <a:bodyPr>
            <a:spAutoFit/>
          </a:bodyPr>
          <a:lstStyle>
            <a:lvl1pPr>
              <a:defRPr sz="6469" baseline="0">
                <a:gradFill>
                  <a:gsLst>
                    <a:gs pos="1250">
                      <a:schemeClr val="tx1"/>
                    </a:gs>
                    <a:gs pos="100000">
                      <a:schemeClr val="tx1"/>
                    </a:gs>
                  </a:gsLst>
                  <a:lin ang="5400000" scaled="0"/>
                </a:gradFill>
              </a:defRPr>
            </a:lvl1pPr>
          </a:lstStyle>
          <a:p>
            <a:r>
              <a:rPr lang="en-US" dirty="0" smtClean="0"/>
              <a:t>50/50 photo layout</a:t>
            </a:r>
            <a:endParaRPr lang="en-US" dirty="0"/>
          </a:p>
        </p:txBody>
      </p:sp>
      <p:sp>
        <p:nvSpPr>
          <p:cNvPr id="5" name="Picture Placeholder 4"/>
          <p:cNvSpPr>
            <a:spLocks noGrp="1"/>
          </p:cNvSpPr>
          <p:nvPr>
            <p:ph type="pic" sz="quarter" idx="10"/>
          </p:nvPr>
        </p:nvSpPr>
        <p:spPr bwMode="ltGray">
          <a:xfrm>
            <a:off x="6097556" y="1"/>
            <a:ext cx="6094444" cy="6856100"/>
          </a:xfrm>
          <a:blipFill>
            <a:blip r:embed="rId2"/>
            <a:stretch>
              <a:fillRect/>
            </a:stretch>
          </a:blipFill>
        </p:spPr>
        <p:txBody>
          <a:bodyPr tIns="548640" anchor="ctr" anchorCtr="0">
            <a:noAutofit/>
          </a:bodyPr>
          <a:lstStyle>
            <a:lvl1pPr marL="0" indent="0" algn="ctr">
              <a:buNone/>
              <a:defRPr sz="1568" b="1" cap="none" baseline="0">
                <a:gradFill>
                  <a:gsLst>
                    <a:gs pos="0">
                      <a:srgbClr val="FFFFFF"/>
                    </a:gs>
                    <a:gs pos="27000">
                      <a:srgbClr val="FFFFFF"/>
                    </a:gs>
                  </a:gsLst>
                  <a:lin ang="5400000" scaled="0"/>
                </a:gradFill>
                <a:latin typeface="+mn-lt"/>
              </a:defRPr>
            </a:lvl1pPr>
          </a:lstStyle>
          <a:p>
            <a:r>
              <a:rPr lang="en-US" dirty="0" smtClean="0"/>
              <a:t>Click icon to add picture</a:t>
            </a:r>
            <a:endParaRPr lang="en-US" dirty="0"/>
          </a:p>
        </p:txBody>
      </p:sp>
    </p:spTree>
    <p:extLst>
      <p:ext uri="{BB962C8B-B14F-4D97-AF65-F5344CB8AC3E}">
        <p14:creationId xmlns:p14="http://schemas.microsoft.com/office/powerpoint/2010/main" val="595934355"/>
      </p:ext>
    </p:extLst>
  </p:cSld>
  <p:clrMapOvr>
    <a:masterClrMapping/>
  </p:clrMapOvr>
  <p:transition>
    <p:fade/>
  </p:transition>
  <p:timing>
    <p:tnLst>
      <p:par>
        <p:cTn id="1" dur="indefinite" restart="never" nodeType="tmRoot"/>
      </p:par>
    </p:tnLst>
  </p:timing>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Blank Dar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0901054"/>
      </p:ext>
    </p:extLst>
  </p:cSld>
  <p:clrMapOvr>
    <a:masterClrMapping/>
  </p:clrMapOvr>
  <p:transition>
    <p:fade/>
  </p:transition>
  <p:timing>
    <p:tnLst>
      <p:par>
        <p:cTn id="1" dur="indefinite" restart="never" nodeType="tmRoot"/>
      </p:par>
    </p:tn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Slide for developer code</a:t>
            </a:r>
            <a:endParaRPr lang="en-US" dirty="0"/>
          </a:p>
        </p:txBody>
      </p:sp>
      <p:sp>
        <p:nvSpPr>
          <p:cNvPr id="3" name="Rectangle 2"/>
          <p:cNvSpPr/>
          <p:nvPr userDrawn="1"/>
        </p:nvSpPr>
        <p:spPr bwMode="hidden">
          <a:xfrm>
            <a:off x="2" y="1189176"/>
            <a:ext cx="12192000" cy="5668824"/>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2" tIns="45722" rIns="45722" bIns="45722" numCol="1" spcCol="0" rtlCol="0" fromWordArt="0" anchor="ctr" anchorCtr="0" forceAA="0" compatLnSpc="1">
            <a:prstTxWarp prst="textNoShape">
              <a:avLst/>
            </a:prstTxWarp>
            <a:noAutofit/>
          </a:bodyPr>
          <a:lstStyle/>
          <a:p>
            <a:pPr marL="0" marR="0" lvl="0" indent="0" algn="ctr" defTabSz="914030" rtl="0" eaLnBrk="1" fontAlgn="base" latinLnBrk="0" hangingPunct="1">
              <a:lnSpc>
                <a:spcPct val="100000"/>
              </a:lnSpc>
              <a:spcBef>
                <a:spcPct val="0"/>
              </a:spcBef>
              <a:spcAft>
                <a:spcPct val="0"/>
              </a:spcAft>
              <a:buClrTx/>
              <a:buSzTx/>
              <a:buFontTx/>
              <a:buNone/>
              <a:tabLst/>
              <a:defRPr/>
            </a:pPr>
            <a:endParaRPr kumimoji="0" lang="en-US" sz="2206" b="0" i="0" u="none" strike="noStrike" kern="1200" cap="none" spc="0" normalizeH="0" baseline="0" noProof="0" dirty="0" smtClean="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Text Placeholder 4"/>
          <p:cNvSpPr>
            <a:spLocks noGrp="1"/>
          </p:cNvSpPr>
          <p:nvPr>
            <p:ph type="body" sz="quarter" idx="10"/>
          </p:nvPr>
        </p:nvSpPr>
        <p:spPr>
          <a:xfrm>
            <a:off x="269240" y="1197323"/>
            <a:ext cx="11653522" cy="1956973"/>
          </a:xfrm>
        </p:spPr>
        <p:txBody>
          <a:bodyPr/>
          <a:lstStyle>
            <a:lvl1pPr marL="0" indent="0">
              <a:buNone/>
              <a:defRPr sz="3235">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39699"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73044"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798452"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30210"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251258769"/>
      </p:ext>
    </p:extLst>
  </p:cSld>
  <p:clrMapOvr>
    <a:masterClrMapping/>
  </p:clrMapOvr>
  <p:transition>
    <p:fade/>
  </p:transition>
  <p:timing>
    <p:tnLst>
      <p:par>
        <p:cTn id="1" dur="indefinite" restart="never" nodeType="tmRoot"/>
      </p:par>
    </p:tn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269239" y="1189178"/>
            <a:ext cx="11653523" cy="1985641"/>
          </a:xfrm>
        </p:spPr>
        <p:txBody>
          <a:bodyPr/>
          <a:lstStyle>
            <a:lvl1pPr marL="0" indent="0">
              <a:buNone/>
              <a:defRPr>
                <a:gradFill>
                  <a:gsLst>
                    <a:gs pos="1250">
                      <a:schemeClr val="tx1"/>
                    </a:gs>
                    <a:gs pos="99000">
                      <a:schemeClr val="tx1"/>
                    </a:gs>
                  </a:gsLst>
                  <a:lin ang="5400000" scaled="0"/>
                </a:gradFill>
              </a:defRPr>
            </a:lvl1pPr>
            <a:lvl2pPr marL="0" indent="0">
              <a:buFontTx/>
              <a:buNone/>
              <a:defRPr sz="1960"/>
            </a:lvl2pPr>
            <a:lvl3pPr marL="223990" indent="0">
              <a:buNone/>
              <a:defRPr/>
            </a:lvl3pPr>
            <a:lvl4pPr marL="447978" indent="0">
              <a:buNone/>
              <a:defRPr/>
            </a:lvl4pPr>
            <a:lvl5pPr marL="67197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67552273"/>
      </p:ext>
    </p:extLst>
  </p:cSld>
  <p:clrMapOvr>
    <a:masterClrMapping/>
  </p:clrMapOvr>
  <p:transition>
    <p:fade/>
  </p:transition>
  <p:timing>
    <p:tnLst>
      <p:par>
        <p:cTn id="1" dur="indefinite" restart="never" nodeType="tmRoot"/>
      </p:par>
    </p:tnLst>
  </p:timing>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8"/>
            <a:ext cx="11653523" cy="2052030"/>
          </a:xfrm>
        </p:spPr>
        <p:txBody>
          <a:bodyPr>
            <a:spAutoFit/>
          </a:bodyPr>
          <a:lstStyle>
            <a:lvl1pPr>
              <a:defRPr sz="3919"/>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097662934"/>
      </p:ext>
    </p:extLst>
  </p:cSld>
  <p:clrMapOvr>
    <a:masterClrMapping/>
  </p:clrMapOvr>
  <p:transition>
    <p:fade/>
  </p:transition>
  <p:timing>
    <p:tnLst>
      <p:par>
        <p:cTn id="1" dur="indefinite" restart="never" nodeType="tmRoot"/>
      </p:par>
    </p:tn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69243" y="1189175"/>
            <a:ext cx="5378548" cy="1877004"/>
          </a:xfrm>
        </p:spPr>
        <p:txBody>
          <a:bodyPr wrap="square">
            <a:spAutoFit/>
          </a:bodyPr>
          <a:lstStyle>
            <a:lvl1pPr marL="0" indent="0">
              <a:spcBef>
                <a:spcPts val="1200"/>
              </a:spcBef>
              <a:buClr>
                <a:schemeClr val="tx1"/>
              </a:buClr>
              <a:buFont typeface="Wingdings" pitchFamily="2" charset="2"/>
              <a:buNone/>
              <a:defRPr sz="3135"/>
            </a:lvl1pPr>
            <a:lvl2pPr marL="0" indent="0">
              <a:buNone/>
              <a:defRPr sz="1960"/>
            </a:lvl2pPr>
            <a:lvl3pPr marL="227101" indent="0">
              <a:buNone/>
              <a:tabLst/>
              <a:defRPr sz="1960"/>
            </a:lvl3pPr>
            <a:lvl4pPr marL="451090" indent="0">
              <a:buNone/>
              <a:defRPr/>
            </a:lvl4pPr>
            <a:lvl5pPr marL="671970" indent="0">
              <a:buNone/>
              <a:tabLs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3"/>
          <p:cNvSpPr>
            <a:spLocks noGrp="1"/>
          </p:cNvSpPr>
          <p:nvPr>
            <p:ph type="body" sz="quarter" idx="11"/>
          </p:nvPr>
        </p:nvSpPr>
        <p:spPr>
          <a:xfrm>
            <a:off x="6544216" y="1189175"/>
            <a:ext cx="5378548" cy="1877004"/>
          </a:xfrm>
        </p:spPr>
        <p:txBody>
          <a:bodyPr wrap="square">
            <a:spAutoFit/>
          </a:bodyPr>
          <a:lstStyle>
            <a:lvl1pPr marL="0" indent="0">
              <a:spcBef>
                <a:spcPts val="1200"/>
              </a:spcBef>
              <a:buClr>
                <a:schemeClr val="tx1"/>
              </a:buClr>
              <a:buFont typeface="Wingdings" pitchFamily="2" charset="2"/>
              <a:buNone/>
              <a:defRPr sz="3135"/>
            </a:lvl1pPr>
            <a:lvl2pPr marL="0" indent="0">
              <a:buNone/>
              <a:defRPr sz="1960"/>
            </a:lvl2pPr>
            <a:lvl3pPr marL="227101" indent="0">
              <a:buNone/>
              <a:tabLst/>
              <a:defRPr sz="1960"/>
            </a:lvl3pPr>
            <a:lvl4pPr marL="451090" indent="0">
              <a:buNone/>
              <a:defRPr/>
            </a:lvl4pPr>
            <a:lvl5pPr marL="671970" indent="0">
              <a:buNone/>
              <a:tabLs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664211441"/>
      </p:ext>
    </p:extLst>
  </p:cSld>
  <p:clrMapOvr>
    <a:masterClrMapping/>
  </p:clrMapOvr>
  <p:transition>
    <p:fade/>
  </p:transition>
  <p:timing>
    <p:tnLst>
      <p:par>
        <p:cTn id="1" dur="indefinite" restart="never" nodeType="tmRoot"/>
      </p:par>
    </p:tnLst>
  </p:timing>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69243" y="1189176"/>
            <a:ext cx="5378548" cy="2377940"/>
          </a:xfrm>
        </p:spPr>
        <p:txBody>
          <a:bodyPr wrap="square">
            <a:spAutoFit/>
          </a:bodyPr>
          <a:lstStyle>
            <a:lvl1pPr marL="281543" indent="-281543">
              <a:spcBef>
                <a:spcPts val="1200"/>
              </a:spcBef>
              <a:buClr>
                <a:schemeClr val="tx1"/>
              </a:buClr>
              <a:buFont typeface="Wingdings" panose="05000000000000000000" pitchFamily="2" charset="2"/>
              <a:buChar char="§"/>
              <a:defRPr sz="3135"/>
            </a:lvl1pPr>
            <a:lvl2pPr marL="520454" indent="-228492">
              <a:buFont typeface="Wingdings" panose="05000000000000000000" pitchFamily="2" charset="2"/>
              <a:buChar char="§"/>
              <a:defRPr sz="2352"/>
            </a:lvl2pPr>
            <a:lvl3pPr marL="685477" indent="-165024">
              <a:buFont typeface="Wingdings" panose="05000000000000000000" pitchFamily="2" charset="2"/>
              <a:buChar char="§"/>
              <a:tabLst/>
              <a:defRPr sz="1960"/>
            </a:lvl3pPr>
            <a:lvl4pPr marL="863191" indent="-177716">
              <a:buFont typeface="Wingdings" panose="05000000000000000000" pitchFamily="2" charset="2"/>
              <a:buChar char="§"/>
              <a:defRPr/>
            </a:lvl4pPr>
            <a:lvl5pPr marL="1028214" indent="-165024">
              <a:buFont typeface="Wingdings" panose="05000000000000000000" pitchFamily="2" charset="2"/>
              <a:buChar char="§"/>
              <a:tabLs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3"/>
          <p:cNvSpPr>
            <a:spLocks noGrp="1"/>
          </p:cNvSpPr>
          <p:nvPr>
            <p:ph type="body" sz="quarter" idx="11"/>
          </p:nvPr>
        </p:nvSpPr>
        <p:spPr>
          <a:xfrm>
            <a:off x="6544216" y="1189176"/>
            <a:ext cx="5378548" cy="2377940"/>
          </a:xfrm>
        </p:spPr>
        <p:txBody>
          <a:bodyPr wrap="square">
            <a:spAutoFit/>
          </a:bodyPr>
          <a:lstStyle>
            <a:lvl1pPr marL="281543" indent="-281543">
              <a:spcBef>
                <a:spcPts val="1200"/>
              </a:spcBef>
              <a:buClr>
                <a:schemeClr val="tx1"/>
              </a:buClr>
              <a:buFont typeface="Wingdings" panose="05000000000000000000" pitchFamily="2" charset="2"/>
              <a:buChar char="§"/>
              <a:defRPr sz="3135"/>
            </a:lvl1pPr>
            <a:lvl2pPr marL="520454" indent="-228492">
              <a:buFont typeface="Wingdings" panose="05000000000000000000" pitchFamily="2" charset="2"/>
              <a:buChar char="§"/>
              <a:defRPr sz="2352"/>
            </a:lvl2pPr>
            <a:lvl3pPr marL="685477" indent="-165024">
              <a:buFont typeface="Wingdings" panose="05000000000000000000" pitchFamily="2" charset="2"/>
              <a:buChar char="§"/>
              <a:tabLst/>
              <a:defRPr sz="1960"/>
            </a:lvl3pPr>
            <a:lvl4pPr marL="863191" indent="-177716">
              <a:buFont typeface="Wingdings" panose="05000000000000000000" pitchFamily="2" charset="2"/>
              <a:buChar char="§"/>
              <a:defRPr/>
            </a:lvl4pPr>
            <a:lvl5pPr marL="1028214" indent="-165024">
              <a:buFont typeface="Wingdings" panose="05000000000000000000" pitchFamily="2" charset="2"/>
              <a:buChar char="§"/>
              <a:tabLs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08678776"/>
      </p:ext>
    </p:extLst>
  </p:cSld>
  <p:clrMapOvr>
    <a:masterClrMapping/>
  </p:clrMapOvr>
  <p:transition>
    <p:fade/>
  </p:transition>
  <p:timing>
    <p:tnLst>
      <p:par>
        <p:cTn id="1" dur="indefinite" restart="never" nodeType="tmRoot"/>
      </p:par>
    </p:tnLst>
  </p:timing>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162094057"/>
      </p:ext>
    </p:extLst>
  </p:cSld>
  <p:clrMapOvr>
    <a:masterClrMapping/>
  </p:clrMapOvr>
  <p:transition>
    <p:fade/>
  </p:transition>
  <p:timing>
    <p:tnLst>
      <p:par>
        <p:cTn id="1" dur="indefinite" restart="never" nodeType="tmRoot"/>
      </p:par>
    </p:tn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Section Title 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3"/>
            <a:ext cx="11653523" cy="1158793"/>
          </a:xfrm>
          <a:noFill/>
        </p:spPr>
        <p:txBody>
          <a:bodyPr tIns="91440" bIns="91440" anchor="t" anchorCtr="0">
            <a:spAutoFit/>
          </a:bodyPr>
          <a:lstStyle>
            <a:lvl1pPr>
              <a:defRPr sz="7054" spc="-98" baseline="0">
                <a:gradFill>
                  <a:gsLst>
                    <a:gs pos="100000">
                      <a:schemeClr val="tx1"/>
                    </a:gs>
                    <a:gs pos="0">
                      <a:schemeClr val="tx1"/>
                    </a:gs>
                  </a:gsLst>
                  <a:lin ang="5400000" scaled="0"/>
                </a:gradFill>
              </a:defRPr>
            </a:lvl1pPr>
          </a:lstStyle>
          <a:p>
            <a:r>
              <a:rPr lang="en-US" dirty="0" smtClean="0"/>
              <a:t>Section title</a:t>
            </a:r>
            <a:endParaRPr lang="en-US" dirty="0"/>
          </a:p>
        </p:txBody>
      </p:sp>
    </p:spTree>
    <p:extLst>
      <p:ext uri="{BB962C8B-B14F-4D97-AF65-F5344CB8AC3E}">
        <p14:creationId xmlns:p14="http://schemas.microsoft.com/office/powerpoint/2010/main" val="3054095898"/>
      </p:ext>
    </p:extLst>
  </p:cSld>
  <p:clrMapOvr>
    <a:masterClrMapping/>
  </p:clrMapOvr>
  <p:transition>
    <p:fade/>
  </p:transition>
  <p:timing>
    <p:tnLst>
      <p:par>
        <p:cTn id="1" dur="indefinite" restart="never" nodeType="tmRoot"/>
      </p:par>
    </p:tnLst>
  </p:timing>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50-50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3" y="1217195"/>
            <a:ext cx="5378548" cy="1973570"/>
          </a:xfrm>
        </p:spPr>
        <p:txBody>
          <a:bodyPr>
            <a:spAutoFit/>
          </a:bodyPr>
          <a:lstStyle>
            <a:lvl1pPr>
              <a:defRPr sz="6467" baseline="0">
                <a:gradFill>
                  <a:gsLst>
                    <a:gs pos="1250">
                      <a:schemeClr val="tx1"/>
                    </a:gs>
                    <a:gs pos="100000">
                      <a:schemeClr val="tx1"/>
                    </a:gs>
                  </a:gsLst>
                  <a:lin ang="5400000" scaled="0"/>
                </a:gradFill>
              </a:defRPr>
            </a:lvl1pPr>
          </a:lstStyle>
          <a:p>
            <a:r>
              <a:rPr lang="en-US" dirty="0" smtClean="0"/>
              <a:t>50/50 photo layout</a:t>
            </a:r>
            <a:endParaRPr lang="en-US" dirty="0"/>
          </a:p>
        </p:txBody>
      </p:sp>
      <p:sp>
        <p:nvSpPr>
          <p:cNvPr id="5" name="Picture Placeholder 4"/>
          <p:cNvSpPr>
            <a:spLocks noGrp="1"/>
          </p:cNvSpPr>
          <p:nvPr>
            <p:ph type="pic" sz="quarter" idx="10"/>
          </p:nvPr>
        </p:nvSpPr>
        <p:spPr bwMode="ltGray">
          <a:xfrm>
            <a:off x="6097556" y="1"/>
            <a:ext cx="6094444" cy="6856100"/>
          </a:xfrm>
          <a:blipFill>
            <a:blip r:embed="rId2"/>
            <a:stretch>
              <a:fillRect/>
            </a:stretch>
          </a:blipFill>
        </p:spPr>
        <p:txBody>
          <a:bodyPr tIns="548640" anchor="ctr" anchorCtr="0">
            <a:noAutofit/>
          </a:bodyPr>
          <a:lstStyle>
            <a:lvl1pPr marL="0" indent="0" algn="ctr">
              <a:buNone/>
              <a:defRPr sz="1567" b="1" cap="none" baseline="0">
                <a:gradFill>
                  <a:gsLst>
                    <a:gs pos="0">
                      <a:srgbClr val="FFFFFF"/>
                    </a:gs>
                    <a:gs pos="27000">
                      <a:srgbClr val="FFFFFF"/>
                    </a:gs>
                  </a:gsLst>
                  <a:lin ang="5400000" scaled="0"/>
                </a:gradFill>
                <a:latin typeface="+mn-lt"/>
              </a:defRPr>
            </a:lvl1pPr>
          </a:lstStyle>
          <a:p>
            <a:r>
              <a:rPr lang="en-US" dirty="0" smtClean="0"/>
              <a:t>Click icon to add picture</a:t>
            </a:r>
            <a:endParaRPr lang="en-US" dirty="0"/>
          </a:p>
        </p:txBody>
      </p:sp>
    </p:spTree>
    <p:extLst>
      <p:ext uri="{BB962C8B-B14F-4D97-AF65-F5344CB8AC3E}">
        <p14:creationId xmlns:p14="http://schemas.microsoft.com/office/powerpoint/2010/main" val="1798956041"/>
      </p:ext>
    </p:extLst>
  </p:cSld>
  <p:clrMapOvr>
    <a:masterClrMapping/>
  </p:clrMapOvr>
  <p:transition>
    <p:fade/>
  </p:transition>
  <p:timing>
    <p:tnLst>
      <p:par>
        <p:cTn id="1" dur="indefinite" restart="never" nodeType="tmRoot"/>
      </p:par>
    </p:tnLst>
  </p:timing>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Blank Dar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5547120"/>
      </p:ext>
    </p:extLst>
  </p:cSld>
  <p:clrMapOvr>
    <a:masterClrMapping/>
  </p:clrMapOvr>
  <p:transition>
    <p:fade/>
  </p:transition>
  <p:timing>
    <p:tnLst>
      <p:par>
        <p:cTn id="1" dur="indefinite" restart="never" nodeType="tmRoot"/>
      </p:par>
    </p:tnLst>
  </p:timing>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Slide for developer code</a:t>
            </a:r>
            <a:endParaRPr lang="en-US" dirty="0"/>
          </a:p>
        </p:txBody>
      </p:sp>
      <p:sp>
        <p:nvSpPr>
          <p:cNvPr id="3" name="Rectangle 2"/>
          <p:cNvSpPr/>
          <p:nvPr userDrawn="1"/>
        </p:nvSpPr>
        <p:spPr bwMode="hidden">
          <a:xfrm>
            <a:off x="3" y="1189176"/>
            <a:ext cx="12192000" cy="5668824"/>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4" tIns="45704" rIns="45704" bIns="45704" numCol="1" spcCol="0" rtlCol="0" fromWordArt="0" anchor="ctr" anchorCtr="0" forceAA="0" compatLnSpc="1">
            <a:prstTxWarp prst="textNoShape">
              <a:avLst/>
            </a:prstTxWarp>
            <a:noAutofit/>
          </a:bodyPr>
          <a:lstStyle/>
          <a:p>
            <a:pPr marL="0" marR="0" lvl="0" indent="0" algn="ctr" defTabSz="913667" rtl="0" eaLnBrk="1" fontAlgn="base" latinLnBrk="0" hangingPunct="1">
              <a:lnSpc>
                <a:spcPct val="100000"/>
              </a:lnSpc>
              <a:spcBef>
                <a:spcPct val="0"/>
              </a:spcBef>
              <a:spcAft>
                <a:spcPct val="0"/>
              </a:spcAft>
              <a:buClrTx/>
              <a:buSzTx/>
              <a:buFontTx/>
              <a:buNone/>
              <a:tabLst/>
              <a:defRPr/>
            </a:pPr>
            <a:endParaRPr kumimoji="0" lang="en-US" sz="2205" b="0" i="0" u="none" strike="noStrike" kern="1200" cap="none" spc="0" normalizeH="0" baseline="0" noProof="0" dirty="0" smtClean="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Text Placeholder 4"/>
          <p:cNvSpPr>
            <a:spLocks noGrp="1"/>
          </p:cNvSpPr>
          <p:nvPr>
            <p:ph type="body" sz="quarter" idx="10"/>
          </p:nvPr>
        </p:nvSpPr>
        <p:spPr>
          <a:xfrm>
            <a:off x="269241" y="1197324"/>
            <a:ext cx="11653522" cy="1956973"/>
          </a:xfrm>
        </p:spPr>
        <p:txBody>
          <a:bodyPr/>
          <a:lstStyle>
            <a:lvl1pPr marL="0" indent="0">
              <a:buNone/>
              <a:defRPr sz="3233">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39565"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7281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798136"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29802"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23171253"/>
      </p:ext>
    </p:extLst>
  </p:cSld>
  <p:clrMapOvr>
    <a:masterClrMapping/>
  </p:clrMapOvr>
  <p:transition>
    <p:fade/>
  </p:transition>
  <p:timing>
    <p:tnLst>
      <p:par>
        <p:cTn id="1" dur="indefinite" restart="never" nodeType="tmRoot"/>
      </p:par>
    </p:tnLst>
  </p:timing>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Demo slide">
    <p:bg>
      <p:bgRef idx="1001">
        <a:schemeClr val="bg2"/>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765" y="1071"/>
            <a:ext cx="12185847" cy="6855512"/>
          </a:xfrm>
          <a:prstGeom prst="rect">
            <a:avLst/>
          </a:prstGeom>
        </p:spPr>
      </p:pic>
      <p:sp>
        <p:nvSpPr>
          <p:cNvPr id="2" name="Title 1"/>
          <p:cNvSpPr>
            <a:spLocks noGrp="1"/>
          </p:cNvSpPr>
          <p:nvPr>
            <p:ph type="title" hasCustomPrompt="1"/>
          </p:nvPr>
        </p:nvSpPr>
        <p:spPr>
          <a:xfrm>
            <a:off x="269242" y="2095071"/>
            <a:ext cx="9859116" cy="1158793"/>
          </a:xfrm>
          <a:noFill/>
        </p:spPr>
        <p:txBody>
          <a:bodyPr tIns="91440" bIns="91440" anchor="t" anchorCtr="0">
            <a:spAutoFit/>
          </a:bodyPr>
          <a:lstStyle>
            <a:lvl1pPr>
              <a:defRPr sz="7051" spc="-98" baseline="0">
                <a:gradFill>
                  <a:gsLst>
                    <a:gs pos="0">
                      <a:schemeClr val="tx1"/>
                    </a:gs>
                    <a:gs pos="100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69243" y="4785989"/>
            <a:ext cx="9860674" cy="724246"/>
          </a:xfrm>
          <a:noFill/>
        </p:spPr>
        <p:txBody>
          <a:bodyPr lIns="182880" tIns="146304" rIns="182880" bIns="146304">
            <a:spAutoFit/>
          </a:bodyPr>
          <a:lstStyle>
            <a:lvl1pPr marL="0" indent="0">
              <a:spcBef>
                <a:spcPts val="0"/>
              </a:spcBef>
              <a:buNone/>
              <a:defRPr sz="3133"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6" name="Rectangle 5"/>
          <p:cNvSpPr/>
          <p:nvPr userDrawn="1"/>
        </p:nvSpPr>
        <p:spPr bwMode="gray">
          <a:xfrm>
            <a:off x="2" y="6409724"/>
            <a:ext cx="12191377" cy="448276"/>
          </a:xfrm>
          <a:prstGeom prst="rect">
            <a:avLst/>
          </a:prstGeom>
          <a:solidFill>
            <a:srgbClr val="505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141" tIns="143313" rIns="179141" bIns="143313" numCol="1" spcCol="0" rtlCol="0" fromWordArt="0" anchor="t" anchorCtr="0" forceAA="0" compatLnSpc="1">
            <a:prstTxWarp prst="textNoShape">
              <a:avLst/>
            </a:prstTxWarp>
            <a:noAutofit/>
          </a:bodyPr>
          <a:lstStyle/>
          <a:p>
            <a:pPr marL="0" marR="0" lvl="0" indent="0" algn="ctr" defTabSz="913305" rtl="0" eaLnBrk="1" fontAlgn="base" latinLnBrk="0" hangingPunct="1">
              <a:lnSpc>
                <a:spcPct val="90000"/>
              </a:lnSpc>
              <a:spcBef>
                <a:spcPct val="0"/>
              </a:spcBef>
              <a:spcAft>
                <a:spcPct val="0"/>
              </a:spcAft>
              <a:buClrTx/>
              <a:buSzTx/>
              <a:buFontTx/>
              <a:buNone/>
              <a:tabLst/>
              <a:defRPr/>
            </a:pPr>
            <a:endParaRPr kumimoji="0" lang="en-US" sz="2351" b="0" i="0" u="none" strike="noStrike" kern="1200" cap="none" spc="0" normalizeH="0" baseline="0" noProof="0" dirty="0" err="1" smtClean="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2256" y="6547869"/>
            <a:ext cx="806774" cy="171991"/>
          </a:xfrm>
          <a:prstGeom prst="rect">
            <a:avLst/>
          </a:prstGeom>
        </p:spPr>
      </p:pic>
    </p:spTree>
    <p:extLst>
      <p:ext uri="{BB962C8B-B14F-4D97-AF65-F5344CB8AC3E}">
        <p14:creationId xmlns:p14="http://schemas.microsoft.com/office/powerpoint/2010/main" val="12023088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269239" y="1189178"/>
            <a:ext cx="11653523" cy="1985641"/>
          </a:xfrm>
        </p:spPr>
        <p:txBody>
          <a:bodyPr/>
          <a:lstStyle>
            <a:lvl1pPr marL="0" indent="0">
              <a:buNone/>
              <a:defRPr>
                <a:gradFill>
                  <a:gsLst>
                    <a:gs pos="1250">
                      <a:schemeClr val="tx1"/>
                    </a:gs>
                    <a:gs pos="99000">
                      <a:schemeClr val="tx1"/>
                    </a:gs>
                  </a:gsLst>
                  <a:lin ang="5400000" scaled="0"/>
                </a:gradFill>
              </a:defRPr>
            </a:lvl1pPr>
            <a:lvl2pPr marL="0" indent="0">
              <a:buFontTx/>
              <a:buNone/>
              <a:defRPr sz="1960"/>
            </a:lvl2pPr>
            <a:lvl3pPr marL="223990" indent="0">
              <a:buNone/>
              <a:defRPr/>
            </a:lvl3pPr>
            <a:lvl4pPr marL="447978" indent="0">
              <a:buNone/>
              <a:defRPr/>
            </a:lvl4pPr>
            <a:lvl5pPr marL="67197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970756"/>
      </p:ext>
    </p:extLst>
  </p:cSld>
  <p:clrMapOvr>
    <a:masterClrMapping/>
  </p:clrMapOvr>
  <p:transition>
    <p:fade/>
  </p:transition>
  <p:timing>
    <p:tnLst>
      <p:par>
        <p:cTn id="1" dur="indefinite" restart="never" nodeType="tmRoot"/>
      </p:par>
    </p:tnLst>
  </p:timing>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8"/>
            <a:ext cx="11653523" cy="2052030"/>
          </a:xfrm>
        </p:spPr>
        <p:txBody>
          <a:bodyPr>
            <a:spAutoFit/>
          </a:bodyPr>
          <a:lstStyle>
            <a:lvl1pPr>
              <a:defRPr sz="3919"/>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555167161"/>
      </p:ext>
    </p:extLst>
  </p:cSld>
  <p:clrMapOvr>
    <a:masterClrMapping/>
  </p:clrMapOvr>
  <p:transition>
    <p:fade/>
  </p:transition>
  <p:timing>
    <p:tnLst>
      <p:par>
        <p:cTn id="1" dur="indefinite" restart="never" nodeType="tmRoot"/>
      </p:par>
    </p:tnLst>
  </p:timing>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69243" y="1189175"/>
            <a:ext cx="5378548" cy="1877004"/>
          </a:xfrm>
        </p:spPr>
        <p:txBody>
          <a:bodyPr wrap="square">
            <a:spAutoFit/>
          </a:bodyPr>
          <a:lstStyle>
            <a:lvl1pPr marL="0" indent="0">
              <a:spcBef>
                <a:spcPts val="1200"/>
              </a:spcBef>
              <a:buClr>
                <a:schemeClr val="tx1"/>
              </a:buClr>
              <a:buFont typeface="Wingdings" pitchFamily="2" charset="2"/>
              <a:buNone/>
              <a:defRPr sz="3135"/>
            </a:lvl1pPr>
            <a:lvl2pPr marL="0" indent="0">
              <a:buNone/>
              <a:defRPr sz="1960"/>
            </a:lvl2pPr>
            <a:lvl3pPr marL="227101" indent="0">
              <a:buNone/>
              <a:tabLst/>
              <a:defRPr sz="1960"/>
            </a:lvl3pPr>
            <a:lvl4pPr marL="451090" indent="0">
              <a:buNone/>
              <a:defRPr/>
            </a:lvl4pPr>
            <a:lvl5pPr marL="671970" indent="0">
              <a:buNone/>
              <a:tabLs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3"/>
          <p:cNvSpPr>
            <a:spLocks noGrp="1"/>
          </p:cNvSpPr>
          <p:nvPr>
            <p:ph type="body" sz="quarter" idx="11"/>
          </p:nvPr>
        </p:nvSpPr>
        <p:spPr>
          <a:xfrm>
            <a:off x="6544216" y="1189175"/>
            <a:ext cx="5378548" cy="1877004"/>
          </a:xfrm>
        </p:spPr>
        <p:txBody>
          <a:bodyPr wrap="square">
            <a:spAutoFit/>
          </a:bodyPr>
          <a:lstStyle>
            <a:lvl1pPr marL="0" indent="0">
              <a:spcBef>
                <a:spcPts val="1200"/>
              </a:spcBef>
              <a:buClr>
                <a:schemeClr val="tx1"/>
              </a:buClr>
              <a:buFont typeface="Wingdings" pitchFamily="2" charset="2"/>
              <a:buNone/>
              <a:defRPr sz="3135"/>
            </a:lvl1pPr>
            <a:lvl2pPr marL="0" indent="0">
              <a:buNone/>
              <a:defRPr sz="1960"/>
            </a:lvl2pPr>
            <a:lvl3pPr marL="227101" indent="0">
              <a:buNone/>
              <a:tabLst/>
              <a:defRPr sz="1960"/>
            </a:lvl3pPr>
            <a:lvl4pPr marL="451090" indent="0">
              <a:buNone/>
              <a:defRPr/>
            </a:lvl4pPr>
            <a:lvl5pPr marL="671970" indent="0">
              <a:buNone/>
              <a:tabLs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859695349"/>
      </p:ext>
    </p:extLst>
  </p:cSld>
  <p:clrMapOvr>
    <a:masterClrMapping/>
  </p:clrMapOvr>
  <p:transition>
    <p:fade/>
  </p:transition>
  <p:timing>
    <p:tnLst>
      <p:par>
        <p:cTn id="1" dur="indefinite" restart="never" nodeType="tmRoot"/>
      </p:par>
    </p:tnLst>
  </p:timing>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269243" y="1189176"/>
            <a:ext cx="5378548" cy="2377940"/>
          </a:xfrm>
        </p:spPr>
        <p:txBody>
          <a:bodyPr wrap="square">
            <a:spAutoFit/>
          </a:bodyPr>
          <a:lstStyle>
            <a:lvl1pPr marL="281543" indent="-281543">
              <a:spcBef>
                <a:spcPts val="1200"/>
              </a:spcBef>
              <a:buClr>
                <a:schemeClr val="tx1"/>
              </a:buClr>
              <a:buFont typeface="Wingdings" panose="05000000000000000000" pitchFamily="2" charset="2"/>
              <a:buChar char="§"/>
              <a:defRPr sz="3135"/>
            </a:lvl1pPr>
            <a:lvl2pPr marL="520454" indent="-228492">
              <a:buFont typeface="Wingdings" panose="05000000000000000000" pitchFamily="2" charset="2"/>
              <a:buChar char="§"/>
              <a:defRPr sz="2352"/>
            </a:lvl2pPr>
            <a:lvl3pPr marL="685477" indent="-165024">
              <a:buFont typeface="Wingdings" panose="05000000000000000000" pitchFamily="2" charset="2"/>
              <a:buChar char="§"/>
              <a:tabLst/>
              <a:defRPr sz="1960"/>
            </a:lvl3pPr>
            <a:lvl4pPr marL="863191" indent="-177716">
              <a:buFont typeface="Wingdings" panose="05000000000000000000" pitchFamily="2" charset="2"/>
              <a:buChar char="§"/>
              <a:defRPr/>
            </a:lvl4pPr>
            <a:lvl5pPr marL="1028214" indent="-165024">
              <a:buFont typeface="Wingdings" panose="05000000000000000000" pitchFamily="2" charset="2"/>
              <a:buChar char="§"/>
              <a:tabLs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3"/>
          <p:cNvSpPr>
            <a:spLocks noGrp="1"/>
          </p:cNvSpPr>
          <p:nvPr>
            <p:ph type="body" sz="quarter" idx="11"/>
          </p:nvPr>
        </p:nvSpPr>
        <p:spPr>
          <a:xfrm>
            <a:off x="6544216" y="1189176"/>
            <a:ext cx="5378548" cy="2377940"/>
          </a:xfrm>
        </p:spPr>
        <p:txBody>
          <a:bodyPr wrap="square">
            <a:spAutoFit/>
          </a:bodyPr>
          <a:lstStyle>
            <a:lvl1pPr marL="281543" indent="-281543">
              <a:spcBef>
                <a:spcPts val="1200"/>
              </a:spcBef>
              <a:buClr>
                <a:schemeClr val="tx1"/>
              </a:buClr>
              <a:buFont typeface="Wingdings" panose="05000000000000000000" pitchFamily="2" charset="2"/>
              <a:buChar char="§"/>
              <a:defRPr sz="3135"/>
            </a:lvl1pPr>
            <a:lvl2pPr marL="520454" indent="-228492">
              <a:buFont typeface="Wingdings" panose="05000000000000000000" pitchFamily="2" charset="2"/>
              <a:buChar char="§"/>
              <a:defRPr sz="2352"/>
            </a:lvl2pPr>
            <a:lvl3pPr marL="685477" indent="-165024">
              <a:buFont typeface="Wingdings" panose="05000000000000000000" pitchFamily="2" charset="2"/>
              <a:buChar char="§"/>
              <a:tabLst/>
              <a:defRPr sz="1960"/>
            </a:lvl3pPr>
            <a:lvl4pPr marL="863191" indent="-177716">
              <a:buFont typeface="Wingdings" panose="05000000000000000000" pitchFamily="2" charset="2"/>
              <a:buChar char="§"/>
              <a:defRPr/>
            </a:lvl4pPr>
            <a:lvl5pPr marL="1028214" indent="-165024">
              <a:buFont typeface="Wingdings" panose="05000000000000000000" pitchFamily="2" charset="2"/>
              <a:buChar char="§"/>
              <a:tabLs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491240363"/>
      </p:ext>
    </p:extLst>
  </p:cSld>
  <p:clrMapOvr>
    <a:masterClrMapping/>
  </p:clrMapOvr>
  <p:transition>
    <p:fade/>
  </p:transition>
  <p:timing>
    <p:tnLst>
      <p:par>
        <p:cTn id="1" dur="indefinite" restart="never" nodeType="tmRoot"/>
      </p:par>
    </p:tnLst>
  </p:timing>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Tree>
    <p:extLst>
      <p:ext uri="{BB962C8B-B14F-4D97-AF65-F5344CB8AC3E}">
        <p14:creationId xmlns:p14="http://schemas.microsoft.com/office/powerpoint/2010/main" val="4081557148"/>
      </p:ext>
    </p:extLst>
  </p:cSld>
  <p:clrMapOvr>
    <a:masterClrMapping/>
  </p:clrMapOvr>
  <p:transition>
    <p:fade/>
  </p:transition>
  <p:timing>
    <p:tnLst>
      <p:par>
        <p:cTn id="1" dur="indefinite" restart="never" nodeType="tmRoot"/>
      </p:par>
    </p:tnLst>
  </p:timing>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ection Title Dar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3"/>
            <a:ext cx="11653523" cy="1158793"/>
          </a:xfrm>
          <a:noFill/>
        </p:spPr>
        <p:txBody>
          <a:bodyPr tIns="91440" bIns="91440" anchor="t" anchorCtr="0">
            <a:spAutoFit/>
          </a:bodyPr>
          <a:lstStyle>
            <a:lvl1pPr>
              <a:defRPr sz="7054" spc="-98" baseline="0">
                <a:gradFill>
                  <a:gsLst>
                    <a:gs pos="100000">
                      <a:schemeClr val="tx1"/>
                    </a:gs>
                    <a:gs pos="0">
                      <a:schemeClr val="tx1"/>
                    </a:gs>
                  </a:gsLst>
                  <a:lin ang="5400000" scaled="0"/>
                </a:gradFill>
              </a:defRPr>
            </a:lvl1pPr>
          </a:lstStyle>
          <a:p>
            <a:r>
              <a:rPr lang="en-US" dirty="0" smtClean="0"/>
              <a:t>Section title</a:t>
            </a:r>
            <a:endParaRPr lang="en-US" dirty="0"/>
          </a:p>
        </p:txBody>
      </p:sp>
    </p:spTree>
    <p:extLst>
      <p:ext uri="{BB962C8B-B14F-4D97-AF65-F5344CB8AC3E}">
        <p14:creationId xmlns:p14="http://schemas.microsoft.com/office/powerpoint/2010/main" val="2514368796"/>
      </p:ext>
    </p:extLst>
  </p:cSld>
  <p:clrMapOvr>
    <a:masterClrMapping/>
  </p:clrMapOvr>
  <p:transition>
    <p:fade/>
  </p:transition>
  <p:timing>
    <p:tnLst>
      <p:par>
        <p:cTn id="1" dur="indefinite" restart="never" nodeType="tmRoot"/>
      </p:par>
    </p:tnLst>
  </p:timing>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50-50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3" y="1217195"/>
            <a:ext cx="5378548" cy="1973570"/>
          </a:xfrm>
        </p:spPr>
        <p:txBody>
          <a:bodyPr>
            <a:spAutoFit/>
          </a:bodyPr>
          <a:lstStyle>
            <a:lvl1pPr>
              <a:defRPr sz="6467" baseline="0">
                <a:gradFill>
                  <a:gsLst>
                    <a:gs pos="1250">
                      <a:schemeClr val="tx1"/>
                    </a:gs>
                    <a:gs pos="100000">
                      <a:schemeClr val="tx1"/>
                    </a:gs>
                  </a:gsLst>
                  <a:lin ang="5400000" scaled="0"/>
                </a:gradFill>
              </a:defRPr>
            </a:lvl1pPr>
          </a:lstStyle>
          <a:p>
            <a:r>
              <a:rPr lang="en-US" dirty="0" smtClean="0"/>
              <a:t>50/50 photo layout</a:t>
            </a:r>
            <a:endParaRPr lang="en-US" dirty="0"/>
          </a:p>
        </p:txBody>
      </p:sp>
      <p:sp>
        <p:nvSpPr>
          <p:cNvPr id="5" name="Picture Placeholder 4"/>
          <p:cNvSpPr>
            <a:spLocks noGrp="1"/>
          </p:cNvSpPr>
          <p:nvPr>
            <p:ph type="pic" sz="quarter" idx="10"/>
          </p:nvPr>
        </p:nvSpPr>
        <p:spPr bwMode="ltGray">
          <a:xfrm>
            <a:off x="6097556" y="1"/>
            <a:ext cx="6094444" cy="6856100"/>
          </a:xfrm>
          <a:blipFill>
            <a:blip r:embed="rId2"/>
            <a:stretch>
              <a:fillRect/>
            </a:stretch>
          </a:blipFill>
        </p:spPr>
        <p:txBody>
          <a:bodyPr tIns="548640" anchor="ctr" anchorCtr="0">
            <a:noAutofit/>
          </a:bodyPr>
          <a:lstStyle>
            <a:lvl1pPr marL="0" indent="0" algn="ctr">
              <a:buNone/>
              <a:defRPr sz="1567" b="1" cap="none" baseline="0">
                <a:gradFill>
                  <a:gsLst>
                    <a:gs pos="0">
                      <a:srgbClr val="FFFFFF"/>
                    </a:gs>
                    <a:gs pos="27000">
                      <a:srgbClr val="FFFFFF"/>
                    </a:gs>
                  </a:gsLst>
                  <a:lin ang="5400000" scaled="0"/>
                </a:gradFill>
                <a:latin typeface="+mn-lt"/>
              </a:defRPr>
            </a:lvl1pPr>
          </a:lstStyle>
          <a:p>
            <a:r>
              <a:rPr lang="en-US" dirty="0" smtClean="0"/>
              <a:t>Click icon to add picture</a:t>
            </a:r>
            <a:endParaRPr lang="en-US" dirty="0"/>
          </a:p>
        </p:txBody>
      </p:sp>
    </p:spTree>
    <p:extLst>
      <p:ext uri="{BB962C8B-B14F-4D97-AF65-F5344CB8AC3E}">
        <p14:creationId xmlns:p14="http://schemas.microsoft.com/office/powerpoint/2010/main" val="772481387"/>
      </p:ext>
    </p:extLst>
  </p:cSld>
  <p:clrMapOvr>
    <a:masterClrMapping/>
  </p:clrMapOvr>
  <p:transition>
    <p:fade/>
  </p:transition>
  <p:timing>
    <p:tnLst>
      <p:par>
        <p:cTn id="1" dur="indefinite" restart="never" nodeType="tmRoot"/>
      </p:par>
    </p:tnLst>
  </p:timing>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Blank Dar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9361621"/>
      </p:ext>
    </p:extLst>
  </p:cSld>
  <p:clrMapOvr>
    <a:masterClrMapping/>
  </p:clrMapOvr>
  <p:transition>
    <p:fade/>
  </p:transition>
  <p:timing>
    <p:tnLst>
      <p:par>
        <p:cTn id="1" dur="indefinite" restart="never" nodeType="tmRoot"/>
      </p:par>
    </p:tnLst>
  </p:timing>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smtClean="0"/>
              <a:t>Slide for developer code</a:t>
            </a:r>
            <a:endParaRPr lang="en-US" dirty="0"/>
          </a:p>
        </p:txBody>
      </p:sp>
      <p:sp>
        <p:nvSpPr>
          <p:cNvPr id="3" name="Rectangle 2"/>
          <p:cNvSpPr/>
          <p:nvPr userDrawn="1"/>
        </p:nvSpPr>
        <p:spPr bwMode="hidden">
          <a:xfrm>
            <a:off x="3" y="1189176"/>
            <a:ext cx="12192000" cy="5668824"/>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04" tIns="45704" rIns="45704" bIns="45704" numCol="1" spcCol="0" rtlCol="0" fromWordArt="0" anchor="ctr" anchorCtr="0" forceAA="0" compatLnSpc="1">
            <a:prstTxWarp prst="textNoShape">
              <a:avLst/>
            </a:prstTxWarp>
            <a:noAutofit/>
          </a:bodyPr>
          <a:lstStyle/>
          <a:p>
            <a:pPr marL="0" marR="0" lvl="0" indent="0" algn="ctr" defTabSz="913667" rtl="0" eaLnBrk="1" fontAlgn="base" latinLnBrk="0" hangingPunct="1">
              <a:lnSpc>
                <a:spcPct val="100000"/>
              </a:lnSpc>
              <a:spcBef>
                <a:spcPct val="0"/>
              </a:spcBef>
              <a:spcAft>
                <a:spcPct val="0"/>
              </a:spcAft>
              <a:buClrTx/>
              <a:buSzTx/>
              <a:buFontTx/>
              <a:buNone/>
              <a:tabLst/>
              <a:defRPr/>
            </a:pPr>
            <a:endParaRPr kumimoji="0" lang="en-US" sz="2205" b="0" i="0" u="none" strike="noStrike" kern="1200" cap="none" spc="0" normalizeH="0" baseline="0" noProof="0" dirty="0" smtClean="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Text Placeholder 4"/>
          <p:cNvSpPr>
            <a:spLocks noGrp="1"/>
          </p:cNvSpPr>
          <p:nvPr>
            <p:ph type="body" sz="quarter" idx="10"/>
          </p:nvPr>
        </p:nvSpPr>
        <p:spPr>
          <a:xfrm>
            <a:off x="269241" y="1197324"/>
            <a:ext cx="11653522" cy="1956973"/>
          </a:xfrm>
        </p:spPr>
        <p:txBody>
          <a:bodyPr/>
          <a:lstStyle>
            <a:lvl1pPr marL="0" indent="0">
              <a:buNone/>
              <a:defRPr sz="3233">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39565"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7281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798136"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29802"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19411366"/>
      </p:ext>
    </p:extLst>
  </p:cSld>
  <p:clrMapOvr>
    <a:masterClrMapping/>
  </p:clrMapOvr>
  <p:transition>
    <p:fade/>
  </p:transition>
  <p:timing>
    <p:tnLst>
      <p:par>
        <p:cTn id="1" dur="indefinite" restart="never" nodeType="tmRoot"/>
      </p:par>
    </p:tnLst>
  </p:timing>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Demo slide">
    <p:bg>
      <p:bgRef idx="1001">
        <a:schemeClr val="bg2"/>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765" y="1071"/>
            <a:ext cx="12185847" cy="6855512"/>
          </a:xfrm>
          <a:prstGeom prst="rect">
            <a:avLst/>
          </a:prstGeom>
        </p:spPr>
      </p:pic>
      <p:sp>
        <p:nvSpPr>
          <p:cNvPr id="2" name="Title 1"/>
          <p:cNvSpPr>
            <a:spLocks noGrp="1"/>
          </p:cNvSpPr>
          <p:nvPr>
            <p:ph type="title" hasCustomPrompt="1"/>
          </p:nvPr>
        </p:nvSpPr>
        <p:spPr>
          <a:xfrm>
            <a:off x="269242" y="2095071"/>
            <a:ext cx="9859116" cy="1158793"/>
          </a:xfrm>
          <a:noFill/>
        </p:spPr>
        <p:txBody>
          <a:bodyPr tIns="91440" bIns="91440" anchor="t" anchorCtr="0">
            <a:spAutoFit/>
          </a:bodyPr>
          <a:lstStyle>
            <a:lvl1pPr>
              <a:defRPr sz="7051" spc="-98" baseline="0">
                <a:gradFill>
                  <a:gsLst>
                    <a:gs pos="0">
                      <a:schemeClr val="tx1"/>
                    </a:gs>
                    <a:gs pos="100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69243" y="4785989"/>
            <a:ext cx="9860674" cy="724246"/>
          </a:xfrm>
          <a:noFill/>
        </p:spPr>
        <p:txBody>
          <a:bodyPr lIns="182880" tIns="146304" rIns="182880" bIns="146304">
            <a:spAutoFit/>
          </a:bodyPr>
          <a:lstStyle>
            <a:lvl1pPr marL="0" indent="0">
              <a:spcBef>
                <a:spcPts val="0"/>
              </a:spcBef>
              <a:buNone/>
              <a:defRPr sz="3133"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6" name="Rectangle 5"/>
          <p:cNvSpPr/>
          <p:nvPr userDrawn="1"/>
        </p:nvSpPr>
        <p:spPr bwMode="gray">
          <a:xfrm>
            <a:off x="2" y="6409724"/>
            <a:ext cx="12191377" cy="448276"/>
          </a:xfrm>
          <a:prstGeom prst="rect">
            <a:avLst/>
          </a:prstGeom>
          <a:solidFill>
            <a:srgbClr val="505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141" tIns="143313" rIns="179141" bIns="143313" numCol="1" spcCol="0" rtlCol="0" fromWordArt="0" anchor="t" anchorCtr="0" forceAA="0" compatLnSpc="1">
            <a:prstTxWarp prst="textNoShape">
              <a:avLst/>
            </a:prstTxWarp>
            <a:noAutofit/>
          </a:bodyPr>
          <a:lstStyle/>
          <a:p>
            <a:pPr marL="0" marR="0" lvl="0" indent="0" algn="ctr" defTabSz="913305" rtl="0" eaLnBrk="1" fontAlgn="base" latinLnBrk="0" hangingPunct="1">
              <a:lnSpc>
                <a:spcPct val="90000"/>
              </a:lnSpc>
              <a:spcBef>
                <a:spcPct val="0"/>
              </a:spcBef>
              <a:spcAft>
                <a:spcPct val="0"/>
              </a:spcAft>
              <a:buClrTx/>
              <a:buSzTx/>
              <a:buFontTx/>
              <a:buNone/>
              <a:tabLst/>
              <a:defRPr/>
            </a:pPr>
            <a:endParaRPr kumimoji="0" lang="en-US" sz="2351" b="0" i="0" u="none" strike="noStrike" kern="1200" cap="none" spc="0" normalizeH="0" baseline="0" noProof="0" dirty="0" err="1" smtClean="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2256" y="6547869"/>
            <a:ext cx="806774" cy="171991"/>
          </a:xfrm>
          <a:prstGeom prst="rect">
            <a:avLst/>
          </a:prstGeom>
        </p:spPr>
      </p:pic>
    </p:spTree>
    <p:extLst>
      <p:ext uri="{BB962C8B-B14F-4D97-AF65-F5344CB8AC3E}">
        <p14:creationId xmlns:p14="http://schemas.microsoft.com/office/powerpoint/2010/main" val="8413544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78950" y="2109542"/>
            <a:ext cx="10240454" cy="997196"/>
          </a:xfrm>
        </p:spPr>
        <p:txBody>
          <a:bodyPr anchor="b" anchorCtr="0"/>
          <a:lstStyle>
            <a:lvl1pPr>
              <a:defRPr sz="7198" spc="-150" baseline="0">
                <a:gradFill>
                  <a:gsLst>
                    <a:gs pos="1250">
                      <a:schemeClr val="bg1"/>
                    </a:gs>
                    <a:gs pos="100000">
                      <a:schemeClr val="bg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978950" y="3425825"/>
            <a:ext cx="10240454" cy="498598"/>
          </a:xfrm>
        </p:spPr>
        <p:txBody>
          <a:bodyPr>
            <a:noAutofit/>
          </a:bodyPr>
          <a:lstStyle>
            <a:lvl1pPr marL="0" indent="0">
              <a:spcBef>
                <a:spcPts val="0"/>
              </a:spcBef>
              <a:buNone/>
              <a:defRPr spc="-70" baseline="0">
                <a:gradFill>
                  <a:gsLst>
                    <a:gs pos="0">
                      <a:schemeClr val="bg1"/>
                    </a:gs>
                    <a:gs pos="100000">
                      <a:schemeClr val="bg1"/>
                    </a:gs>
                  </a:gsLst>
                  <a:lin ang="5400000" scaled="0"/>
                </a:gradFill>
                <a:latin typeface="+mj-lt"/>
              </a:defRPr>
            </a:lvl1pPr>
          </a:lstStyle>
          <a:p>
            <a:pPr lvl="0"/>
            <a:r>
              <a:rPr lang="en-US" dirty="0" smtClean="0"/>
              <a:t>Speaker Title</a:t>
            </a:r>
            <a:endParaRPr lang="en-US"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616988" y="4873974"/>
            <a:ext cx="4363274" cy="2046779"/>
          </a:xfrm>
          <a:prstGeom prst="rect">
            <a:avLst/>
          </a:prstGeom>
        </p:spPr>
      </p:pic>
    </p:spTree>
    <p:extLst>
      <p:ext uri="{BB962C8B-B14F-4D97-AF65-F5344CB8AC3E}">
        <p14:creationId xmlns:p14="http://schemas.microsoft.com/office/powerpoint/2010/main" val="153978192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9248" y="2819604"/>
            <a:ext cx="11151917" cy="1218795"/>
          </a:xfrm>
        </p:spPr>
        <p:txBody>
          <a:bodyPr anchor="b" anchorCtr="0"/>
          <a:lstStyle>
            <a:lvl1pPr>
              <a:defRPr sz="8798" spc="-300" baseline="0">
                <a:gradFill>
                  <a:gsLst>
                    <a:gs pos="100000">
                      <a:schemeClr val="bg1"/>
                    </a:gs>
                    <a:gs pos="0">
                      <a:schemeClr val="bg1"/>
                    </a:gs>
                  </a:gsLst>
                  <a:lin ang="5400000" scaled="0"/>
                </a:gradFill>
              </a:defRPr>
            </a:lvl1pPr>
          </a:lstStyle>
          <a:p>
            <a:r>
              <a:rPr lang="en-US" dirty="0" smtClean="0"/>
              <a:t>Click to edit title style</a:t>
            </a:r>
            <a:endParaRPr lang="en-US" dirty="0"/>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2321687390"/>
      </p:ext>
    </p:extLst>
  </p:cSld>
  <p:clrMapOvr>
    <a:masterClrMapping/>
  </p:clrMapOvr>
  <p:transition>
    <p:fade/>
  </p:transition>
  <p:timing>
    <p:tnLst>
      <p:par>
        <p:cTn id="1" dur="indefinite" restart="never" nodeType="tmRoot"/>
      </p:par>
    </p:tnLst>
  </p:timing>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emo, Video etc. &quot;special&quot; slides">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73393" y="4343400"/>
            <a:ext cx="10240453" cy="461665"/>
          </a:xfrm>
        </p:spPr>
        <p:txBody>
          <a:bodyPr>
            <a:noAutofit/>
          </a:bodyPr>
          <a:lstStyle>
            <a:lvl1pPr marL="0" indent="0" algn="l">
              <a:lnSpc>
                <a:spcPct val="90000"/>
              </a:lnSpc>
              <a:spcBef>
                <a:spcPts val="0"/>
              </a:spcBef>
              <a:buNone/>
              <a:defRPr lang="en-US" sz="3600" kern="1200" spc="-70" baseline="0" dirty="0">
                <a:gradFill>
                  <a:gsLst>
                    <a:gs pos="2083">
                      <a:schemeClr val="bg2"/>
                    </a:gs>
                    <a:gs pos="99000">
                      <a:schemeClr val="bg2"/>
                    </a:gs>
                  </a:gsLst>
                  <a:lin ang="5400000" scaled="0"/>
                </a:gradFill>
                <a:latin typeface="+mj-lt"/>
                <a:ea typeface="+mn-ea"/>
                <a:cs typeface="+mn-cs"/>
              </a:defRPr>
            </a:lvl1pPr>
            <a:lvl2pPr marL="457094" indent="0" algn="ctr">
              <a:buNone/>
              <a:defRPr>
                <a:solidFill>
                  <a:schemeClr val="tx1">
                    <a:tint val="75000"/>
                  </a:schemeClr>
                </a:solidFill>
              </a:defRPr>
            </a:lvl2pPr>
            <a:lvl3pPr marL="914188" indent="0" algn="ctr">
              <a:buNone/>
              <a:defRPr>
                <a:solidFill>
                  <a:schemeClr val="tx1">
                    <a:tint val="75000"/>
                  </a:schemeClr>
                </a:solidFill>
              </a:defRPr>
            </a:lvl3pPr>
            <a:lvl4pPr marL="1371282" indent="0" algn="ctr">
              <a:buNone/>
              <a:defRPr>
                <a:solidFill>
                  <a:schemeClr val="tx1">
                    <a:tint val="75000"/>
                  </a:schemeClr>
                </a:solidFill>
              </a:defRPr>
            </a:lvl4pPr>
            <a:lvl5pPr marL="1828376" indent="0" algn="ctr">
              <a:buNone/>
              <a:defRPr>
                <a:solidFill>
                  <a:schemeClr val="tx1">
                    <a:tint val="75000"/>
                  </a:schemeClr>
                </a:solidFill>
              </a:defRPr>
            </a:lvl5pPr>
            <a:lvl6pPr marL="2285470" indent="0" algn="ctr">
              <a:buNone/>
              <a:defRPr>
                <a:solidFill>
                  <a:schemeClr val="tx1">
                    <a:tint val="75000"/>
                  </a:schemeClr>
                </a:solidFill>
              </a:defRPr>
            </a:lvl6pPr>
            <a:lvl7pPr marL="2742563" indent="0" algn="ctr">
              <a:buNone/>
              <a:defRPr>
                <a:solidFill>
                  <a:schemeClr val="tx1">
                    <a:tint val="75000"/>
                  </a:schemeClr>
                </a:solidFill>
              </a:defRPr>
            </a:lvl7pPr>
            <a:lvl8pPr marL="3199657" indent="0" algn="ctr">
              <a:buNone/>
              <a:defRPr>
                <a:solidFill>
                  <a:schemeClr val="tx1">
                    <a:tint val="75000"/>
                  </a:schemeClr>
                </a:solidFill>
              </a:defRPr>
            </a:lvl8pPr>
            <a:lvl9pPr marL="3656751" indent="0" algn="ctr">
              <a:buNone/>
              <a:defRPr>
                <a:solidFill>
                  <a:schemeClr val="tx1">
                    <a:tint val="75000"/>
                  </a:schemeClr>
                </a:solidFill>
              </a:defRPr>
            </a:lvl9pPr>
          </a:lstStyle>
          <a:p>
            <a:pPr marL="0" marR="0" lvl="0" indent="0" algn="l" defTabSz="914188" rtl="0" eaLnBrk="1" fontAlgn="auto" latinLnBrk="0" hangingPunct="1">
              <a:lnSpc>
                <a:spcPct val="90000"/>
              </a:lnSpc>
              <a:spcBef>
                <a:spcPts val="0"/>
              </a:spcBef>
              <a:spcAft>
                <a:spcPts val="0"/>
              </a:spcAft>
              <a:buClrTx/>
              <a:buSzPct val="90000"/>
              <a:buFont typeface="Arial" pitchFamily="34" charset="0"/>
              <a:buNone/>
              <a:tabLst/>
            </a:pPr>
            <a:r>
              <a:rPr lang="en-US" smtClean="0"/>
              <a:t>Click to edit Master subtitle style</a:t>
            </a:r>
            <a:endParaRPr lang="en-US" dirty="0"/>
          </a:p>
        </p:txBody>
      </p:sp>
      <p:sp>
        <p:nvSpPr>
          <p:cNvPr id="7" name="Text Placeholder 6"/>
          <p:cNvSpPr>
            <a:spLocks noGrp="1"/>
          </p:cNvSpPr>
          <p:nvPr>
            <p:ph type="body" sz="quarter" idx="10" hasCustomPrompt="1"/>
          </p:nvPr>
        </p:nvSpPr>
        <p:spPr>
          <a:xfrm>
            <a:off x="973392" y="2739678"/>
            <a:ext cx="10248394" cy="1378644"/>
          </a:xfrm>
        </p:spPr>
        <p:txBody>
          <a:bodyPr anchor="ctr" anchorCtr="0">
            <a:noAutofit/>
            <a:scene3d>
              <a:camera prst="orthographicFront"/>
              <a:lightRig rig="flat" dir="t"/>
            </a:scene3d>
            <a:sp3d>
              <a:contourClr>
                <a:schemeClr val="tx2"/>
              </a:contourClr>
            </a:sp3d>
          </a:bodyPr>
          <a:lstStyle>
            <a:lvl1pPr marL="0" indent="0" algn="l">
              <a:spcBef>
                <a:spcPts val="0"/>
              </a:spcBef>
              <a:buFont typeface="Arial" pitchFamily="34" charset="0"/>
              <a:buNone/>
              <a:defRPr lang="en-US" sz="9598" b="0" kern="1200" cap="none" spc="-400" baseline="0" dirty="0" smtClean="0">
                <a:ln w="3175">
                  <a:noFill/>
                </a:ln>
                <a:gradFill>
                  <a:gsLst>
                    <a:gs pos="100000">
                      <a:schemeClr val="tx2"/>
                    </a:gs>
                    <a:gs pos="0">
                      <a:schemeClr val="tx2"/>
                    </a:gs>
                  </a:gsLst>
                  <a:lin ang="5400000" scaled="0"/>
                </a:gradFill>
                <a:effectLst/>
                <a:latin typeface="+mj-lt"/>
                <a:ea typeface="+mn-ea"/>
                <a:cs typeface="Arial" charset="0"/>
              </a:defRPr>
            </a:lvl1pPr>
          </a:lstStyle>
          <a:p>
            <a:pPr lvl="0"/>
            <a:r>
              <a:rPr lang="en-US" dirty="0" smtClean="0"/>
              <a:t>click to…</a:t>
            </a:r>
          </a:p>
        </p:txBody>
      </p:sp>
      <p:sp>
        <p:nvSpPr>
          <p:cNvPr id="5" name="Text Placeholder 4"/>
          <p:cNvSpPr>
            <a:spLocks noGrp="1"/>
          </p:cNvSpPr>
          <p:nvPr>
            <p:ph type="body" sz="quarter" idx="11"/>
          </p:nvPr>
        </p:nvSpPr>
        <p:spPr>
          <a:xfrm>
            <a:off x="973392" y="1447800"/>
            <a:ext cx="10240454" cy="914096"/>
          </a:xfrm>
        </p:spPr>
        <p:txBody>
          <a:bodyPr wrap="square" anchor="b">
            <a:noAutofit/>
          </a:bodyPr>
          <a:lstStyle>
            <a:lvl1pPr marL="0" indent="0">
              <a:buNone/>
              <a:defRPr sz="6598" spc="-150"/>
            </a:lvl1pPr>
          </a:lstStyle>
          <a:p>
            <a:pPr lvl="0"/>
            <a:r>
              <a:rPr lang="en-US" smtClean="0"/>
              <a:t>Click to edit Master text styles</a:t>
            </a:r>
          </a:p>
        </p:txBody>
      </p:sp>
    </p:spTree>
    <p:extLst>
      <p:ext uri="{BB962C8B-B14F-4D97-AF65-F5344CB8AC3E}">
        <p14:creationId xmlns:p14="http://schemas.microsoft.com/office/powerpoint/2010/main" val="319135012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amp; Content, 2-color, no Bullets">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82914" y="6021143"/>
            <a:ext cx="1763728" cy="813816"/>
          </a:xfrm>
          <a:prstGeom prst="rect">
            <a:avLst/>
          </a:prstGeom>
        </p:spPr>
      </p:pic>
      <p:sp>
        <p:nvSpPr>
          <p:cNvPr id="5" name="Text Placeholder 4"/>
          <p:cNvSpPr>
            <a:spLocks noGrp="1"/>
          </p:cNvSpPr>
          <p:nvPr>
            <p:ph type="body" sz="quarter" idx="10"/>
          </p:nvPr>
        </p:nvSpPr>
        <p:spPr>
          <a:xfrm>
            <a:off x="519248" y="1447799"/>
            <a:ext cx="11151917" cy="1975926"/>
          </a:xfrm>
          <a:prstGeom prst="rect">
            <a:avLst/>
          </a:prstGeom>
        </p:spPr>
        <p:txBody>
          <a:bodyPr/>
          <a:lstStyle>
            <a:lvl1pPr marL="0" indent="0">
              <a:spcBef>
                <a:spcPts val="2400"/>
              </a:spcBef>
              <a:buNone/>
              <a:defRPr sz="4000">
                <a:gradFill>
                  <a:gsLst>
                    <a:gs pos="100000">
                      <a:schemeClr val="tx2"/>
                    </a:gs>
                    <a:gs pos="0">
                      <a:schemeClr val="tx2"/>
                    </a:gs>
                  </a:gsLst>
                  <a:lin ang="5400000" scaled="0"/>
                </a:gradFill>
                <a:latin typeface="+mj-lt"/>
              </a:defRPr>
            </a:lvl1pPr>
            <a:lvl2pPr marL="0" indent="0">
              <a:buNone/>
              <a:defRPr sz="2000">
                <a:gradFill>
                  <a:gsLst>
                    <a:gs pos="100000">
                      <a:schemeClr val="bg2"/>
                    </a:gs>
                    <a:gs pos="6000">
                      <a:schemeClr val="bg2"/>
                    </a:gs>
                  </a:gsLst>
                  <a:lin ang="5400000" scaled="0"/>
                </a:gradFill>
              </a:defRPr>
            </a:lvl2pPr>
            <a:lvl3pPr marL="231730" indent="0">
              <a:buNone/>
              <a:defRPr sz="2000">
                <a:gradFill>
                  <a:gsLst>
                    <a:gs pos="100000">
                      <a:schemeClr val="bg2"/>
                    </a:gs>
                    <a:gs pos="6000">
                      <a:schemeClr val="bg2"/>
                    </a:gs>
                  </a:gsLst>
                  <a:lin ang="5400000" scaled="0"/>
                </a:gradFill>
              </a:defRPr>
            </a:lvl3pPr>
            <a:lvl4pPr marL="457112" indent="0">
              <a:buNone/>
              <a:defRPr sz="2000">
                <a:gradFill>
                  <a:gsLst>
                    <a:gs pos="100000">
                      <a:schemeClr val="bg2"/>
                    </a:gs>
                    <a:gs pos="6000">
                      <a:schemeClr val="bg2"/>
                    </a:gs>
                  </a:gsLst>
                  <a:lin ang="5400000" scaled="0"/>
                </a:gradFill>
              </a:defRPr>
            </a:lvl4pPr>
            <a:lvl5pPr marL="693604" indent="0">
              <a:buNone/>
              <a:defRPr sz="2000">
                <a:gradFill>
                  <a:gsLst>
                    <a:gs pos="100000">
                      <a:schemeClr val="bg2"/>
                    </a:gs>
                    <a:gs pos="600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835"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188"/>
            <a:fld id="{727B4C2D-45E2-4621-8491-2995EB46A674}" type="slidenum">
              <a:rPr lang="en-US" smtClean="0">
                <a:gradFill>
                  <a:gsLst>
                    <a:gs pos="100000">
                      <a:srgbClr val="797A7D"/>
                    </a:gs>
                    <a:gs pos="0">
                      <a:srgbClr val="797A7D"/>
                    </a:gs>
                  </a:gsLst>
                  <a:lin ang="5400000" scaled="0"/>
                </a:gradFill>
              </a:rPr>
              <a:pPr defTabSz="914188"/>
              <a:t>‹#›</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760939785"/>
      </p:ext>
    </p:extLst>
  </p:cSld>
  <p:clrMapOvr>
    <a:masterClrMapping/>
  </p:clrMapOvr>
  <p:transition>
    <p:fade/>
  </p:transition>
  <p:timing>
    <p:tnLst>
      <p:par>
        <p:cTn id="1" dur="indefinite" restart="never" nodeType="tmRoot"/>
      </p:par>
    </p:tnLst>
  </p:timing>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amp; Content,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19248" y="1447799"/>
            <a:ext cx="11151917" cy="1975926"/>
          </a:xfrm>
          <a:prstGeom prst="rect">
            <a:avLst/>
          </a:prstGeom>
        </p:spPr>
        <p:txBody>
          <a:bodyPr/>
          <a:lstStyle>
            <a:lvl1pPr marL="0" indent="0">
              <a:spcBef>
                <a:spcPts val="2400"/>
              </a:spcBef>
              <a:buNone/>
              <a:defRPr sz="4000">
                <a:gradFill>
                  <a:gsLst>
                    <a:gs pos="100000">
                      <a:schemeClr val="bg2"/>
                    </a:gs>
                    <a:gs pos="0">
                      <a:schemeClr val="bg2"/>
                    </a:gs>
                  </a:gsLst>
                  <a:lin ang="5400000" scaled="0"/>
                </a:gradFill>
                <a:latin typeface="+mj-lt"/>
              </a:defRPr>
            </a:lvl1pPr>
            <a:lvl2pPr marL="0" indent="0">
              <a:buNone/>
              <a:defRPr sz="2000">
                <a:gradFill>
                  <a:gsLst>
                    <a:gs pos="100000">
                      <a:schemeClr val="bg2"/>
                    </a:gs>
                    <a:gs pos="0">
                      <a:schemeClr val="bg2"/>
                    </a:gs>
                  </a:gsLst>
                  <a:lin ang="5400000" scaled="0"/>
                </a:gradFill>
              </a:defRPr>
            </a:lvl2pPr>
            <a:lvl3pPr marL="231730" indent="0">
              <a:buNone/>
              <a:defRPr sz="2000">
                <a:gradFill>
                  <a:gsLst>
                    <a:gs pos="100000">
                      <a:schemeClr val="bg2"/>
                    </a:gs>
                    <a:gs pos="0">
                      <a:schemeClr val="bg2"/>
                    </a:gs>
                  </a:gsLst>
                  <a:lin ang="5400000" scaled="0"/>
                </a:gradFill>
              </a:defRPr>
            </a:lvl3pPr>
            <a:lvl4pPr marL="457112" indent="0">
              <a:buNone/>
              <a:defRPr sz="2000">
                <a:gradFill>
                  <a:gsLst>
                    <a:gs pos="100000">
                      <a:schemeClr val="bg2"/>
                    </a:gs>
                    <a:gs pos="0">
                      <a:schemeClr val="bg2"/>
                    </a:gs>
                  </a:gsLst>
                  <a:lin ang="5400000" scaled="0"/>
                </a:gradFill>
              </a:defRPr>
            </a:lvl4pPr>
            <a:lvl5pPr marL="693604" indent="0">
              <a:buNone/>
              <a:defRPr sz="2000">
                <a:gradFill>
                  <a:gsLst>
                    <a:gs pos="100000">
                      <a:schemeClr val="bg2"/>
                    </a:gs>
                    <a:gs pos="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Title 2"/>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Slide Number Placeholder 9"/>
          <p:cNvSpPr>
            <a:spLocks noGrp="1"/>
          </p:cNvSpPr>
          <p:nvPr>
            <p:ph type="sldNum" sz="quarter" idx="12"/>
          </p:nvPr>
        </p:nvSpPr>
        <p:spPr>
          <a:xfrm>
            <a:off x="520835"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188"/>
            <a:fld id="{727B4C2D-45E2-4621-8491-2995EB46A674}" type="slidenum">
              <a:rPr lang="en-US" smtClean="0">
                <a:gradFill>
                  <a:gsLst>
                    <a:gs pos="100000">
                      <a:srgbClr val="797A7D"/>
                    </a:gs>
                    <a:gs pos="0">
                      <a:srgbClr val="797A7D"/>
                    </a:gs>
                  </a:gsLst>
                  <a:lin ang="5400000" scaled="0"/>
                </a:gradFill>
              </a:rPr>
              <a:pPr defTabSz="914188"/>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2537860114"/>
      </p:ext>
    </p:extLst>
  </p:cSld>
  <p:clrMapOvr>
    <a:masterClrMapping/>
  </p:clrMapOvr>
  <p:transition>
    <p:fade/>
  </p:transition>
  <p:timing>
    <p:tnLst>
      <p:par>
        <p:cTn id="1" dur="indefinite" restart="never" nodeType="tmRoot"/>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amp; Content w/Bullets">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0"/>
            <a:ext cx="11151917" cy="747897"/>
          </a:xfrm>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799"/>
            <a:ext cx="11151917" cy="2043636"/>
          </a:xfrm>
          <a:prstGeom prst="rect">
            <a:avLst/>
          </a:prstGeom>
        </p:spPr>
        <p:txBody>
          <a:bodyPr/>
          <a:lstStyle>
            <a:lvl1pPr marL="284109" indent="-284109">
              <a:buFont typeface="Wingdings" pitchFamily="2" charset="2"/>
              <a:buChar char=""/>
              <a:defRPr sz="4000"/>
            </a:lvl1pPr>
            <a:lvl2pPr marL="517426" indent="-233318">
              <a:buFont typeface="Wingdings" pitchFamily="2" charset="2"/>
              <a:buChar char=""/>
              <a:defRPr>
                <a:latin typeface="+mn-lt"/>
              </a:defRPr>
            </a:lvl2pPr>
            <a:lvl3pPr marL="741221" indent="-223795">
              <a:buFont typeface="Wingdings" pitchFamily="2" charset="2"/>
              <a:buChar char=""/>
              <a:tabLst/>
              <a:defRPr>
                <a:latin typeface="+mn-lt"/>
              </a:defRPr>
            </a:lvl3pPr>
            <a:lvl4pPr marL="914225" indent="-173004">
              <a:buFont typeface="Wingdings" pitchFamily="2" charset="2"/>
              <a:buChar char=""/>
              <a:defRPr>
                <a:latin typeface="+mn-lt"/>
              </a:defRPr>
            </a:lvl4pPr>
            <a:lvl5pPr marL="1087229" indent="-173004">
              <a:buFont typeface="Wingdings" pitchFamily="2" charset="2"/>
              <a:buChar char=""/>
              <a:tabLst/>
              <a:defRPr>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9"/>
          <p:cNvSpPr>
            <a:spLocks noGrp="1"/>
          </p:cNvSpPr>
          <p:nvPr>
            <p:ph type="sldNum" sz="quarter" idx="12"/>
          </p:nvPr>
        </p:nvSpPr>
        <p:spPr>
          <a:xfrm>
            <a:off x="520835"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188"/>
            <a:fld id="{727B4C2D-45E2-4621-8491-2995EB46A674}" type="slidenum">
              <a:rPr lang="en-US" smtClean="0">
                <a:gradFill>
                  <a:gsLst>
                    <a:gs pos="100000">
                      <a:srgbClr val="797A7D"/>
                    </a:gs>
                    <a:gs pos="0">
                      <a:srgbClr val="797A7D"/>
                    </a:gs>
                  </a:gsLst>
                  <a:lin ang="5400000" scaled="0"/>
                </a:gradFill>
              </a:rPr>
              <a:pPr defTabSz="914188"/>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835200356"/>
      </p:ext>
    </p:extLst>
  </p:cSld>
  <p:clrMapOvr>
    <a:masterClrMapping/>
  </p:clrMapOvr>
  <p:transition>
    <p:fade/>
  </p:transition>
  <p:timing>
    <p:tnLst>
      <p:par>
        <p:cTn id="1" dur="indefinite" restart="never" nodeType="tmRoot"/>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amp; 2-Content, 2-color,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520835" y="1447801"/>
            <a:ext cx="5396366" cy="2462213"/>
          </a:xfrm>
        </p:spPr>
        <p:txBody>
          <a:bodyPr/>
          <a:lstStyle>
            <a:lvl1pPr marL="0" indent="0">
              <a:spcBef>
                <a:spcPts val="1200"/>
              </a:spcBef>
              <a:buNone/>
              <a:defRPr sz="4000">
                <a:gradFill>
                  <a:gsLst>
                    <a:gs pos="100000">
                      <a:schemeClr val="tx2"/>
                    </a:gs>
                    <a:gs pos="0">
                      <a:schemeClr val="tx2"/>
                    </a:gs>
                  </a:gsLst>
                  <a:lin ang="5400000" scaled="0"/>
                </a:gradFill>
                <a:latin typeface="+mj-lt"/>
              </a:defRPr>
            </a:lvl1pPr>
            <a:lvl2pPr marL="0" indent="0">
              <a:buNone/>
              <a:defRPr sz="2000"/>
            </a:lvl2pPr>
            <a:lvl3pPr marL="233318" indent="0">
              <a:buNone/>
              <a:defRPr sz="2000"/>
            </a:lvl3pPr>
            <a:lvl4pPr marL="457112" indent="0">
              <a:buNone/>
              <a:defRPr sz="2000"/>
            </a:lvl4pPr>
            <a:lvl5pPr marL="693604" indent="0">
              <a:buNone/>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8"/>
          <p:cNvSpPr>
            <a:spLocks noGrp="1"/>
          </p:cNvSpPr>
          <p:nvPr>
            <p:ph type="body" sz="quarter" idx="12"/>
          </p:nvPr>
        </p:nvSpPr>
        <p:spPr>
          <a:xfrm>
            <a:off x="6279562" y="1447801"/>
            <a:ext cx="5396366" cy="2462213"/>
          </a:xfrm>
        </p:spPr>
        <p:txBody>
          <a:bodyPr/>
          <a:lstStyle>
            <a:lvl1pPr marL="0" indent="0">
              <a:spcBef>
                <a:spcPts val="1200"/>
              </a:spcBef>
              <a:buNone/>
              <a:defRPr lang="en-US" sz="4000" kern="1200" spc="-70" baseline="0" dirty="0" smtClean="0">
                <a:gradFill>
                  <a:gsLst>
                    <a:gs pos="100000">
                      <a:schemeClr val="tx2"/>
                    </a:gs>
                    <a:gs pos="0">
                      <a:schemeClr val="tx2"/>
                    </a:gs>
                  </a:gsLst>
                  <a:lin ang="5400000" scaled="0"/>
                </a:gradFill>
                <a:latin typeface="+mj-lt"/>
                <a:ea typeface="+mn-ea"/>
                <a:cs typeface="+mn-cs"/>
              </a:defRPr>
            </a:lvl1pPr>
            <a:lvl2pPr marL="3174" marR="0" indent="0" algn="l" defTabSz="914188"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250">
                      <a:schemeClr val="bg2"/>
                    </a:gs>
                    <a:gs pos="100000">
                      <a:schemeClr val="bg2"/>
                    </a:gs>
                  </a:gsLst>
                  <a:lin ang="5400000" scaled="0"/>
                </a:gradFill>
                <a:latin typeface="+mn-lt"/>
                <a:ea typeface="+mn-ea"/>
                <a:cs typeface="+mn-cs"/>
              </a:defRPr>
            </a:lvl2pPr>
            <a:lvl3pPr marL="233318" marR="0" indent="0" algn="l" defTabSz="914188"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250">
                      <a:schemeClr val="bg2"/>
                    </a:gs>
                    <a:gs pos="100000">
                      <a:schemeClr val="bg2"/>
                    </a:gs>
                  </a:gsLst>
                  <a:lin ang="5400000" scaled="0"/>
                </a:gradFill>
                <a:latin typeface="+mn-lt"/>
                <a:ea typeface="+mn-ea"/>
                <a:cs typeface="+mn-cs"/>
              </a:defRPr>
            </a:lvl3pPr>
            <a:lvl4pPr marL="460286" marR="0" indent="0" algn="l" defTabSz="914188"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250">
                      <a:schemeClr val="bg2"/>
                    </a:gs>
                    <a:gs pos="100000">
                      <a:schemeClr val="bg2"/>
                    </a:gs>
                  </a:gsLst>
                  <a:lin ang="5400000" scaled="0"/>
                </a:gradFill>
                <a:latin typeface="+mn-lt"/>
                <a:ea typeface="+mn-ea"/>
                <a:cs typeface="+mn-cs"/>
              </a:defRPr>
            </a:lvl4pPr>
            <a:lvl5pPr marL="687256" marR="0" indent="0" algn="l" defTabSz="914188"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a:gradFill>
                  <a:gsLst>
                    <a:gs pos="1250">
                      <a:schemeClr val="bg2"/>
                    </a:gs>
                    <a:gs pos="100000">
                      <a:schemeClr val="bg2"/>
                    </a:gs>
                  </a:gsLst>
                  <a:lin ang="5400000" scaled="0"/>
                </a:gradFill>
                <a:latin typeface="+mn-lt"/>
                <a:ea typeface="+mn-ea"/>
                <a:cs typeface="+mn-cs"/>
              </a:defRPr>
            </a:lvl5pPr>
          </a:lstStyle>
          <a:p>
            <a:pPr marL="0" marR="0" lvl="0" indent="0" algn="l" defTabSz="914188" rtl="0" eaLnBrk="1" fontAlgn="auto" latinLnBrk="0" hangingPunct="1">
              <a:lnSpc>
                <a:spcPct val="90000"/>
              </a:lnSpc>
              <a:spcBef>
                <a:spcPct val="20000"/>
              </a:spcBef>
              <a:spcAft>
                <a:spcPts val="0"/>
              </a:spcAft>
              <a:buClrTx/>
              <a:buSzPct val="90000"/>
              <a:buFont typeface="Arial" pitchFamily="34" charset="0"/>
              <a:buNone/>
              <a:tabLst/>
            </a:pPr>
            <a:r>
              <a:rPr lang="en-US" smtClean="0"/>
              <a:t>Click to edit Master text styles</a:t>
            </a:r>
          </a:p>
          <a:p>
            <a:pPr marL="0" marR="0" lvl="1" indent="0" algn="l" defTabSz="914188" rtl="0" eaLnBrk="1" fontAlgn="auto" latinLnBrk="0" hangingPunct="1">
              <a:lnSpc>
                <a:spcPct val="90000"/>
              </a:lnSpc>
              <a:spcBef>
                <a:spcPct val="20000"/>
              </a:spcBef>
              <a:spcAft>
                <a:spcPts val="0"/>
              </a:spcAft>
              <a:buClrTx/>
              <a:buSzPct val="90000"/>
              <a:buFont typeface="Arial" pitchFamily="34" charset="0"/>
              <a:buNone/>
              <a:tabLst/>
            </a:pPr>
            <a:r>
              <a:rPr lang="en-US" smtClean="0"/>
              <a:t>Second level</a:t>
            </a:r>
          </a:p>
          <a:p>
            <a:pPr marL="0" marR="0" lvl="2" indent="0" algn="l" defTabSz="914188" rtl="0" eaLnBrk="1" fontAlgn="auto" latinLnBrk="0" hangingPunct="1">
              <a:lnSpc>
                <a:spcPct val="90000"/>
              </a:lnSpc>
              <a:spcBef>
                <a:spcPct val="20000"/>
              </a:spcBef>
              <a:spcAft>
                <a:spcPts val="0"/>
              </a:spcAft>
              <a:buClrTx/>
              <a:buSzPct val="90000"/>
              <a:buFont typeface="Arial" pitchFamily="34" charset="0"/>
              <a:buNone/>
              <a:tabLst/>
            </a:pPr>
            <a:r>
              <a:rPr lang="en-US" smtClean="0"/>
              <a:t>Third level</a:t>
            </a:r>
          </a:p>
          <a:p>
            <a:pPr marL="0" marR="0" lvl="3" indent="0" algn="l" defTabSz="914188" rtl="0" eaLnBrk="1" fontAlgn="auto" latinLnBrk="0" hangingPunct="1">
              <a:lnSpc>
                <a:spcPct val="90000"/>
              </a:lnSpc>
              <a:spcBef>
                <a:spcPct val="20000"/>
              </a:spcBef>
              <a:spcAft>
                <a:spcPts val="0"/>
              </a:spcAft>
              <a:buClrTx/>
              <a:buSzPct val="90000"/>
              <a:buFont typeface="Arial" pitchFamily="34" charset="0"/>
              <a:buNone/>
              <a:tabLst/>
            </a:pPr>
            <a:r>
              <a:rPr lang="en-US" smtClean="0"/>
              <a:t>Fourth level</a:t>
            </a:r>
          </a:p>
          <a:p>
            <a:pPr marL="0" marR="0" lvl="4" indent="0" algn="l" defTabSz="914188" rtl="0" eaLnBrk="1" fontAlgn="auto" latinLnBrk="0" hangingPunct="1">
              <a:lnSpc>
                <a:spcPct val="90000"/>
              </a:lnSpc>
              <a:spcBef>
                <a:spcPct val="20000"/>
              </a:spcBef>
              <a:spcAft>
                <a:spcPts val="0"/>
              </a:spcAft>
              <a:buClrTx/>
              <a:buSzPct val="90000"/>
              <a:buFont typeface="Arial" pitchFamily="34" charset="0"/>
              <a:buNone/>
              <a:tabLst/>
            </a:pPr>
            <a:r>
              <a:rPr lang="en-US" smtClean="0"/>
              <a:t>Fifth level</a:t>
            </a:r>
            <a:endParaRPr lang="en-US" dirty="0"/>
          </a:p>
        </p:txBody>
      </p:sp>
      <p:sp>
        <p:nvSpPr>
          <p:cNvPr id="7" name="Slide Number Placeholder 9"/>
          <p:cNvSpPr>
            <a:spLocks noGrp="1"/>
          </p:cNvSpPr>
          <p:nvPr>
            <p:ph type="sldNum" sz="quarter" idx="13"/>
          </p:nvPr>
        </p:nvSpPr>
        <p:spPr>
          <a:xfrm>
            <a:off x="520835"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188"/>
            <a:fld id="{727B4C2D-45E2-4621-8491-2995EB46A674}" type="slidenum">
              <a:rPr lang="en-US" smtClean="0">
                <a:gradFill>
                  <a:gsLst>
                    <a:gs pos="100000">
                      <a:srgbClr val="797A7D"/>
                    </a:gs>
                    <a:gs pos="0">
                      <a:srgbClr val="797A7D"/>
                    </a:gs>
                  </a:gsLst>
                  <a:lin ang="5400000" scaled="0"/>
                </a:gradFill>
              </a:rPr>
              <a:pPr defTabSz="914188"/>
              <a:t>‹#›</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3933455369"/>
      </p:ext>
    </p:extLst>
  </p:cSld>
  <p:clrMapOvr>
    <a:masterClrMapping/>
  </p:clrMapOvr>
  <p:transition>
    <p:fade/>
  </p:transition>
  <p:timing>
    <p:tnLst>
      <p:par>
        <p:cTn id="1" dur="indefinite" restart="never" nodeType="tmRoot"/>
      </p:par>
    </p:tn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amp; 2-Content, 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1"/>
          </p:nvPr>
        </p:nvSpPr>
        <p:spPr>
          <a:xfrm>
            <a:off x="520835" y="1447801"/>
            <a:ext cx="5396366" cy="2462213"/>
          </a:xfrm>
        </p:spPr>
        <p:txBody>
          <a:bodyPr/>
          <a:lstStyle>
            <a:lvl1pPr marL="0" indent="0">
              <a:spcBef>
                <a:spcPts val="1200"/>
              </a:spcBef>
              <a:buNone/>
              <a:defRPr sz="4000">
                <a:gradFill>
                  <a:gsLst>
                    <a:gs pos="1000">
                      <a:schemeClr val="bg2"/>
                    </a:gs>
                    <a:gs pos="98000">
                      <a:schemeClr val="bg2"/>
                    </a:gs>
                  </a:gsLst>
                  <a:lin ang="5400000" scaled="0"/>
                </a:gradFill>
                <a:latin typeface="+mj-lt"/>
              </a:defRPr>
            </a:lvl1pPr>
            <a:lvl2pPr marL="0" indent="0">
              <a:buNone/>
              <a:defRPr sz="2000">
                <a:gradFill>
                  <a:gsLst>
                    <a:gs pos="1000">
                      <a:schemeClr val="bg2"/>
                    </a:gs>
                    <a:gs pos="98000">
                      <a:schemeClr val="bg2"/>
                    </a:gs>
                  </a:gsLst>
                  <a:lin ang="5400000" scaled="0"/>
                </a:gradFill>
              </a:defRPr>
            </a:lvl2pPr>
            <a:lvl3pPr marL="233318" indent="0">
              <a:buNone/>
              <a:defRPr sz="2000">
                <a:gradFill>
                  <a:gsLst>
                    <a:gs pos="1000">
                      <a:schemeClr val="bg2"/>
                    </a:gs>
                    <a:gs pos="98000">
                      <a:schemeClr val="bg2"/>
                    </a:gs>
                  </a:gsLst>
                  <a:lin ang="5400000" scaled="0"/>
                </a:gradFill>
              </a:defRPr>
            </a:lvl3pPr>
            <a:lvl4pPr marL="457112" indent="0">
              <a:buNone/>
              <a:defRPr sz="2000">
                <a:gradFill>
                  <a:gsLst>
                    <a:gs pos="1000">
                      <a:schemeClr val="bg2"/>
                    </a:gs>
                    <a:gs pos="98000">
                      <a:schemeClr val="bg2"/>
                    </a:gs>
                  </a:gsLst>
                  <a:lin ang="5400000" scaled="0"/>
                </a:gradFill>
              </a:defRPr>
            </a:lvl4pPr>
            <a:lvl5pPr marL="693604" indent="0">
              <a:buNone/>
              <a:defRPr sz="2000">
                <a:gradFill>
                  <a:gsLst>
                    <a:gs pos="1000">
                      <a:schemeClr val="bg2"/>
                    </a:gs>
                    <a:gs pos="98000">
                      <a:schemeClr val="bg2"/>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Text Placeholder 8"/>
          <p:cNvSpPr>
            <a:spLocks noGrp="1"/>
          </p:cNvSpPr>
          <p:nvPr>
            <p:ph type="body" sz="quarter" idx="12"/>
          </p:nvPr>
        </p:nvSpPr>
        <p:spPr>
          <a:xfrm>
            <a:off x="6279562" y="1447801"/>
            <a:ext cx="5396366" cy="2462213"/>
          </a:xfrm>
        </p:spPr>
        <p:txBody>
          <a:bodyPr/>
          <a:lstStyle>
            <a:lvl1pPr marL="0" indent="0">
              <a:spcBef>
                <a:spcPts val="1200"/>
              </a:spcBef>
              <a:buNone/>
              <a:defRPr lang="en-US" sz="4000" kern="1200" spc="-70" baseline="0" dirty="0" smtClean="0">
                <a:gradFill>
                  <a:gsLst>
                    <a:gs pos="1000">
                      <a:schemeClr val="bg2"/>
                    </a:gs>
                    <a:gs pos="98000">
                      <a:schemeClr val="bg2"/>
                    </a:gs>
                  </a:gsLst>
                  <a:lin ang="5400000" scaled="0"/>
                </a:gradFill>
                <a:latin typeface="+mj-lt"/>
                <a:ea typeface="+mn-ea"/>
                <a:cs typeface="+mn-cs"/>
              </a:defRPr>
            </a:lvl1pPr>
            <a:lvl2pPr marL="3174" marR="0" indent="0" algn="l" defTabSz="914188"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000">
                      <a:schemeClr val="bg2"/>
                    </a:gs>
                    <a:gs pos="98000">
                      <a:schemeClr val="bg2"/>
                    </a:gs>
                  </a:gsLst>
                  <a:lin ang="5400000" scaled="0"/>
                </a:gradFill>
                <a:latin typeface="+mn-lt"/>
                <a:ea typeface="+mn-ea"/>
                <a:cs typeface="+mn-cs"/>
              </a:defRPr>
            </a:lvl2pPr>
            <a:lvl3pPr marL="233318" marR="0" indent="0" algn="l" defTabSz="914188"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000">
                      <a:schemeClr val="bg2"/>
                    </a:gs>
                    <a:gs pos="98000">
                      <a:schemeClr val="bg2"/>
                    </a:gs>
                  </a:gsLst>
                  <a:lin ang="5400000" scaled="0"/>
                </a:gradFill>
                <a:latin typeface="+mn-lt"/>
                <a:ea typeface="+mn-ea"/>
                <a:cs typeface="+mn-cs"/>
              </a:defRPr>
            </a:lvl3pPr>
            <a:lvl4pPr marL="460286" marR="0" indent="0" algn="l" defTabSz="914188"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smtClean="0">
                <a:gradFill>
                  <a:gsLst>
                    <a:gs pos="1000">
                      <a:schemeClr val="bg2"/>
                    </a:gs>
                    <a:gs pos="98000">
                      <a:schemeClr val="bg2"/>
                    </a:gs>
                  </a:gsLst>
                  <a:lin ang="5400000" scaled="0"/>
                </a:gradFill>
                <a:latin typeface="+mn-lt"/>
                <a:ea typeface="+mn-ea"/>
                <a:cs typeface="+mn-cs"/>
              </a:defRPr>
            </a:lvl4pPr>
            <a:lvl5pPr marL="687256" marR="0" indent="0" algn="l" defTabSz="914188" rtl="0" eaLnBrk="1" fontAlgn="auto" latinLnBrk="0" hangingPunct="1">
              <a:lnSpc>
                <a:spcPct val="90000"/>
              </a:lnSpc>
              <a:spcBef>
                <a:spcPct val="20000"/>
              </a:spcBef>
              <a:spcAft>
                <a:spcPts val="0"/>
              </a:spcAft>
              <a:buClrTx/>
              <a:buSzPct val="90000"/>
              <a:buFont typeface="Arial" pitchFamily="34" charset="0"/>
              <a:buNone/>
              <a:tabLst/>
              <a:defRPr lang="en-US" sz="2000" kern="1200" spc="-70" baseline="0" dirty="0">
                <a:gradFill>
                  <a:gsLst>
                    <a:gs pos="1000">
                      <a:schemeClr val="bg2"/>
                    </a:gs>
                    <a:gs pos="98000">
                      <a:schemeClr val="bg2"/>
                    </a:gs>
                  </a:gsLst>
                  <a:lin ang="5400000" scaled="0"/>
                </a:gradFill>
                <a:latin typeface="+mn-lt"/>
                <a:ea typeface="+mn-ea"/>
                <a:cs typeface="+mn-cs"/>
              </a:defRPr>
            </a:lvl5pPr>
          </a:lstStyle>
          <a:p>
            <a:pPr marL="0" marR="0" lvl="0" indent="0" algn="l" defTabSz="914188" rtl="0" eaLnBrk="1" fontAlgn="auto" latinLnBrk="0" hangingPunct="1">
              <a:lnSpc>
                <a:spcPct val="90000"/>
              </a:lnSpc>
              <a:spcBef>
                <a:spcPct val="20000"/>
              </a:spcBef>
              <a:spcAft>
                <a:spcPts val="0"/>
              </a:spcAft>
              <a:buClrTx/>
              <a:buSzPct val="90000"/>
              <a:buFont typeface="Arial" pitchFamily="34" charset="0"/>
              <a:buNone/>
              <a:tabLst/>
            </a:pPr>
            <a:r>
              <a:rPr lang="en-US" smtClean="0"/>
              <a:t>Click to edit Master text styles</a:t>
            </a:r>
          </a:p>
          <a:p>
            <a:pPr marL="0" marR="0" lvl="1" indent="0" algn="l" defTabSz="914188" rtl="0" eaLnBrk="1" fontAlgn="auto" latinLnBrk="0" hangingPunct="1">
              <a:lnSpc>
                <a:spcPct val="90000"/>
              </a:lnSpc>
              <a:spcBef>
                <a:spcPct val="20000"/>
              </a:spcBef>
              <a:spcAft>
                <a:spcPts val="0"/>
              </a:spcAft>
              <a:buClrTx/>
              <a:buSzPct val="90000"/>
              <a:buFont typeface="Arial" pitchFamily="34" charset="0"/>
              <a:buNone/>
              <a:tabLst/>
            </a:pPr>
            <a:r>
              <a:rPr lang="en-US" smtClean="0"/>
              <a:t>Second level</a:t>
            </a:r>
          </a:p>
          <a:p>
            <a:pPr marL="0" marR="0" lvl="2" indent="0" algn="l" defTabSz="914188" rtl="0" eaLnBrk="1" fontAlgn="auto" latinLnBrk="0" hangingPunct="1">
              <a:lnSpc>
                <a:spcPct val="90000"/>
              </a:lnSpc>
              <a:spcBef>
                <a:spcPct val="20000"/>
              </a:spcBef>
              <a:spcAft>
                <a:spcPts val="0"/>
              </a:spcAft>
              <a:buClrTx/>
              <a:buSzPct val="90000"/>
              <a:buFont typeface="Arial" pitchFamily="34" charset="0"/>
              <a:buNone/>
              <a:tabLst/>
            </a:pPr>
            <a:r>
              <a:rPr lang="en-US" smtClean="0"/>
              <a:t>Third level</a:t>
            </a:r>
          </a:p>
          <a:p>
            <a:pPr marL="0" marR="0" lvl="3" indent="0" algn="l" defTabSz="914188" rtl="0" eaLnBrk="1" fontAlgn="auto" latinLnBrk="0" hangingPunct="1">
              <a:lnSpc>
                <a:spcPct val="90000"/>
              </a:lnSpc>
              <a:spcBef>
                <a:spcPct val="20000"/>
              </a:spcBef>
              <a:spcAft>
                <a:spcPts val="0"/>
              </a:spcAft>
              <a:buClrTx/>
              <a:buSzPct val="90000"/>
              <a:buFont typeface="Arial" pitchFamily="34" charset="0"/>
              <a:buNone/>
              <a:tabLst/>
            </a:pPr>
            <a:r>
              <a:rPr lang="en-US" smtClean="0"/>
              <a:t>Fourth level</a:t>
            </a:r>
          </a:p>
          <a:p>
            <a:pPr marL="0" marR="0" lvl="4" indent="0" algn="l" defTabSz="914188" rtl="0" eaLnBrk="1" fontAlgn="auto" latinLnBrk="0" hangingPunct="1">
              <a:lnSpc>
                <a:spcPct val="90000"/>
              </a:lnSpc>
              <a:spcBef>
                <a:spcPct val="20000"/>
              </a:spcBef>
              <a:spcAft>
                <a:spcPts val="0"/>
              </a:spcAft>
              <a:buClrTx/>
              <a:buSzPct val="90000"/>
              <a:buFont typeface="Arial" pitchFamily="34" charset="0"/>
              <a:buNone/>
              <a:tabLst/>
            </a:pPr>
            <a:r>
              <a:rPr lang="en-US" smtClean="0"/>
              <a:t>Fifth level</a:t>
            </a:r>
            <a:endParaRPr lang="en-US" dirty="0"/>
          </a:p>
        </p:txBody>
      </p:sp>
      <p:sp>
        <p:nvSpPr>
          <p:cNvPr id="7" name="Slide Number Placeholder 9"/>
          <p:cNvSpPr>
            <a:spLocks noGrp="1"/>
          </p:cNvSpPr>
          <p:nvPr>
            <p:ph type="sldNum" sz="quarter" idx="13"/>
          </p:nvPr>
        </p:nvSpPr>
        <p:spPr>
          <a:xfrm>
            <a:off x="520835"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188"/>
            <a:fld id="{727B4C2D-45E2-4621-8491-2995EB46A674}" type="slidenum">
              <a:rPr lang="en-US" smtClean="0">
                <a:gradFill>
                  <a:gsLst>
                    <a:gs pos="100000">
                      <a:srgbClr val="797A7D"/>
                    </a:gs>
                    <a:gs pos="0">
                      <a:srgbClr val="797A7D"/>
                    </a:gs>
                  </a:gsLst>
                  <a:lin ang="5400000" scaled="0"/>
                </a:gradFill>
              </a:rPr>
              <a:pPr defTabSz="914188"/>
              <a:t>‹#›</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3526386800"/>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itle &amp; 2-Content w/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Text Placeholder 3"/>
          <p:cNvSpPr>
            <a:spLocks noGrp="1"/>
          </p:cNvSpPr>
          <p:nvPr>
            <p:ph type="body" sz="quarter" idx="10"/>
          </p:nvPr>
        </p:nvSpPr>
        <p:spPr>
          <a:xfrm>
            <a:off x="520835" y="1447800"/>
            <a:ext cx="5396366" cy="2351413"/>
          </a:xfrm>
        </p:spPr>
        <p:txBody>
          <a:bodyPr>
            <a:spAutoFit/>
          </a:bodyPr>
          <a:lstStyle>
            <a:lvl1pPr marL="292044" indent="-292044">
              <a:spcBef>
                <a:spcPts val="1200"/>
              </a:spcBef>
              <a:buClr>
                <a:schemeClr val="bg2"/>
              </a:buClr>
              <a:buSzPct val="100000"/>
              <a:buFont typeface="Wingdings" pitchFamily="2" charset="2"/>
              <a:buChar char=""/>
              <a:defRPr lang="en-US" sz="3600" kern="1200" spc="-70" baseline="0" dirty="0" smtClean="0">
                <a:gradFill>
                  <a:gsLst>
                    <a:gs pos="1250">
                      <a:schemeClr val="bg2"/>
                    </a:gs>
                    <a:gs pos="100000">
                      <a:schemeClr val="bg2"/>
                    </a:gs>
                  </a:gsLst>
                  <a:lin ang="5400000" scaled="0"/>
                </a:gradFill>
                <a:latin typeface="+mj-lt"/>
                <a:ea typeface="+mn-ea"/>
                <a:cs typeface="+mn-cs"/>
              </a:defRPr>
            </a:lvl1pPr>
            <a:lvl2pPr marL="520600" indent="-228556">
              <a:defRPr sz="2000"/>
            </a:lvl2pPr>
            <a:lvl3pPr marL="685668" indent="-165068">
              <a:tabLst/>
              <a:defRPr sz="2000"/>
            </a:lvl3pPr>
            <a:lvl4pPr marL="863435" indent="-177766">
              <a:defRPr/>
            </a:lvl4pPr>
            <a:lvl5pPr marL="1028502" indent="-165068">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ext Placeholder 6"/>
          <p:cNvSpPr>
            <a:spLocks noGrp="1"/>
          </p:cNvSpPr>
          <p:nvPr>
            <p:ph type="body" sz="quarter" idx="11"/>
          </p:nvPr>
        </p:nvSpPr>
        <p:spPr>
          <a:xfrm>
            <a:off x="6279562" y="1447800"/>
            <a:ext cx="5396366" cy="2762808"/>
          </a:xfrm>
        </p:spPr>
        <p:txBody>
          <a:bodyPr>
            <a:spAutoFit/>
          </a:bodyPr>
          <a:lstStyle>
            <a:lvl1pPr marL="339660" indent="-339660">
              <a:spcBef>
                <a:spcPts val="1200"/>
              </a:spcBef>
              <a:buClr>
                <a:schemeClr val="bg2"/>
              </a:buClr>
              <a:buFont typeface="Arial" pitchFamily="34" charset="0"/>
              <a:buChar char="•"/>
              <a:defRPr lang="en-US" sz="3600" kern="1200" spc="-70" baseline="0" dirty="0" smtClean="0">
                <a:gradFill>
                  <a:gsLst>
                    <a:gs pos="1250">
                      <a:schemeClr val="bg2"/>
                    </a:gs>
                    <a:gs pos="100000">
                      <a:schemeClr val="bg2"/>
                    </a:gs>
                  </a:gsLst>
                  <a:lin ang="5400000" scaled="0"/>
                </a:gradFill>
                <a:latin typeface="+mj-lt"/>
                <a:ea typeface="+mn-ea"/>
                <a:cs typeface="+mn-cs"/>
              </a:defRPr>
            </a:lvl1pPr>
            <a:lvl2pPr marL="634879" indent="-342834">
              <a:defRPr lang="en-US" sz="2000" kern="1200" spc="0" baseline="0" dirty="0" smtClean="0">
                <a:gradFill>
                  <a:gsLst>
                    <a:gs pos="1250">
                      <a:schemeClr val="bg2"/>
                    </a:gs>
                    <a:gs pos="100000">
                      <a:schemeClr val="bg2"/>
                    </a:gs>
                  </a:gsLst>
                  <a:lin ang="5400000" scaled="0"/>
                </a:gradFill>
                <a:latin typeface="+mn-lt"/>
                <a:ea typeface="+mn-ea"/>
                <a:cs typeface="+mn-cs"/>
              </a:defRPr>
            </a:lvl2pPr>
            <a:lvl3pPr marL="863435" indent="-342834">
              <a:defRPr lang="en-US" sz="2000" kern="1200" spc="0" baseline="0" dirty="0" smtClean="0">
                <a:gradFill>
                  <a:gsLst>
                    <a:gs pos="1250">
                      <a:schemeClr val="bg2"/>
                    </a:gs>
                    <a:gs pos="100000">
                      <a:schemeClr val="bg2"/>
                    </a:gs>
                  </a:gsLst>
                  <a:lin ang="5400000" scaled="0"/>
                </a:gradFill>
                <a:latin typeface="+mn-lt"/>
                <a:ea typeface="+mn-ea"/>
                <a:cs typeface="+mn-cs"/>
              </a:defRPr>
            </a:lvl3pPr>
            <a:lvl4pPr marL="1028502" indent="-342834">
              <a:defRPr lang="en-US" sz="2000" kern="1200" spc="0" baseline="0" dirty="0" smtClean="0">
                <a:gradFill>
                  <a:gsLst>
                    <a:gs pos="1250">
                      <a:schemeClr val="bg2"/>
                    </a:gs>
                    <a:gs pos="100000">
                      <a:schemeClr val="bg2"/>
                    </a:gs>
                  </a:gsLst>
                  <a:lin ang="5400000" scaled="0"/>
                </a:gradFill>
                <a:latin typeface="+mn-lt"/>
                <a:ea typeface="+mn-ea"/>
                <a:cs typeface="+mn-cs"/>
              </a:defRPr>
            </a:lvl4pPr>
            <a:lvl5pPr marL="1206268" indent="-342834">
              <a:defRPr lang="en-US" sz="2000" kern="1200" spc="0" baseline="0" dirty="0">
                <a:gradFill>
                  <a:gsLst>
                    <a:gs pos="1250">
                      <a:schemeClr val="bg2"/>
                    </a:gs>
                    <a:gs pos="100000">
                      <a:schemeClr val="bg2"/>
                    </a:gs>
                  </a:gsLst>
                  <a:lin ang="5400000" scaled="0"/>
                </a:gradFill>
                <a:latin typeface="+mn-lt"/>
                <a:ea typeface="+mn-ea"/>
                <a:cs typeface="+mn-cs"/>
              </a:defRPr>
            </a:lvl5pPr>
          </a:lstStyle>
          <a:p>
            <a:pPr marL="292044" marR="0" lvl="0" indent="-292044" algn="l" defTabSz="914188"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Click to edit Master text styles</a:t>
            </a:r>
          </a:p>
          <a:p>
            <a:pPr marL="292044" marR="0" lvl="1" indent="-292044" algn="l" defTabSz="914188"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Second level</a:t>
            </a:r>
          </a:p>
          <a:p>
            <a:pPr marL="292044" marR="0" lvl="2" indent="-292044" algn="l" defTabSz="914188"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Third level</a:t>
            </a:r>
          </a:p>
          <a:p>
            <a:pPr marL="292044" marR="0" lvl="3" indent="-292044" algn="l" defTabSz="914188"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Fourth level</a:t>
            </a:r>
          </a:p>
          <a:p>
            <a:pPr marL="292044" marR="0" lvl="4" indent="-292044" algn="l" defTabSz="914188" rtl="0" eaLnBrk="1" fontAlgn="auto" latinLnBrk="0" hangingPunct="1">
              <a:lnSpc>
                <a:spcPct val="90000"/>
              </a:lnSpc>
              <a:spcBef>
                <a:spcPts val="1200"/>
              </a:spcBef>
              <a:spcAft>
                <a:spcPts val="0"/>
              </a:spcAft>
              <a:buClr>
                <a:schemeClr val="bg2"/>
              </a:buClr>
              <a:buSzPct val="100000"/>
              <a:buFont typeface="Wingdings" pitchFamily="2" charset="2"/>
              <a:buChar char=""/>
              <a:tabLst/>
            </a:pPr>
            <a:r>
              <a:rPr lang="en-US" smtClean="0"/>
              <a:t>Fifth level</a:t>
            </a:r>
            <a:endParaRPr lang="en-US" dirty="0"/>
          </a:p>
        </p:txBody>
      </p:sp>
      <p:sp>
        <p:nvSpPr>
          <p:cNvPr id="6" name="Slide Number Placeholder 9"/>
          <p:cNvSpPr>
            <a:spLocks noGrp="1"/>
          </p:cNvSpPr>
          <p:nvPr>
            <p:ph type="sldNum" sz="quarter" idx="12"/>
          </p:nvPr>
        </p:nvSpPr>
        <p:spPr>
          <a:xfrm>
            <a:off x="520835"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188"/>
            <a:fld id="{727B4C2D-45E2-4621-8491-2995EB46A674}" type="slidenum">
              <a:rPr lang="en-US" smtClean="0">
                <a:gradFill>
                  <a:gsLst>
                    <a:gs pos="100000">
                      <a:srgbClr val="797A7D"/>
                    </a:gs>
                    <a:gs pos="0">
                      <a:srgbClr val="797A7D"/>
                    </a:gs>
                  </a:gsLst>
                  <a:lin ang="5400000" scaled="0"/>
                </a:gradFill>
              </a:rPr>
              <a:pPr defTabSz="914188"/>
              <a:t>‹#›</a:t>
            </a:fld>
            <a:endParaRPr lang="en-US" dirty="0">
              <a:gradFill>
                <a:gsLst>
                  <a:gs pos="100000">
                    <a:srgbClr val="797A7D"/>
                  </a:gs>
                  <a:gs pos="0">
                    <a:srgbClr val="797A7D"/>
                  </a:gs>
                </a:gsLst>
                <a:lin ang="5400000" scaled="0"/>
              </a:gradFill>
            </a:endParaRP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1438983649"/>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Large &amp; Small Content 2">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835" y="1447801"/>
            <a:ext cx="5434948" cy="1661993"/>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09376" indent="0">
              <a:buNone/>
              <a:defRPr sz="2700" b="1"/>
            </a:lvl2pPr>
            <a:lvl3pPr marL="1218753" indent="0">
              <a:buNone/>
              <a:defRPr sz="2400" b="1"/>
            </a:lvl3pPr>
            <a:lvl4pPr marL="1828129" indent="0">
              <a:buNone/>
              <a:defRPr sz="2100" b="1"/>
            </a:lvl4pPr>
            <a:lvl5pPr marL="2437505" indent="0">
              <a:buNone/>
              <a:defRPr sz="2100" b="1"/>
            </a:lvl5pPr>
            <a:lvl6pPr marL="3046882" indent="0">
              <a:buNone/>
              <a:defRPr sz="2100" b="1"/>
            </a:lvl6pPr>
            <a:lvl7pPr marL="3656258" indent="0">
              <a:buNone/>
              <a:defRPr sz="2100" b="1"/>
            </a:lvl7pPr>
            <a:lvl8pPr marL="4265633" indent="0">
              <a:buNone/>
              <a:defRPr sz="2100" b="1"/>
            </a:lvl8pPr>
            <a:lvl9pPr marL="4875010" indent="0">
              <a:buNone/>
              <a:defRPr sz="2100" b="1"/>
            </a:lvl9pPr>
          </a:lstStyle>
          <a:p>
            <a:pPr lvl="0"/>
            <a:r>
              <a:rPr lang="en-US" dirty="0" smtClean="0"/>
              <a:t>Click to edit Master text styles.</a:t>
            </a:r>
          </a:p>
        </p:txBody>
      </p:sp>
      <p:sp>
        <p:nvSpPr>
          <p:cNvPr id="6" name="Content Placeholder 5"/>
          <p:cNvSpPr>
            <a:spLocks noGrp="1"/>
          </p:cNvSpPr>
          <p:nvPr>
            <p:ph sz="quarter" idx="4"/>
          </p:nvPr>
        </p:nvSpPr>
        <p:spPr>
          <a:xfrm>
            <a:off x="6189760" y="1681905"/>
            <a:ext cx="5486169" cy="332399"/>
          </a:xfrm>
          <a:prstGeom prst="rect">
            <a:avLst/>
          </a:prstGeom>
        </p:spPr>
        <p:txBody>
          <a:bodyPr>
            <a:noAutofit/>
          </a:bodyPr>
          <a:lstStyle>
            <a:lvl1pPr marL="0" indent="0">
              <a:spcBef>
                <a:spcPts val="1200"/>
              </a:spcBef>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064" indent="-380860">
              <a:defRPr lang="en-US" sz="2100" kern="1200" dirty="0" smtClean="0">
                <a:solidFill>
                  <a:schemeClr val="bg2">
                    <a:lumMod val="50000"/>
                  </a:schemeClr>
                </a:solidFill>
                <a:latin typeface="+mn-lt"/>
                <a:ea typeface="+mn-ea"/>
                <a:cs typeface="Arial" pitchFamily="34" charset="0"/>
              </a:defRPr>
            </a:lvl2pPr>
            <a:lvl3pPr marL="914064" indent="-228516">
              <a:defRPr lang="en-US" sz="1900" kern="1200" dirty="0" smtClean="0">
                <a:solidFill>
                  <a:schemeClr val="bg2">
                    <a:lumMod val="50000"/>
                  </a:schemeClr>
                </a:solidFill>
                <a:latin typeface="+mn-lt"/>
                <a:ea typeface="+mn-ea"/>
                <a:cs typeface="Arial" pitchFamily="34" charset="0"/>
              </a:defRPr>
            </a:lvl3pPr>
            <a:lvl4pPr marL="1218753" indent="-228516">
              <a:defRPr lang="en-US" sz="1600" kern="1200" dirty="0" smtClean="0">
                <a:solidFill>
                  <a:schemeClr val="bg2">
                    <a:lumMod val="50000"/>
                  </a:schemeClr>
                </a:solidFill>
                <a:latin typeface="+mn-lt"/>
                <a:ea typeface="+mn-ea"/>
                <a:cs typeface="Arial" pitchFamily="34" charset="0"/>
              </a:defRPr>
            </a:lvl4pPr>
            <a:lvl5pPr marL="1447269" indent="-228516">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12" name="Title 11"/>
          <p:cNvSpPr>
            <a:spLocks noGrp="1"/>
          </p:cNvSpPr>
          <p:nvPr>
            <p:ph type="title"/>
          </p:nvPr>
        </p:nvSpPr>
        <p:spPr/>
        <p:txBody>
          <a:bodyPr>
            <a:noAutofit/>
          </a:bodyPr>
          <a:lstStyle>
            <a:lvl1pPr>
              <a:defRPr/>
            </a:lvl1pPr>
          </a:lstStyle>
          <a:p>
            <a:r>
              <a:rPr lang="en-US" smtClean="0"/>
              <a:t>Click to edit Master title style</a:t>
            </a:r>
            <a:endParaRPr lang="en-US" dirty="0"/>
          </a:p>
        </p:txBody>
      </p:sp>
      <p:sp>
        <p:nvSpPr>
          <p:cNvPr id="10" name="Slide Number Placeholder 9"/>
          <p:cNvSpPr>
            <a:spLocks noGrp="1"/>
          </p:cNvSpPr>
          <p:nvPr>
            <p:ph type="sldNum" sz="quarter" idx="12"/>
          </p:nvPr>
        </p:nvSpPr>
        <p:spPr>
          <a:xfrm>
            <a:off x="520835"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188"/>
            <a:fld id="{727B4C2D-45E2-4621-8491-2995EB46A674}" type="slidenum">
              <a:rPr lang="en-US" smtClean="0">
                <a:gradFill>
                  <a:gsLst>
                    <a:gs pos="100000">
                      <a:srgbClr val="797A7D"/>
                    </a:gs>
                    <a:gs pos="0">
                      <a:srgbClr val="797A7D"/>
                    </a:gs>
                  </a:gsLst>
                  <a:lin ang="5400000" scaled="0"/>
                </a:gradFill>
              </a:rPr>
              <a:pPr defTabSz="914188"/>
              <a:t>‹#›</a:t>
            </a:fld>
            <a:endParaRPr lang="en-US" dirty="0">
              <a:gradFill>
                <a:gsLst>
                  <a:gs pos="100000">
                    <a:srgbClr val="797A7D"/>
                  </a:gs>
                  <a:gs pos="0">
                    <a:srgbClr val="797A7D"/>
                  </a:gs>
                </a:gsLst>
                <a:lin ang="5400000" scaled="0"/>
              </a:gradFill>
            </a:endParaRP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2822579160"/>
      </p:ext>
    </p:extLst>
  </p:cSld>
  <p:clrMapOvr>
    <a:masterClrMapping/>
  </p:clrMapOvr>
  <p:timing>
    <p:tnLst>
      <p:par>
        <p:cTn id="1" dur="indefinite" restart="never" nodeType="tmRoot"/>
      </p:par>
    </p:tn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Content w/Photo on Righ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20835" y="1447801"/>
            <a:ext cx="5434948" cy="1178442"/>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09376" indent="0">
              <a:buNone/>
              <a:defRPr sz="2700" b="1"/>
            </a:lvl2pPr>
            <a:lvl3pPr marL="1218753" indent="0">
              <a:buNone/>
              <a:defRPr sz="2400" b="1"/>
            </a:lvl3pPr>
            <a:lvl4pPr marL="1828129" indent="0">
              <a:buNone/>
              <a:defRPr sz="2100" b="1"/>
            </a:lvl4pPr>
            <a:lvl5pPr marL="2437505" indent="0">
              <a:buNone/>
              <a:defRPr sz="2100" b="1"/>
            </a:lvl5pPr>
            <a:lvl6pPr marL="3046882" indent="0">
              <a:buNone/>
              <a:defRPr sz="2100" b="1"/>
            </a:lvl6pPr>
            <a:lvl7pPr marL="3656258" indent="0">
              <a:buNone/>
              <a:defRPr sz="2100" b="1"/>
            </a:lvl7pPr>
            <a:lvl8pPr marL="4265633" indent="0">
              <a:buNone/>
              <a:defRPr sz="2100" b="1"/>
            </a:lvl8pPr>
            <a:lvl9pPr marL="4875010" indent="0">
              <a:buNone/>
              <a:defRPr sz="2100" b="1"/>
            </a:lvl9pPr>
          </a:lstStyle>
          <a:p>
            <a:pPr lvl="0"/>
            <a:r>
              <a:rPr lang="en-US" dirty="0" smtClean="0"/>
              <a:t>Click to edit Master text styles.</a:t>
            </a:r>
          </a:p>
        </p:txBody>
      </p:sp>
      <p:sp>
        <p:nvSpPr>
          <p:cNvPr id="10" name="Slide Number Placeholder 9"/>
          <p:cNvSpPr>
            <a:spLocks noGrp="1"/>
          </p:cNvSpPr>
          <p:nvPr>
            <p:ph type="sldNum" sz="quarter" idx="12"/>
          </p:nvPr>
        </p:nvSpPr>
        <p:spPr>
          <a:xfrm>
            <a:off x="520835"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188"/>
            <a:fld id="{727B4C2D-45E2-4621-8491-2995EB46A674}" type="slidenum">
              <a:rPr lang="en-US" smtClean="0">
                <a:gradFill>
                  <a:gsLst>
                    <a:gs pos="100000">
                      <a:srgbClr val="797A7D"/>
                    </a:gs>
                    <a:gs pos="0">
                      <a:srgbClr val="797A7D"/>
                    </a:gs>
                  </a:gsLst>
                  <a:lin ang="5400000" scaled="0"/>
                </a:gradFill>
              </a:rPr>
              <a:pPr defTabSz="914188"/>
              <a:t>‹#›</a:t>
            </a:fld>
            <a:endParaRPr lang="en-US" dirty="0">
              <a:gradFill>
                <a:gsLst>
                  <a:gs pos="100000">
                    <a:srgbClr val="797A7D"/>
                  </a:gs>
                  <a:gs pos="0">
                    <a:srgbClr val="797A7D"/>
                  </a:gs>
                </a:gsLst>
                <a:lin ang="5400000" scaled="0"/>
              </a:gradFill>
            </a:endParaRPr>
          </a:p>
        </p:txBody>
      </p:sp>
      <p:sp>
        <p:nvSpPr>
          <p:cNvPr id="9" name="Content Placeholder 5"/>
          <p:cNvSpPr>
            <a:spLocks noGrp="1"/>
          </p:cNvSpPr>
          <p:nvPr>
            <p:ph sz="quarter" idx="13"/>
          </p:nvPr>
        </p:nvSpPr>
        <p:spPr>
          <a:xfrm>
            <a:off x="520835" y="2734985"/>
            <a:ext cx="5445583" cy="60939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064" indent="-380860">
              <a:defRPr lang="en-US" sz="2100" kern="1200" dirty="0" smtClean="0">
                <a:solidFill>
                  <a:schemeClr val="bg2">
                    <a:lumMod val="50000"/>
                  </a:schemeClr>
                </a:solidFill>
                <a:latin typeface="+mn-lt"/>
                <a:ea typeface="+mn-ea"/>
                <a:cs typeface="Arial" pitchFamily="34" charset="0"/>
              </a:defRPr>
            </a:lvl2pPr>
            <a:lvl3pPr marL="914064" indent="-228516">
              <a:defRPr lang="en-US" sz="1900" kern="1200" dirty="0" smtClean="0">
                <a:solidFill>
                  <a:schemeClr val="bg2">
                    <a:lumMod val="50000"/>
                  </a:schemeClr>
                </a:solidFill>
                <a:latin typeface="+mn-lt"/>
                <a:ea typeface="+mn-ea"/>
                <a:cs typeface="Arial" pitchFamily="34" charset="0"/>
              </a:defRPr>
            </a:lvl3pPr>
            <a:lvl4pPr marL="1218753" indent="-228516">
              <a:defRPr lang="en-US" sz="1600" kern="1200" dirty="0" smtClean="0">
                <a:solidFill>
                  <a:schemeClr val="bg2">
                    <a:lumMod val="50000"/>
                  </a:schemeClr>
                </a:solidFill>
                <a:latin typeface="+mn-lt"/>
                <a:ea typeface="+mn-ea"/>
                <a:cs typeface="Arial" pitchFamily="34" charset="0"/>
              </a:defRPr>
            </a:lvl4pPr>
            <a:lvl5pPr marL="1447269" indent="-228516">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6210330" y="0"/>
            <a:ext cx="5981670" cy="6858000"/>
          </a:xfrm>
        </p:spPr>
        <p:txBody>
          <a:bodyPr lIns="182880" anchor="ctr"/>
          <a:lstStyle>
            <a:lvl1pPr marL="0" indent="0" algn="l">
              <a:buNone/>
              <a:defRPr/>
            </a:lvl1pPr>
          </a:lstStyle>
          <a:p>
            <a:r>
              <a:rPr lang="en-US" dirty="0" smtClean="0"/>
              <a:t>Click to insert photo.</a:t>
            </a:r>
            <a:endParaRPr lang="en-US"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3481446867"/>
      </p:ext>
    </p:extLst>
  </p:cSld>
  <p:clrMapOvr>
    <a:masterClrMapping/>
  </p:clrMapOvr>
  <p:timing>
    <p:tnLst>
      <p:par>
        <p:cTn id="1" dur="indefinite" restart="never" nodeType="tmRoot"/>
      </p:par>
    </p:tn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ontent w/Photo on Lef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6219711" y="1447801"/>
            <a:ext cx="5434948" cy="1178442"/>
          </a:xfrm>
          <a:prstGeom prst="rect">
            <a:avLst/>
          </a:prstGeom>
        </p:spPr>
        <p:txBody>
          <a:bodyPr>
            <a:noAutofit/>
          </a:bodyPr>
          <a:lstStyle>
            <a:lvl1pPr marL="0" indent="0">
              <a:buNone/>
              <a:defRPr sz="4000" b="0" cap="none" baseline="0">
                <a:gradFill>
                  <a:gsLst>
                    <a:gs pos="100000">
                      <a:schemeClr val="tx2"/>
                    </a:gs>
                    <a:gs pos="0">
                      <a:schemeClr val="tx2"/>
                    </a:gs>
                  </a:gsLst>
                  <a:lin ang="5400000" scaled="0"/>
                </a:gradFill>
                <a:latin typeface="+mj-lt"/>
              </a:defRPr>
            </a:lvl1pPr>
            <a:lvl2pPr marL="609376" indent="0">
              <a:buNone/>
              <a:defRPr sz="2700" b="1"/>
            </a:lvl2pPr>
            <a:lvl3pPr marL="1218753" indent="0">
              <a:buNone/>
              <a:defRPr sz="2400" b="1"/>
            </a:lvl3pPr>
            <a:lvl4pPr marL="1828129" indent="0">
              <a:buNone/>
              <a:defRPr sz="2100" b="1"/>
            </a:lvl4pPr>
            <a:lvl5pPr marL="2437505" indent="0">
              <a:buNone/>
              <a:defRPr sz="2100" b="1"/>
            </a:lvl5pPr>
            <a:lvl6pPr marL="3046882" indent="0">
              <a:buNone/>
              <a:defRPr sz="2100" b="1"/>
            </a:lvl6pPr>
            <a:lvl7pPr marL="3656258" indent="0">
              <a:buNone/>
              <a:defRPr sz="2100" b="1"/>
            </a:lvl7pPr>
            <a:lvl8pPr marL="4265633" indent="0">
              <a:buNone/>
              <a:defRPr sz="2100" b="1"/>
            </a:lvl8pPr>
            <a:lvl9pPr marL="4875010" indent="0">
              <a:buNone/>
              <a:defRPr sz="2100" b="1"/>
            </a:lvl9pPr>
          </a:lstStyle>
          <a:p>
            <a:pPr lvl="0"/>
            <a:r>
              <a:rPr lang="en-US" dirty="0" smtClean="0"/>
              <a:t>Click to edit Master text styles.</a:t>
            </a:r>
          </a:p>
        </p:txBody>
      </p:sp>
      <p:sp>
        <p:nvSpPr>
          <p:cNvPr id="9" name="Content Placeholder 5"/>
          <p:cNvSpPr>
            <a:spLocks noGrp="1"/>
          </p:cNvSpPr>
          <p:nvPr>
            <p:ph sz="quarter" idx="13"/>
          </p:nvPr>
        </p:nvSpPr>
        <p:spPr>
          <a:xfrm>
            <a:off x="6219711" y="2734985"/>
            <a:ext cx="5445583" cy="60939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064" indent="-380860">
              <a:defRPr lang="en-US" sz="2100" kern="1200" dirty="0" smtClean="0">
                <a:solidFill>
                  <a:schemeClr val="bg2">
                    <a:lumMod val="50000"/>
                  </a:schemeClr>
                </a:solidFill>
                <a:latin typeface="+mn-lt"/>
                <a:ea typeface="+mn-ea"/>
                <a:cs typeface="Arial" pitchFamily="34" charset="0"/>
              </a:defRPr>
            </a:lvl2pPr>
            <a:lvl3pPr marL="914064" indent="-228516">
              <a:defRPr lang="en-US" sz="1900" kern="1200" dirty="0" smtClean="0">
                <a:solidFill>
                  <a:schemeClr val="bg2">
                    <a:lumMod val="50000"/>
                  </a:schemeClr>
                </a:solidFill>
                <a:latin typeface="+mn-lt"/>
                <a:ea typeface="+mn-ea"/>
                <a:cs typeface="Arial" pitchFamily="34" charset="0"/>
              </a:defRPr>
            </a:lvl3pPr>
            <a:lvl4pPr marL="1218753" indent="-228516">
              <a:defRPr lang="en-US" sz="1600" kern="1200" dirty="0" smtClean="0">
                <a:solidFill>
                  <a:schemeClr val="bg2">
                    <a:lumMod val="50000"/>
                  </a:schemeClr>
                </a:solidFill>
                <a:latin typeface="+mn-lt"/>
                <a:ea typeface="+mn-ea"/>
                <a:cs typeface="Arial" pitchFamily="34" charset="0"/>
              </a:defRPr>
            </a:lvl4pPr>
            <a:lvl5pPr marL="1447269" indent="-228516">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1" y="0"/>
            <a:ext cx="5981670" cy="6858000"/>
          </a:xfrm>
        </p:spPr>
        <p:txBody>
          <a:bodyPr lIns="182880" anchor="ctr"/>
          <a:lstStyle>
            <a:lvl1pPr marL="0" indent="0" algn="l">
              <a:buNone/>
              <a:defRPr/>
            </a:lvl1pPr>
          </a:lstStyle>
          <a:p>
            <a:r>
              <a:rPr lang="en-US" dirty="0" smtClean="0"/>
              <a:t>Click to insert photo.</a:t>
            </a:r>
            <a:endParaRPr lang="en-US"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4039869205"/>
      </p:ext>
    </p:extLst>
  </p:cSld>
  <p:clrMapOvr>
    <a:masterClrMapping/>
  </p:clrMapOvr>
  <p:timing>
    <p:tnLst>
      <p:par>
        <p:cTn id="1" dur="indefinite" restart="never" nodeType="tmRoot"/>
      </p:par>
    </p:tn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lor Block Header on Left &amp; Text on Right ">
    <p:spTree>
      <p:nvGrpSpPr>
        <p:cNvPr id="1" name=""/>
        <p:cNvGrpSpPr/>
        <p:nvPr/>
      </p:nvGrpSpPr>
      <p:grpSpPr>
        <a:xfrm>
          <a:off x="0" y="0"/>
          <a:ext cx="0" cy="0"/>
          <a:chOff x="0" y="0"/>
          <a:chExt cx="0" cy="0"/>
        </a:xfrm>
      </p:grpSpPr>
      <p:sp>
        <p:nvSpPr>
          <p:cNvPr id="2" name="Rectangle 1"/>
          <p:cNvSpPr/>
          <p:nvPr userDrawn="1"/>
        </p:nvSpPr>
        <p:spPr bwMode="white">
          <a:xfrm>
            <a:off x="-9527" y="0"/>
            <a:ext cx="5988023"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ctr" anchorCtr="0" forceAA="0" compatLnSpc="1">
            <a:prstTxWarp prst="textNoShape">
              <a:avLst/>
            </a:prstTxWarp>
            <a:noAutofit/>
          </a:bodyPr>
          <a:lstStyle/>
          <a:p>
            <a:pPr marL="0" marR="0" lvl="0" indent="0" algn="ctr" defTabSz="913924"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smtClean="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 name="Text Placeholder 2"/>
          <p:cNvSpPr>
            <a:spLocks noGrp="1"/>
          </p:cNvSpPr>
          <p:nvPr>
            <p:ph type="body" idx="1" hasCustomPrompt="1"/>
          </p:nvPr>
        </p:nvSpPr>
        <p:spPr>
          <a:xfrm>
            <a:off x="520835" y="1447801"/>
            <a:ext cx="5233764" cy="1661993"/>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376" indent="0">
              <a:buNone/>
              <a:defRPr sz="2700" b="1"/>
            </a:lvl2pPr>
            <a:lvl3pPr marL="1218753" indent="0">
              <a:buNone/>
              <a:defRPr sz="2400" b="1"/>
            </a:lvl3pPr>
            <a:lvl4pPr marL="1828129" indent="0">
              <a:buNone/>
              <a:defRPr sz="2100" b="1"/>
            </a:lvl4pPr>
            <a:lvl5pPr marL="2437505" indent="0">
              <a:buNone/>
              <a:defRPr sz="2100" b="1"/>
            </a:lvl5pPr>
            <a:lvl6pPr marL="3046882" indent="0">
              <a:buNone/>
              <a:defRPr sz="2100" b="1"/>
            </a:lvl6pPr>
            <a:lvl7pPr marL="3656258" indent="0">
              <a:buNone/>
              <a:defRPr sz="2100" b="1"/>
            </a:lvl7pPr>
            <a:lvl8pPr marL="4265633" indent="0">
              <a:buNone/>
              <a:defRPr sz="2100" b="1"/>
            </a:lvl8pPr>
            <a:lvl9pPr marL="4875010" indent="0">
              <a:buNone/>
              <a:defRPr sz="2100" b="1"/>
            </a:lvl9pPr>
          </a:lstStyle>
          <a:p>
            <a:pPr lvl="0"/>
            <a:r>
              <a:rPr lang="en-US" dirty="0" smtClean="0"/>
              <a:t>Click to edit Master text styles.</a:t>
            </a:r>
          </a:p>
        </p:txBody>
      </p:sp>
      <p:sp>
        <p:nvSpPr>
          <p:cNvPr id="6" name="Content Placeholder 5"/>
          <p:cNvSpPr>
            <a:spLocks noGrp="1"/>
          </p:cNvSpPr>
          <p:nvPr>
            <p:ph sz="quarter" idx="4"/>
          </p:nvPr>
        </p:nvSpPr>
        <p:spPr>
          <a:xfrm>
            <a:off x="6189760" y="1681905"/>
            <a:ext cx="5486169" cy="332399"/>
          </a:xfrm>
          <a:prstGeom prst="rect">
            <a:avLst/>
          </a:prstGeom>
        </p:spPr>
        <p:txBody>
          <a:bodyPr>
            <a:noAutofit/>
          </a:bodyPr>
          <a:lstStyle>
            <a:lvl1pPr marL="0" indent="0">
              <a:spcBef>
                <a:spcPts val="1200"/>
              </a:spcBef>
              <a:buNone/>
              <a:defRPr lang="en-US" sz="2000" kern="1200" spc="0" dirty="0" smtClean="0">
                <a:gradFill>
                  <a:gsLst>
                    <a:gs pos="100000">
                      <a:schemeClr val="bg2"/>
                    </a:gs>
                    <a:gs pos="0">
                      <a:schemeClr val="bg2"/>
                    </a:gs>
                  </a:gsLst>
                  <a:lin ang="5400000" scaled="0"/>
                </a:gradFill>
                <a:latin typeface="+mn-lt"/>
                <a:ea typeface="+mn-ea"/>
                <a:cs typeface="Segoe UI" pitchFamily="34" charset="0"/>
              </a:defRPr>
            </a:lvl1pPr>
            <a:lvl2pPr marL="914064" indent="-380860">
              <a:defRPr lang="en-US" sz="2100" kern="1200" dirty="0" smtClean="0">
                <a:solidFill>
                  <a:schemeClr val="bg2">
                    <a:lumMod val="50000"/>
                  </a:schemeClr>
                </a:solidFill>
                <a:latin typeface="+mn-lt"/>
                <a:ea typeface="+mn-ea"/>
                <a:cs typeface="Arial" pitchFamily="34" charset="0"/>
              </a:defRPr>
            </a:lvl2pPr>
            <a:lvl3pPr marL="914064" indent="-228516">
              <a:defRPr lang="en-US" sz="1900" kern="1200" dirty="0" smtClean="0">
                <a:solidFill>
                  <a:schemeClr val="bg2">
                    <a:lumMod val="50000"/>
                  </a:schemeClr>
                </a:solidFill>
                <a:latin typeface="+mn-lt"/>
                <a:ea typeface="+mn-ea"/>
                <a:cs typeface="Arial" pitchFamily="34" charset="0"/>
              </a:defRPr>
            </a:lvl3pPr>
            <a:lvl4pPr marL="1218753" indent="-228516">
              <a:defRPr lang="en-US" sz="1600" kern="1200" dirty="0" smtClean="0">
                <a:solidFill>
                  <a:schemeClr val="bg2">
                    <a:lumMod val="50000"/>
                  </a:schemeClr>
                </a:solidFill>
                <a:latin typeface="+mn-lt"/>
                <a:ea typeface="+mn-ea"/>
                <a:cs typeface="Arial" pitchFamily="34" charset="0"/>
              </a:defRPr>
            </a:lvl4pPr>
            <a:lvl5pPr marL="1447269" indent="-228516">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3985031323"/>
      </p:ext>
    </p:extLst>
  </p:cSld>
  <p:clrMapOvr>
    <a:masterClrMapping/>
  </p:clrMapOvr>
  <p:timing>
    <p:tnLst>
      <p:par>
        <p:cTn id="1" dur="indefinite" restart="never" nodeType="tmRoot"/>
      </p:par>
    </p:tnLst>
  </p:timing>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Color Block text w/Photo on Right">
    <p:spTree>
      <p:nvGrpSpPr>
        <p:cNvPr id="1" name=""/>
        <p:cNvGrpSpPr/>
        <p:nvPr/>
      </p:nvGrpSpPr>
      <p:grpSpPr>
        <a:xfrm>
          <a:off x="0" y="0"/>
          <a:ext cx="0" cy="0"/>
          <a:chOff x="0" y="0"/>
          <a:chExt cx="0" cy="0"/>
        </a:xfrm>
      </p:grpSpPr>
      <p:sp>
        <p:nvSpPr>
          <p:cNvPr id="7" name="Rectangle 6"/>
          <p:cNvSpPr/>
          <p:nvPr userDrawn="1"/>
        </p:nvSpPr>
        <p:spPr bwMode="white">
          <a:xfrm>
            <a:off x="1" y="0"/>
            <a:ext cx="622144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ctr" anchorCtr="0" forceAA="0" compatLnSpc="1">
            <a:prstTxWarp prst="textNoShape">
              <a:avLst/>
            </a:prstTxWarp>
            <a:noAutofit/>
          </a:bodyPr>
          <a:lstStyle/>
          <a:p>
            <a:pPr marL="0" marR="0" lvl="0" indent="0" algn="ctr" defTabSz="913924"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smtClean="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 name="Text Placeholder 2"/>
          <p:cNvSpPr>
            <a:spLocks noGrp="1"/>
          </p:cNvSpPr>
          <p:nvPr>
            <p:ph type="body" idx="1" hasCustomPrompt="1"/>
          </p:nvPr>
        </p:nvSpPr>
        <p:spPr>
          <a:xfrm>
            <a:off x="520835" y="1447801"/>
            <a:ext cx="5434948" cy="1178442"/>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376" indent="0">
              <a:buNone/>
              <a:defRPr sz="2700" b="1"/>
            </a:lvl2pPr>
            <a:lvl3pPr marL="1218753" indent="0">
              <a:buNone/>
              <a:defRPr sz="2400" b="1"/>
            </a:lvl3pPr>
            <a:lvl4pPr marL="1828129" indent="0">
              <a:buNone/>
              <a:defRPr sz="2100" b="1"/>
            </a:lvl4pPr>
            <a:lvl5pPr marL="2437505" indent="0">
              <a:buNone/>
              <a:defRPr sz="2100" b="1"/>
            </a:lvl5pPr>
            <a:lvl6pPr marL="3046882" indent="0">
              <a:buNone/>
              <a:defRPr sz="2100" b="1"/>
            </a:lvl6pPr>
            <a:lvl7pPr marL="3656258" indent="0">
              <a:buNone/>
              <a:defRPr sz="2100" b="1"/>
            </a:lvl7pPr>
            <a:lvl8pPr marL="4265633" indent="0">
              <a:buNone/>
              <a:defRPr sz="2100" b="1"/>
            </a:lvl8pPr>
            <a:lvl9pPr marL="4875010" indent="0">
              <a:buNone/>
              <a:defRPr sz="2100" b="1"/>
            </a:lvl9pPr>
          </a:lstStyle>
          <a:p>
            <a:pPr lvl="0"/>
            <a:r>
              <a:rPr lang="en-US" dirty="0" smtClean="0"/>
              <a:t>Click to edit Master text styles.</a:t>
            </a:r>
          </a:p>
        </p:txBody>
      </p:sp>
      <p:sp>
        <p:nvSpPr>
          <p:cNvPr id="9" name="Content Placeholder 5"/>
          <p:cNvSpPr>
            <a:spLocks noGrp="1"/>
          </p:cNvSpPr>
          <p:nvPr>
            <p:ph sz="quarter" idx="13"/>
          </p:nvPr>
        </p:nvSpPr>
        <p:spPr>
          <a:xfrm>
            <a:off x="520835" y="2734985"/>
            <a:ext cx="5445583" cy="60939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14064" indent="-380860">
              <a:defRPr lang="en-US" sz="2100" kern="1200" dirty="0" smtClean="0">
                <a:solidFill>
                  <a:schemeClr val="bg2">
                    <a:lumMod val="50000"/>
                  </a:schemeClr>
                </a:solidFill>
                <a:latin typeface="+mn-lt"/>
                <a:ea typeface="+mn-ea"/>
                <a:cs typeface="Arial" pitchFamily="34" charset="0"/>
              </a:defRPr>
            </a:lvl2pPr>
            <a:lvl3pPr marL="914064" indent="-228516">
              <a:defRPr lang="en-US" sz="1900" kern="1200" dirty="0" smtClean="0">
                <a:solidFill>
                  <a:schemeClr val="bg2">
                    <a:lumMod val="50000"/>
                  </a:schemeClr>
                </a:solidFill>
                <a:latin typeface="+mn-lt"/>
                <a:ea typeface="+mn-ea"/>
                <a:cs typeface="Arial" pitchFamily="34" charset="0"/>
              </a:defRPr>
            </a:lvl3pPr>
            <a:lvl4pPr marL="1218753" indent="-228516">
              <a:defRPr lang="en-US" sz="1600" kern="1200" dirty="0" smtClean="0">
                <a:solidFill>
                  <a:schemeClr val="bg2">
                    <a:lumMod val="50000"/>
                  </a:schemeClr>
                </a:solidFill>
                <a:latin typeface="+mn-lt"/>
                <a:ea typeface="+mn-ea"/>
                <a:cs typeface="Arial" pitchFamily="34" charset="0"/>
              </a:defRPr>
            </a:lvl4pPr>
            <a:lvl5pPr marL="1447269" indent="-228516">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6210330" y="0"/>
            <a:ext cx="5981670" cy="6858000"/>
          </a:xfrm>
        </p:spPr>
        <p:txBody>
          <a:bodyPr lIns="182880" anchor="ctr"/>
          <a:lstStyle>
            <a:lvl1pPr marL="0" indent="0" algn="l">
              <a:buNone/>
              <a:defRPr/>
            </a:lvl1pPr>
          </a:lstStyle>
          <a:p>
            <a:r>
              <a:rPr lang="en-US" dirty="0" smtClean="0"/>
              <a:t>Click to insert photo.</a:t>
            </a:r>
            <a:endParaRPr lang="en-US" dirty="0"/>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3985269578"/>
      </p:ext>
    </p:extLst>
  </p:cSld>
  <p:clrMapOvr>
    <a:masterClrMapping/>
  </p:clrMapOvr>
  <p:timing>
    <p:tnLst>
      <p:par>
        <p:cTn id="1" dur="indefinite" restart="never" nodeType="tmRoot"/>
      </p:par>
    </p:tn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Color Block text w/Photo on Left">
    <p:spTree>
      <p:nvGrpSpPr>
        <p:cNvPr id="1" name=""/>
        <p:cNvGrpSpPr/>
        <p:nvPr/>
      </p:nvGrpSpPr>
      <p:grpSpPr>
        <a:xfrm>
          <a:off x="0" y="0"/>
          <a:ext cx="0" cy="0"/>
          <a:chOff x="0" y="0"/>
          <a:chExt cx="0" cy="0"/>
        </a:xfrm>
      </p:grpSpPr>
      <p:sp>
        <p:nvSpPr>
          <p:cNvPr id="7" name="Rectangle 6"/>
          <p:cNvSpPr/>
          <p:nvPr userDrawn="1"/>
        </p:nvSpPr>
        <p:spPr bwMode="white">
          <a:xfrm>
            <a:off x="5968968" y="0"/>
            <a:ext cx="6223031"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ctr" anchorCtr="0" forceAA="0" compatLnSpc="1">
            <a:prstTxWarp prst="textNoShape">
              <a:avLst/>
            </a:prstTxWarp>
            <a:noAutofit/>
          </a:bodyPr>
          <a:lstStyle/>
          <a:p>
            <a:pPr marL="0" marR="0" lvl="0" indent="0" algn="ctr" defTabSz="913924"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smtClean="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 name="Text Placeholder 2"/>
          <p:cNvSpPr>
            <a:spLocks noGrp="1"/>
          </p:cNvSpPr>
          <p:nvPr>
            <p:ph type="body" idx="1" hasCustomPrompt="1"/>
          </p:nvPr>
        </p:nvSpPr>
        <p:spPr>
          <a:xfrm>
            <a:off x="6219711" y="1447801"/>
            <a:ext cx="5434948" cy="1178442"/>
          </a:xfrm>
          <a:prstGeom prst="rect">
            <a:avLst/>
          </a:prstGeom>
        </p:spPr>
        <p:txBody>
          <a:bodyPr>
            <a:noAutofit/>
          </a:bodyPr>
          <a:lstStyle>
            <a:lvl1pPr marL="0" indent="0">
              <a:buNone/>
              <a:defRPr sz="4000" b="0" cap="none" baseline="0">
                <a:gradFill>
                  <a:gsLst>
                    <a:gs pos="100000">
                      <a:schemeClr val="bg1"/>
                    </a:gs>
                    <a:gs pos="0">
                      <a:schemeClr val="bg1"/>
                    </a:gs>
                  </a:gsLst>
                  <a:lin ang="5400000" scaled="0"/>
                </a:gradFill>
                <a:latin typeface="+mj-lt"/>
              </a:defRPr>
            </a:lvl1pPr>
            <a:lvl2pPr marL="609376" indent="0">
              <a:buNone/>
              <a:defRPr sz="2700" b="1"/>
            </a:lvl2pPr>
            <a:lvl3pPr marL="1218753" indent="0">
              <a:buNone/>
              <a:defRPr sz="2400" b="1"/>
            </a:lvl3pPr>
            <a:lvl4pPr marL="1828129" indent="0">
              <a:buNone/>
              <a:defRPr sz="2100" b="1"/>
            </a:lvl4pPr>
            <a:lvl5pPr marL="2437505" indent="0">
              <a:buNone/>
              <a:defRPr sz="2100" b="1"/>
            </a:lvl5pPr>
            <a:lvl6pPr marL="3046882" indent="0">
              <a:buNone/>
              <a:defRPr sz="2100" b="1"/>
            </a:lvl6pPr>
            <a:lvl7pPr marL="3656258" indent="0">
              <a:buNone/>
              <a:defRPr sz="2100" b="1"/>
            </a:lvl7pPr>
            <a:lvl8pPr marL="4265633" indent="0">
              <a:buNone/>
              <a:defRPr sz="2100" b="1"/>
            </a:lvl8pPr>
            <a:lvl9pPr marL="4875010" indent="0">
              <a:buNone/>
              <a:defRPr sz="2100" b="1"/>
            </a:lvl9pPr>
          </a:lstStyle>
          <a:p>
            <a:pPr lvl="0"/>
            <a:r>
              <a:rPr lang="en-US" dirty="0" smtClean="0"/>
              <a:t>Click to edit Master text styles.</a:t>
            </a:r>
          </a:p>
        </p:txBody>
      </p:sp>
      <p:sp>
        <p:nvSpPr>
          <p:cNvPr id="9" name="Content Placeholder 5"/>
          <p:cNvSpPr>
            <a:spLocks noGrp="1"/>
          </p:cNvSpPr>
          <p:nvPr>
            <p:ph sz="quarter" idx="13"/>
          </p:nvPr>
        </p:nvSpPr>
        <p:spPr>
          <a:xfrm>
            <a:off x="6219711" y="2734985"/>
            <a:ext cx="5445583" cy="609398"/>
          </a:xfrm>
          <a:prstGeom prst="rect">
            <a:avLst/>
          </a:prstGeom>
        </p:spPr>
        <p:txBody>
          <a:bodyPr>
            <a:noAutofit/>
          </a:bodyPr>
          <a:lstStyle>
            <a:lvl1pPr marL="0" indent="0">
              <a:spcBef>
                <a:spcPts val="1200"/>
              </a:spcBef>
              <a:buFont typeface="Arial" pitchFamily="34" charset="0"/>
              <a:buNone/>
              <a:defRPr lang="en-US" sz="2000" kern="1200" spc="0" dirty="0" smtClean="0">
                <a:gradFill>
                  <a:gsLst>
                    <a:gs pos="100000">
                      <a:schemeClr val="bg1"/>
                    </a:gs>
                    <a:gs pos="0">
                      <a:schemeClr val="bg1"/>
                    </a:gs>
                  </a:gsLst>
                  <a:lin ang="5400000" scaled="0"/>
                </a:gradFill>
                <a:latin typeface="+mn-lt"/>
                <a:ea typeface="+mn-ea"/>
                <a:cs typeface="Segoe UI" pitchFamily="34" charset="0"/>
              </a:defRPr>
            </a:lvl1pPr>
            <a:lvl2pPr marL="914064" indent="-380860">
              <a:defRPr lang="en-US" sz="2100" kern="1200" dirty="0" smtClean="0">
                <a:solidFill>
                  <a:schemeClr val="bg2">
                    <a:lumMod val="50000"/>
                  </a:schemeClr>
                </a:solidFill>
                <a:latin typeface="+mn-lt"/>
                <a:ea typeface="+mn-ea"/>
                <a:cs typeface="Arial" pitchFamily="34" charset="0"/>
              </a:defRPr>
            </a:lvl2pPr>
            <a:lvl3pPr marL="914064" indent="-228516">
              <a:defRPr lang="en-US" sz="1900" kern="1200" dirty="0" smtClean="0">
                <a:solidFill>
                  <a:schemeClr val="bg2">
                    <a:lumMod val="50000"/>
                  </a:schemeClr>
                </a:solidFill>
                <a:latin typeface="+mn-lt"/>
                <a:ea typeface="+mn-ea"/>
                <a:cs typeface="Arial" pitchFamily="34" charset="0"/>
              </a:defRPr>
            </a:lvl3pPr>
            <a:lvl4pPr marL="1218753" indent="-228516">
              <a:defRPr lang="en-US" sz="1600" kern="1200" dirty="0" smtClean="0">
                <a:solidFill>
                  <a:schemeClr val="bg2">
                    <a:lumMod val="50000"/>
                  </a:schemeClr>
                </a:solidFill>
                <a:latin typeface="+mn-lt"/>
                <a:ea typeface="+mn-ea"/>
                <a:cs typeface="Arial" pitchFamily="34" charset="0"/>
              </a:defRPr>
            </a:lvl4pPr>
            <a:lvl5pPr marL="1447269" indent="-228516">
              <a:defRPr lang="en-US" sz="1600" kern="1200" dirty="0">
                <a:solidFill>
                  <a:schemeClr val="bg2">
                    <a:lumMod val="50000"/>
                  </a:schemeClr>
                </a:solidFill>
                <a:latin typeface="+mn-lt"/>
                <a:ea typeface="+mn-ea"/>
                <a:cs typeface="Arial" pitchFamily="34" charset="0"/>
              </a:defRPr>
            </a:lvl5pPr>
            <a:lvl6pPr>
              <a:defRPr sz="2100"/>
            </a:lvl6pPr>
            <a:lvl7pPr>
              <a:defRPr sz="2100"/>
            </a:lvl7pPr>
            <a:lvl8pPr>
              <a:defRPr sz="2100"/>
            </a:lvl8pPr>
            <a:lvl9pPr>
              <a:defRPr sz="2100"/>
            </a:lvl9pPr>
          </a:lstStyle>
          <a:p>
            <a:pPr lvl="0"/>
            <a:r>
              <a:rPr lang="en-US" smtClean="0"/>
              <a:t>Click to edit Master text styles</a:t>
            </a:r>
          </a:p>
        </p:txBody>
      </p:sp>
      <p:sp>
        <p:nvSpPr>
          <p:cNvPr id="4" name="Picture Placeholder 3"/>
          <p:cNvSpPr>
            <a:spLocks noGrp="1"/>
          </p:cNvSpPr>
          <p:nvPr>
            <p:ph type="pic" sz="quarter" idx="14" hasCustomPrompt="1"/>
          </p:nvPr>
        </p:nvSpPr>
        <p:spPr>
          <a:xfrm>
            <a:off x="1" y="0"/>
            <a:ext cx="5981670" cy="6858000"/>
          </a:xfrm>
        </p:spPr>
        <p:txBody>
          <a:bodyPr lIns="182880" anchor="ctr"/>
          <a:lstStyle>
            <a:lvl1pPr marL="0" indent="0" algn="l">
              <a:buNone/>
              <a:defRPr/>
            </a:lvl1pPr>
          </a:lstStyle>
          <a:p>
            <a:r>
              <a:rPr lang="en-US" dirty="0" smtClean="0"/>
              <a:t>Click to insert photo.</a:t>
            </a:r>
            <a:endParaRPr lang="en-US" dirty="0"/>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5967" y="6014914"/>
            <a:ext cx="1739313" cy="815899"/>
          </a:xfrm>
          <a:prstGeom prst="rect">
            <a:avLst/>
          </a:prstGeom>
        </p:spPr>
      </p:pic>
    </p:spTree>
    <p:extLst>
      <p:ext uri="{BB962C8B-B14F-4D97-AF65-F5344CB8AC3E}">
        <p14:creationId xmlns:p14="http://schemas.microsoft.com/office/powerpoint/2010/main" val="3141314986"/>
      </p:ext>
    </p:extLst>
  </p:cSld>
  <p:clrMapOvr>
    <a:masterClrMapping/>
  </p:clrMapOvr>
  <p:timing>
    <p:tnLst>
      <p:par>
        <p:cTn id="1" dur="indefinite" restart="never" nodeType="tmRoot"/>
      </p:par>
    </p:tn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Color Block Quote ">
    <p:spTree>
      <p:nvGrpSpPr>
        <p:cNvPr id="1" name=""/>
        <p:cNvGrpSpPr/>
        <p:nvPr/>
      </p:nvGrpSpPr>
      <p:grpSpPr>
        <a:xfrm>
          <a:off x="0" y="0"/>
          <a:ext cx="0" cy="0"/>
          <a:chOff x="0" y="0"/>
          <a:chExt cx="0" cy="0"/>
        </a:xfrm>
      </p:grpSpPr>
      <p:sp>
        <p:nvSpPr>
          <p:cNvPr id="2" name="Rectangle 1"/>
          <p:cNvSpPr/>
          <p:nvPr userDrawn="1"/>
        </p:nvSpPr>
        <p:spPr bwMode="white">
          <a:xfrm>
            <a:off x="1" y="857250"/>
            <a:ext cx="12192000" cy="512445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ctr" anchorCtr="0" forceAA="0" compatLnSpc="1">
            <a:prstTxWarp prst="textNoShape">
              <a:avLst/>
            </a:prstTxWarp>
            <a:noAutofit/>
          </a:bodyPr>
          <a:lstStyle/>
          <a:p>
            <a:pPr marL="0" marR="0" lvl="0" indent="0" algn="ctr" defTabSz="913924"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dirty="0" smtClean="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Content Placeholder 4"/>
          <p:cNvSpPr>
            <a:spLocks noGrp="1"/>
          </p:cNvSpPr>
          <p:nvPr>
            <p:ph sz="quarter" idx="11" hasCustomPrompt="1"/>
          </p:nvPr>
        </p:nvSpPr>
        <p:spPr>
          <a:xfrm>
            <a:off x="520835" y="1358054"/>
            <a:ext cx="11155093" cy="2863073"/>
          </a:xfrm>
          <a:prstGeom prst="rect">
            <a:avLst/>
          </a:prstGeom>
        </p:spPr>
        <p:txBody>
          <a:bodyPr>
            <a:normAutofit/>
          </a:bodyPr>
          <a:lstStyle>
            <a:lvl1pPr marL="0" indent="0">
              <a:lnSpc>
                <a:spcPct val="90000"/>
              </a:lnSpc>
              <a:buNone/>
              <a:defRPr sz="6398">
                <a:gradFill>
                  <a:gsLst>
                    <a:gs pos="100000">
                      <a:schemeClr val="bg1"/>
                    </a:gs>
                    <a:gs pos="0">
                      <a:schemeClr val="bg1"/>
                    </a:gs>
                  </a:gsLst>
                  <a:lin ang="5400000" scaled="0"/>
                </a:gradFill>
                <a:latin typeface="+mj-lt"/>
              </a:defRPr>
            </a:lvl1pPr>
            <a:lvl2pPr>
              <a:defRPr sz="6398">
                <a:solidFill>
                  <a:schemeClr val="tx2"/>
                </a:solidFill>
                <a:latin typeface="+mn-lt"/>
              </a:defRPr>
            </a:lvl2pPr>
          </a:lstStyle>
          <a:p>
            <a:pPr lvl="0"/>
            <a:r>
              <a:rPr lang="en-US" dirty="0" smtClean="0"/>
              <a:t>“Click to edit Master text styles”</a:t>
            </a:r>
          </a:p>
        </p:txBody>
      </p:sp>
      <p:sp>
        <p:nvSpPr>
          <p:cNvPr id="10" name="Slide Number Placeholder 9"/>
          <p:cNvSpPr>
            <a:spLocks noGrp="1"/>
          </p:cNvSpPr>
          <p:nvPr>
            <p:ph type="sldNum" sz="quarter" idx="12"/>
          </p:nvPr>
        </p:nvSpPr>
        <p:spPr>
          <a:xfrm>
            <a:off x="520835"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188"/>
            <a:fld id="{727B4C2D-45E2-4621-8491-2995EB46A674}" type="slidenum">
              <a:rPr lang="en-US" smtClean="0">
                <a:gradFill>
                  <a:gsLst>
                    <a:gs pos="100000">
                      <a:srgbClr val="797A7D"/>
                    </a:gs>
                    <a:gs pos="0">
                      <a:srgbClr val="797A7D"/>
                    </a:gs>
                  </a:gsLst>
                  <a:lin ang="5400000" scaled="0"/>
                </a:gradFill>
              </a:rPr>
              <a:pPr defTabSz="914188"/>
              <a:t>‹#›</a:t>
            </a:fld>
            <a:endParaRPr lang="en-US" dirty="0">
              <a:gradFill>
                <a:gsLst>
                  <a:gs pos="100000">
                    <a:srgbClr val="797A7D"/>
                  </a:gs>
                  <a:gs pos="0">
                    <a:srgbClr val="797A7D"/>
                  </a:gs>
                </a:gsLst>
                <a:lin ang="5400000" scaled="0"/>
              </a:gradFill>
            </a:endParaRPr>
          </a:p>
        </p:txBody>
      </p:sp>
      <p:sp>
        <p:nvSpPr>
          <p:cNvPr id="11" name="Content Placeholder 4"/>
          <p:cNvSpPr>
            <a:spLocks noGrp="1"/>
          </p:cNvSpPr>
          <p:nvPr>
            <p:ph sz="quarter" idx="13"/>
          </p:nvPr>
        </p:nvSpPr>
        <p:spPr>
          <a:xfrm>
            <a:off x="520835" y="4343401"/>
            <a:ext cx="11155093" cy="470747"/>
          </a:xfrm>
          <a:prstGeom prst="rect">
            <a:avLst/>
          </a:prstGeom>
        </p:spPr>
        <p:txBody>
          <a:bodyPr>
            <a:normAutofit/>
          </a:bodyPr>
          <a:lstStyle>
            <a:lvl1pPr marL="0" indent="0">
              <a:lnSpc>
                <a:spcPct val="90000"/>
              </a:lnSpc>
              <a:buNone/>
              <a:defRPr sz="3600">
                <a:gradFill>
                  <a:gsLst>
                    <a:gs pos="100000">
                      <a:schemeClr val="bg1"/>
                    </a:gs>
                    <a:gs pos="0">
                      <a:schemeClr val="bg1"/>
                    </a:gs>
                  </a:gsLst>
                  <a:lin ang="5400000" scaled="0"/>
                </a:gradFill>
                <a:latin typeface="+mj-lt"/>
              </a:defRPr>
            </a:lvl1pPr>
            <a:lvl2pPr>
              <a:defRPr sz="6398">
                <a:solidFill>
                  <a:schemeClr val="tx2"/>
                </a:solidFill>
                <a:latin typeface="+mn-lt"/>
              </a:defRPr>
            </a:lvl2pPr>
          </a:lstStyle>
          <a:p>
            <a:pPr lvl="0"/>
            <a:r>
              <a:rPr lang="en-US" smtClean="0"/>
              <a:t>Click to edit Master text styles</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1975841624"/>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1250">
                      <a:schemeClr val="tx2"/>
                    </a:gs>
                    <a:gs pos="100000">
                      <a:schemeClr val="tx2"/>
                    </a:gs>
                  </a:gsLst>
                  <a:lin ang="5400000" scaled="0"/>
                </a:gradFill>
              </a:defRPr>
            </a:lvl1pPr>
          </a:lstStyle>
          <a:p>
            <a:r>
              <a:rPr lang="en-US" smtClean="0"/>
              <a:t>Click to edit Master title style</a:t>
            </a:r>
            <a:endParaRPr lang="en-US" dirty="0"/>
          </a:p>
        </p:txBody>
      </p:sp>
      <p:sp>
        <p:nvSpPr>
          <p:cNvPr id="4" name="Slide Number Placeholder 9"/>
          <p:cNvSpPr>
            <a:spLocks noGrp="1"/>
          </p:cNvSpPr>
          <p:nvPr>
            <p:ph type="sldNum" sz="quarter" idx="12"/>
          </p:nvPr>
        </p:nvSpPr>
        <p:spPr>
          <a:xfrm>
            <a:off x="520835" y="6399557"/>
            <a:ext cx="560832" cy="219456"/>
          </a:xfrm>
          <a:prstGeom prst="rect">
            <a:avLst/>
          </a:prstGeom>
        </p:spPr>
        <p:txBody>
          <a:bodyPr lIns="121899" tIns="60949" rIns="121899" bIns="60949" anchor="ctr"/>
          <a:lstStyle>
            <a:lvl1pPr algn="l">
              <a:defRPr sz="1600">
                <a:gradFill>
                  <a:gsLst>
                    <a:gs pos="100000">
                      <a:schemeClr val="bg2"/>
                    </a:gs>
                    <a:gs pos="0">
                      <a:schemeClr val="bg2"/>
                    </a:gs>
                  </a:gsLst>
                  <a:lin ang="5400000" scaled="0"/>
                </a:gradFill>
              </a:defRPr>
            </a:lvl1pPr>
          </a:lstStyle>
          <a:p>
            <a:pPr defTabSz="914188"/>
            <a:fld id="{727B4C2D-45E2-4621-8491-2995EB46A674}" type="slidenum">
              <a:rPr lang="en-US" smtClean="0">
                <a:gradFill>
                  <a:gsLst>
                    <a:gs pos="100000">
                      <a:srgbClr val="797A7D"/>
                    </a:gs>
                    <a:gs pos="0">
                      <a:srgbClr val="797A7D"/>
                    </a:gs>
                  </a:gsLst>
                  <a:lin ang="5400000" scaled="0"/>
                </a:gradFill>
              </a:rPr>
              <a:pPr defTabSz="914188"/>
              <a:t>‹#›</a:t>
            </a:fld>
            <a:endParaRPr lang="en-US" dirty="0">
              <a:gradFill>
                <a:gsLst>
                  <a:gs pos="100000">
                    <a:srgbClr val="797A7D"/>
                  </a:gs>
                  <a:gs pos="0">
                    <a:srgbClr val="797A7D"/>
                  </a:gs>
                </a:gsLst>
                <a:lin ang="5400000" scaled="0"/>
              </a:gradFill>
            </a:endParaRPr>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82914" y="6021143"/>
            <a:ext cx="1763728" cy="813816"/>
          </a:xfrm>
          <a:prstGeom prst="rect">
            <a:avLst/>
          </a:prstGeom>
        </p:spPr>
      </p:pic>
    </p:spTree>
    <p:extLst>
      <p:ext uri="{BB962C8B-B14F-4D97-AF65-F5344CB8AC3E}">
        <p14:creationId xmlns:p14="http://schemas.microsoft.com/office/powerpoint/2010/main" val="1078650107"/>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6406588"/>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250">
                      <a:schemeClr val="tx2"/>
                    </a:gs>
                    <a:gs pos="100000">
                      <a:schemeClr val="tx2"/>
                    </a:gs>
                  </a:gsLst>
                  <a:lin ang="5400000" scaled="0"/>
                </a:gradFill>
              </a:defRPr>
            </a:lvl1pPr>
          </a:lstStyle>
          <a:p>
            <a:r>
              <a:rPr lang="en-US" dirty="0" smtClean="0"/>
              <a:t>Slide for Developer Code</a:t>
            </a:r>
            <a:endParaRPr lang="en-US" dirty="0"/>
          </a:p>
        </p:txBody>
      </p:sp>
      <p:sp>
        <p:nvSpPr>
          <p:cNvPr id="3" name="Rectangle 2"/>
          <p:cNvSpPr/>
          <p:nvPr userDrawn="1"/>
        </p:nvSpPr>
        <p:spPr bwMode="hidden">
          <a:xfrm>
            <a:off x="1" y="1155941"/>
            <a:ext cx="12192000" cy="570206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13" tIns="45713" rIns="45713" bIns="45713" numCol="1" spcCol="0" rtlCol="0" fromWordArt="0" anchor="ctr" anchorCtr="0" forceAA="0" compatLnSpc="1">
            <a:prstTxWarp prst="textNoShape">
              <a:avLst/>
            </a:prstTxWarp>
            <a:noAutofit/>
          </a:bodyPr>
          <a:lstStyle/>
          <a:p>
            <a:pPr marL="0" marR="0" lvl="0" indent="0" algn="ctr" defTabSz="913924"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err="1" smtClean="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Text Placeholder 4"/>
          <p:cNvSpPr>
            <a:spLocks noGrp="1"/>
          </p:cNvSpPr>
          <p:nvPr>
            <p:ph type="body" sz="quarter" idx="10"/>
          </p:nvPr>
        </p:nvSpPr>
        <p:spPr>
          <a:xfrm>
            <a:off x="518453" y="1447800"/>
            <a:ext cx="11155093" cy="1988237"/>
          </a:xfrm>
        </p:spPr>
        <p:txBody>
          <a:bodyPr/>
          <a:lstStyle>
            <a:lvl1pPr marL="0" indent="0">
              <a:lnSpc>
                <a:spcPct val="95000"/>
              </a:lnSpc>
              <a:buNone/>
              <a:defRPr sz="3200">
                <a:gradFill>
                  <a:gsLst>
                    <a:gs pos="1250">
                      <a:srgbClr val="000000"/>
                    </a:gs>
                    <a:gs pos="100000">
                      <a:srgbClr val="000000"/>
                    </a:gs>
                  </a:gsLst>
                  <a:lin ang="5400000" scaled="0"/>
                </a:gradFill>
                <a:latin typeface="Consolas" pitchFamily="49" charset="0"/>
                <a:cs typeface="Consolas" pitchFamily="49" charset="0"/>
              </a:defRPr>
            </a:lvl1pPr>
            <a:lvl2pPr marL="339660"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72978"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798359"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30090"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22493572"/>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520835" y="228601"/>
            <a:ext cx="11155093" cy="664797"/>
          </a:xfrm>
        </p:spPr>
        <p:txBody>
          <a:bodyPr/>
          <a:lstStyle>
            <a:lvl1pPr>
              <a:defRPr sz="4800"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p:nvSpPr>
          <p:cNvPr id="6" name="Text Placeholder 5"/>
          <p:cNvSpPr>
            <a:spLocks noGrp="1"/>
          </p:cNvSpPr>
          <p:nvPr>
            <p:ph type="body" sz="quarter" idx="10" hasCustomPrompt="1"/>
          </p:nvPr>
        </p:nvSpPr>
        <p:spPr bwMode="white">
          <a:xfrm>
            <a:off x="519248" y="1447799"/>
            <a:ext cx="11151917" cy="2043636"/>
          </a:xfrm>
          <a:prstGeom prst="rect">
            <a:avLst/>
          </a:prstGeom>
        </p:spPr>
        <p:txBody>
          <a:bodyPr/>
          <a:lstStyle>
            <a:lvl1pPr marL="342834" indent="-342834">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628529" indent="-285695">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914225" indent="-285695">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142781" indent="-228556">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371337" indent="-228556">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238876"/>
            <a:ext cx="12192001" cy="619125"/>
          </a:xfrm>
          <a:prstGeom prst="rect">
            <a:avLst/>
          </a:prstGeom>
          <a:solidFill>
            <a:srgbClr val="FFFF99"/>
          </a:solidFill>
        </p:spPr>
        <p:txBody>
          <a:bodyPr wrap="square" lIns="152394" tIns="76197" rIns="152394" bIns="76197" anchor="b" anchorCtr="0">
            <a:noAutofit/>
          </a:bodyPr>
          <a:lstStyle>
            <a:lvl1pPr algn="r">
              <a:buFont typeface="Arial" pitchFamily="34" charset="0"/>
              <a:buNone/>
              <a:defRPr sz="3600" spc="-50"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Tree>
    <p:extLst>
      <p:ext uri="{BB962C8B-B14F-4D97-AF65-F5344CB8AC3E}">
        <p14:creationId xmlns:p14="http://schemas.microsoft.com/office/powerpoint/2010/main" val="4018027486"/>
      </p:ext>
    </p:extLst>
  </p:cSld>
  <p:clrMapOvr>
    <a:masterClrMapping/>
  </p:clrMapOvr>
  <p:transition>
    <p:fade/>
  </p:transition>
  <p:timing>
    <p:tnLst>
      <p:par>
        <p:cTn id="1" dur="indefinite" restart="never" nodeType="tmRoot"/>
      </p:par>
    </p:tnLst>
  </p:timing>
</p:sldLayout>
</file>

<file path=ppt/slideLayouts/slideLayout148.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32817" y="157944"/>
            <a:ext cx="11725736" cy="1205345"/>
          </a:xfrm>
          <a:prstGeom prst="rect">
            <a:avLst/>
          </a:prstGeom>
        </p:spPr>
        <p:txBody>
          <a:bodyPr/>
          <a:lstStyle>
            <a:lvl1pPr>
              <a:defRPr sz="3999">
                <a:solidFill>
                  <a:srgbClr val="002050"/>
                </a:solidFill>
                <a:latin typeface="Segoe UI Light" pitchFamily="34" charset="0"/>
              </a:defRPr>
            </a:lvl1pPr>
          </a:lstStyle>
          <a:p>
            <a:r>
              <a:rPr lang="en-US" dirty="0" smtClean="0"/>
              <a:t>Click to edit Master title style</a:t>
            </a:r>
            <a:endParaRPr lang="en-US" dirty="0"/>
          </a:p>
        </p:txBody>
      </p:sp>
      <p:sp>
        <p:nvSpPr>
          <p:cNvPr id="4" name="Content Placeholder 3"/>
          <p:cNvSpPr>
            <a:spLocks noGrp="1"/>
          </p:cNvSpPr>
          <p:nvPr>
            <p:ph sz="quarter" idx="10"/>
          </p:nvPr>
        </p:nvSpPr>
        <p:spPr>
          <a:xfrm>
            <a:off x="436677" y="1487490"/>
            <a:ext cx="11536191" cy="5159375"/>
          </a:xfrm>
          <a:prstGeom prst="rect">
            <a:avLst/>
          </a:prstGeom>
        </p:spPr>
        <p:txBody>
          <a:bodyPr/>
          <a:lstStyle>
            <a:lvl1pPr marL="342698" indent="-342698">
              <a:lnSpc>
                <a:spcPct val="100000"/>
              </a:lnSpc>
              <a:spcBef>
                <a:spcPts val="1799"/>
              </a:spcBef>
              <a:buClr>
                <a:schemeClr val="accent1"/>
              </a:buClr>
              <a:buSzPct val="100000"/>
              <a:buFont typeface="Arial" pitchFamily="34" charset="0"/>
              <a:buChar char="•"/>
              <a:defRPr sz="3199">
                <a:solidFill>
                  <a:srgbClr val="002050">
                    <a:alpha val="99000"/>
                  </a:srgbClr>
                </a:solidFill>
                <a:latin typeface="Segoe UI Light" panose="020B0502040204020203" pitchFamily="34" charset="0"/>
                <a:cs typeface="Segoe UI Light" panose="020B0502040204020203" pitchFamily="34" charset="0"/>
              </a:defRPr>
            </a:lvl1pPr>
            <a:lvl2pPr marL="807563" indent="-344285">
              <a:lnSpc>
                <a:spcPct val="100000"/>
              </a:lnSpc>
              <a:spcBef>
                <a:spcPts val="400"/>
              </a:spcBef>
              <a:spcAft>
                <a:spcPts val="400"/>
              </a:spcAft>
              <a:buClr>
                <a:schemeClr val="tx1">
                  <a:lumMod val="75000"/>
                  <a:lumOff val="25000"/>
                </a:schemeClr>
              </a:buClr>
              <a:buSzPct val="85000"/>
              <a:buFont typeface="Segoe UI" pitchFamily="34" charset="0"/>
              <a:buChar char="–"/>
              <a:defRPr sz="2799">
                <a:solidFill>
                  <a:schemeClr val="tx1">
                    <a:alpha val="99000"/>
                  </a:schemeClr>
                </a:solidFill>
                <a:latin typeface="Segoe UI Light" panose="020B0502040204020203" pitchFamily="34" charset="0"/>
                <a:cs typeface="Segoe UI Light" panose="020B0502040204020203" pitchFamily="34" charset="0"/>
              </a:defRPr>
            </a:lvl2pPr>
            <a:lvl3pPr marL="1197858" indent="-342698">
              <a:lnSpc>
                <a:spcPct val="100000"/>
              </a:lnSpc>
              <a:spcBef>
                <a:spcPts val="200"/>
              </a:spcBef>
              <a:spcAft>
                <a:spcPts val="200"/>
              </a:spcAft>
              <a:buClr>
                <a:schemeClr val="tx1">
                  <a:lumMod val="75000"/>
                  <a:lumOff val="25000"/>
                </a:schemeClr>
              </a:buClr>
              <a:buSzPct val="85000"/>
              <a:buFont typeface="Courier New" pitchFamily="49" charset="0"/>
              <a:buChar char="o"/>
              <a:defRPr sz="1799">
                <a:solidFill>
                  <a:schemeClr val="tx1">
                    <a:alpha val="99000"/>
                  </a:schemeClr>
                </a:solidFill>
                <a:latin typeface="Segoe UI Light" panose="020B0502040204020203" pitchFamily="34" charset="0"/>
                <a:cs typeface="Segoe UI Light" panose="020B0502040204020203" pitchFamily="34" charset="0"/>
              </a:defRPr>
            </a:lvl3pPr>
            <a:lvl4pPr>
              <a:defRPr sz="1999"/>
            </a:lvl4pPr>
            <a:lvl5pPr>
              <a:defRPr sz="1999"/>
            </a:lvl5pPr>
          </a:lstStyle>
          <a:p>
            <a:pPr lvl="0"/>
            <a:r>
              <a:rPr lang="en-US" dirty="0" smtClean="0"/>
              <a:t>Click to edit Master text styles</a:t>
            </a:r>
          </a:p>
          <a:p>
            <a:pPr lvl="1"/>
            <a:r>
              <a:rPr lang="en-US" dirty="0" smtClean="0"/>
              <a:t>Second level</a:t>
            </a:r>
          </a:p>
          <a:p>
            <a:pPr lvl="2"/>
            <a:r>
              <a:rPr lang="en-US" dirty="0" smtClean="0"/>
              <a:t>Third level</a:t>
            </a:r>
          </a:p>
        </p:txBody>
      </p:sp>
    </p:spTree>
    <p:extLst>
      <p:ext uri="{BB962C8B-B14F-4D97-AF65-F5344CB8AC3E}">
        <p14:creationId xmlns:p14="http://schemas.microsoft.com/office/powerpoint/2010/main" val="3925161869"/>
      </p:ext>
    </p:extLst>
  </p:cSld>
  <p:clrMapOvr>
    <a:masterClrMapping/>
  </p:clrMapOvr>
  <p:transition>
    <p:fade/>
  </p:transition>
  <p:timing>
    <p:tnLst>
      <p:par>
        <p:cTn id="1" dur="indefinite" restart="never" nodeType="tmRoot"/>
      </p:par>
    </p:tnLst>
  </p:timing>
  <p:hf hdr="0"/>
</p:sldLayout>
</file>

<file path=ppt/slideLayouts/slideLayout149.xml><?xml version="1.0" encoding="utf-8"?>
<p:sldLayout xmlns:a="http://schemas.openxmlformats.org/drawingml/2006/main" xmlns:r="http://schemas.openxmlformats.org/officeDocument/2006/relationships" xmlns:p="http://schemas.openxmlformats.org/presentationml/2006/main">
  <p:cSld name="Microsoft Slide">
    <p:bg>
      <p:bgPr>
        <a:solidFill>
          <a:srgbClr val="4668C5"/>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screen">
            <a:extLst>
              <a:ext uri="{28A0092B-C50C-407E-A947-70E740481C1C}">
                <a14:useLocalDpi xmlns:a14="http://schemas.microsoft.com/office/drawing/2010/main" val="0"/>
              </a:ext>
            </a:extLst>
          </a:blip>
          <a:srcRect l="9719"/>
          <a:stretch/>
        </p:blipFill>
        <p:spPr>
          <a:xfrm>
            <a:off x="512896" y="2922747"/>
            <a:ext cx="5769221" cy="2350013"/>
          </a:xfrm>
          <a:prstGeom prst="rect">
            <a:avLst/>
          </a:prstGeom>
        </p:spPr>
      </p:pic>
      <p:sp>
        <p:nvSpPr>
          <p:cNvPr id="9" name="Rectangle 2"/>
          <p:cNvSpPr>
            <a:spLocks noChangeArrowheads="1"/>
          </p:cNvSpPr>
          <p:nvPr userDrawn="1"/>
        </p:nvSpPr>
        <p:spPr bwMode="auto">
          <a:xfrm>
            <a:off x="530225" y="5960743"/>
            <a:ext cx="11081704" cy="751488"/>
          </a:xfrm>
          <a:prstGeom prst="rect">
            <a:avLst/>
          </a:prstGeom>
          <a:noFill/>
          <a:ln w="9525">
            <a:noFill/>
            <a:miter lim="800000"/>
            <a:headEnd/>
            <a:tailEnd/>
          </a:ln>
        </p:spPr>
        <p:txBody>
          <a:bodyPr wrap="square">
            <a:spAutoFit/>
          </a:bodyPr>
          <a:lstStyle/>
          <a:p>
            <a:pPr marL="0" marR="0" lvl="1" indent="0" algn="l" defTabSz="91355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white">
                    <a:lumMod val="85000"/>
                  </a:prstClr>
                </a:solidFill>
                <a:effectLst/>
                <a:uLnTx/>
                <a:uFillTx/>
                <a:latin typeface="Calibri"/>
                <a:ea typeface="+mn-ea"/>
                <a:cs typeface="+mn-cs"/>
              </a:rPr>
              <a:t>©2013 Microsoft Corporation. All rights reserved. Microsoft, Windows, Office, Azure, System Center, Dynamics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527980365"/>
      </p:ext>
    </p:extLst>
  </p:cSld>
  <p:clrMapOvr>
    <a:masterClrMapping/>
  </p:clrMapOvr>
  <p:timing>
    <p:tnLst>
      <p:par>
        <p:cTn id="1" dur="indefinite" restart="never" nodeType="tmRoot"/>
      </p:par>
    </p:tnLst>
  </p:timing>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Module Layout">
    <p:bg>
      <p:bgPr>
        <a:solidFill>
          <a:srgbClr val="4668C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6054" y="3775166"/>
            <a:ext cx="11357896" cy="1933979"/>
          </a:xfrm>
          <a:prstGeom prst="rect">
            <a:avLst/>
          </a:prstGeom>
        </p:spPr>
        <p:txBody>
          <a:bodyPr anchor="t" anchorCtr="0">
            <a:noAutofit/>
          </a:bodyPr>
          <a:lstStyle>
            <a:lvl1pPr algn="l">
              <a:lnSpc>
                <a:spcPct val="90000"/>
              </a:lnSpc>
              <a:defRPr sz="4799" spc="-150" baseline="0">
                <a:solidFill>
                  <a:schemeClr val="bg1">
                    <a:alpha val="99000"/>
                  </a:schemeClr>
                </a:solidFill>
                <a:latin typeface="Segoe UI Light" pitchFamily="34" charset="0"/>
              </a:defRPr>
            </a:lvl1pPr>
          </a:lstStyle>
          <a:p>
            <a:r>
              <a:rPr lang="en-US" dirty="0" smtClean="0"/>
              <a:t>Module or Section transition style</a:t>
            </a:r>
            <a:endParaRPr lang="en-US" dirty="0"/>
          </a:p>
        </p:txBody>
      </p:sp>
      <p:sp>
        <p:nvSpPr>
          <p:cNvPr id="9" name="Subtitle 2"/>
          <p:cNvSpPr>
            <a:spLocks noGrp="1"/>
          </p:cNvSpPr>
          <p:nvPr>
            <p:ph type="subTitle" idx="1" hasCustomPrompt="1"/>
          </p:nvPr>
        </p:nvSpPr>
        <p:spPr>
          <a:xfrm>
            <a:off x="546054" y="2942705"/>
            <a:ext cx="11357896" cy="748146"/>
          </a:xfrm>
          <a:prstGeom prst="rect">
            <a:avLst/>
          </a:prstGeom>
        </p:spPr>
        <p:txBody>
          <a:bodyPr>
            <a:noAutofit/>
          </a:bodyPr>
          <a:lstStyle>
            <a:lvl1pPr marL="0" indent="0" algn="l">
              <a:lnSpc>
                <a:spcPct val="90000"/>
              </a:lnSpc>
              <a:spcBef>
                <a:spcPts val="0"/>
              </a:spcBef>
              <a:buNone/>
              <a:defRPr sz="2399" b="0" cap="none" baseline="0">
                <a:solidFill>
                  <a:schemeClr val="bg1">
                    <a:alpha val="99000"/>
                  </a:schemeClr>
                </a:solidFill>
                <a:latin typeface="Segoe UI Light" pitchFamily="34" charset="0"/>
              </a:defRPr>
            </a:lvl1pPr>
            <a:lvl2pPr marL="456913" indent="0" algn="ctr">
              <a:buNone/>
              <a:defRPr>
                <a:solidFill>
                  <a:schemeClr val="tx1">
                    <a:tint val="75000"/>
                  </a:schemeClr>
                </a:solidFill>
              </a:defRPr>
            </a:lvl2pPr>
            <a:lvl3pPr marL="913826" indent="0" algn="ctr">
              <a:buNone/>
              <a:defRPr>
                <a:solidFill>
                  <a:schemeClr val="tx1">
                    <a:tint val="75000"/>
                  </a:schemeClr>
                </a:solidFill>
              </a:defRPr>
            </a:lvl3pPr>
            <a:lvl4pPr marL="1370739" indent="0" algn="ctr">
              <a:buNone/>
              <a:defRPr>
                <a:solidFill>
                  <a:schemeClr val="tx1">
                    <a:tint val="75000"/>
                  </a:schemeClr>
                </a:solidFill>
              </a:defRPr>
            </a:lvl4pPr>
            <a:lvl5pPr marL="1827652" indent="0" algn="ctr">
              <a:buNone/>
              <a:defRPr>
                <a:solidFill>
                  <a:schemeClr val="tx1">
                    <a:tint val="75000"/>
                  </a:schemeClr>
                </a:solidFill>
              </a:defRPr>
            </a:lvl5pPr>
            <a:lvl6pPr marL="2284566" indent="0" algn="ctr">
              <a:buNone/>
              <a:defRPr>
                <a:solidFill>
                  <a:schemeClr val="tx1">
                    <a:tint val="75000"/>
                  </a:schemeClr>
                </a:solidFill>
              </a:defRPr>
            </a:lvl6pPr>
            <a:lvl7pPr marL="2741477" indent="0" algn="ctr">
              <a:buNone/>
              <a:defRPr>
                <a:solidFill>
                  <a:schemeClr val="tx1">
                    <a:tint val="75000"/>
                  </a:schemeClr>
                </a:solidFill>
              </a:defRPr>
            </a:lvl7pPr>
            <a:lvl8pPr marL="3198390" indent="0" algn="ctr">
              <a:buNone/>
              <a:defRPr>
                <a:solidFill>
                  <a:schemeClr val="tx1">
                    <a:tint val="75000"/>
                  </a:schemeClr>
                </a:solidFill>
              </a:defRPr>
            </a:lvl8pPr>
            <a:lvl9pPr marL="3655302" indent="0" algn="ctr">
              <a:buNone/>
              <a:defRPr>
                <a:solidFill>
                  <a:schemeClr val="tx1">
                    <a:tint val="75000"/>
                  </a:schemeClr>
                </a:solidFill>
              </a:defRPr>
            </a:lvl9pPr>
          </a:lstStyle>
          <a:p>
            <a:r>
              <a:rPr lang="en-US" dirty="0" smtClean="0"/>
              <a:t>Course Title Style</a:t>
            </a:r>
            <a:endParaRPr lang="en-US" dirty="0"/>
          </a:p>
        </p:txBody>
      </p:sp>
    </p:spTree>
    <p:extLst>
      <p:ext uri="{BB962C8B-B14F-4D97-AF65-F5344CB8AC3E}">
        <p14:creationId xmlns:p14="http://schemas.microsoft.com/office/powerpoint/2010/main" val="1008487645"/>
      </p:ext>
    </p:extLst>
  </p:cSld>
  <p:clrMapOvr>
    <a:masterClrMapping/>
  </p:clrMapOvr>
  <p:transition>
    <p:fade/>
  </p:transition>
  <p:timing>
    <p:tnLst>
      <p:par>
        <p:cTn id="1" dur="indefinite" restart="never" nodeType="tmRoot"/>
      </p:par>
    </p:tnLst>
  </p:timing>
  <p:hf hdr="0"/>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Blank Accent Color 1">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703525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Section Title Accent Color 3">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39" y="2084173"/>
            <a:ext cx="11653523" cy="1796217"/>
          </a:xfrm>
          <a:noFill/>
        </p:spPr>
        <p:txBody>
          <a:bodyPr tIns="91440" bIns="91440" anchor="t" anchorCtr="0"/>
          <a:lstStyle>
            <a:lvl1pPr algn="l" defTabSz="914004" rtl="0" eaLnBrk="1" latinLnBrk="0" hangingPunct="1">
              <a:lnSpc>
                <a:spcPct val="90000"/>
              </a:lnSpc>
              <a:spcBef>
                <a:spcPct val="0"/>
              </a:spcBef>
              <a:buNone/>
              <a:defRPr lang="en-US" sz="8624" b="0" kern="1200" cap="none" spc="-98" baseline="0" dirty="0">
                <a:ln w="3175">
                  <a:noFill/>
                </a:ln>
                <a:gradFill>
                  <a:gsLst>
                    <a:gs pos="91241">
                      <a:schemeClr val="tx1"/>
                    </a:gs>
                    <a:gs pos="57000">
                      <a:schemeClr val="tx1"/>
                    </a:gs>
                    <a:gs pos="18000">
                      <a:schemeClr val="tx1"/>
                    </a:gs>
                  </a:gsLst>
                  <a:lin ang="5400000" scaled="0"/>
                </a:gradFill>
                <a:effectLst/>
                <a:latin typeface="+mj-lt"/>
                <a:ea typeface="+mn-ea"/>
                <a:cs typeface="Segoe UI" pitchFamily="34" charset="0"/>
              </a:defRPr>
            </a:lvl1pPr>
          </a:lstStyle>
          <a:p>
            <a:r>
              <a:rPr lang="en-US" dirty="0" smtClean="0"/>
              <a:t>Section title</a:t>
            </a:r>
            <a:endParaRPr lang="en-US" dirty="0"/>
          </a:p>
        </p:txBody>
      </p:sp>
    </p:spTree>
    <p:extLst>
      <p:ext uri="{BB962C8B-B14F-4D97-AF65-F5344CB8AC3E}">
        <p14:creationId xmlns:p14="http://schemas.microsoft.com/office/powerpoint/2010/main" val="3498436035"/>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Picture Shape &amp; Color Background w/ Title">
    <p:spTree>
      <p:nvGrpSpPr>
        <p:cNvPr id="1" name=""/>
        <p:cNvGrpSpPr/>
        <p:nvPr/>
      </p:nvGrpSpPr>
      <p:grpSpPr>
        <a:xfrm>
          <a:off x="0" y="0"/>
          <a:ext cx="0" cy="0"/>
          <a:chOff x="0" y="0"/>
          <a:chExt cx="0" cy="0"/>
        </a:xfrm>
      </p:grpSpPr>
      <p:sp>
        <p:nvSpPr>
          <p:cNvPr id="4" name="Text Placeholder 13"/>
          <p:cNvSpPr>
            <a:spLocks noGrp="1"/>
          </p:cNvSpPr>
          <p:nvPr>
            <p:ph type="body" sz="quarter" idx="15"/>
          </p:nvPr>
        </p:nvSpPr>
        <p:spPr>
          <a:xfrm>
            <a:off x="4751364" y="2980724"/>
            <a:ext cx="7171401" cy="896552"/>
          </a:xfrm>
        </p:spPr>
        <p:txBody>
          <a:bodyPr vert="horz" wrap="square" lIns="182880" tIns="146304" rIns="182880" bIns="146304" rtlCol="0" anchor="ctr">
            <a:noAutofit/>
          </a:bodyPr>
          <a:lstStyle>
            <a:lvl1pPr marL="0" indent="0">
              <a:buFont typeface="Arial" panose="020B0604020202020204" pitchFamily="34" charset="0"/>
              <a:buNone/>
              <a:defRPr lang="en-US" sz="3527" kern="1200" dirty="0" smtClean="0">
                <a:gradFill>
                  <a:gsLst>
                    <a:gs pos="1299">
                      <a:schemeClr val="tx1"/>
                    </a:gs>
                    <a:gs pos="100000">
                      <a:schemeClr val="tx1"/>
                    </a:gs>
                  </a:gsLst>
                  <a:lin ang="5400000" scaled="0"/>
                </a:gradFill>
                <a:latin typeface="+mj-lt"/>
                <a:ea typeface="+mn-ea"/>
                <a:cs typeface="+mn-cs"/>
              </a:defRPr>
            </a:lvl1pPr>
          </a:lstStyle>
          <a:p>
            <a:pPr marL="0" lvl="0" indent="0" algn="l" defTabSz="895802" rtl="0" eaLnBrk="1" latinLnBrk="0" hangingPunct="1">
              <a:spcBef>
                <a:spcPct val="20000"/>
              </a:spcBef>
            </a:pPr>
            <a:r>
              <a:rPr lang="en-US" smtClean="0"/>
              <a:t>Click to edit Master text styles</a:t>
            </a:r>
          </a:p>
        </p:txBody>
      </p:sp>
      <p:sp>
        <p:nvSpPr>
          <p:cNvPr id="7" name="Picture Placeholder 12"/>
          <p:cNvSpPr>
            <a:spLocks noGrp="1"/>
          </p:cNvSpPr>
          <p:nvPr>
            <p:ph type="pic" sz="quarter" idx="16"/>
          </p:nvPr>
        </p:nvSpPr>
        <p:spPr>
          <a:xfrm>
            <a:off x="269239" y="1505896"/>
            <a:ext cx="3854627" cy="3846208"/>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574 w 10000"/>
              <a:gd name="connsiteY2" fmla="*/ 10000 h 10000"/>
              <a:gd name="connsiteX3" fmla="*/ 2000 w 10000"/>
              <a:gd name="connsiteY3" fmla="*/ 10000 h 10000"/>
              <a:gd name="connsiteX4" fmla="*/ 0 w 10000"/>
              <a:gd name="connsiteY4" fmla="*/ 0 h 10000"/>
              <a:gd name="connsiteX0" fmla="*/ 0 w 10000"/>
              <a:gd name="connsiteY0" fmla="*/ 0 h 10028"/>
              <a:gd name="connsiteX1" fmla="*/ 10000 w 10000"/>
              <a:gd name="connsiteY1" fmla="*/ 0 h 10028"/>
              <a:gd name="connsiteX2" fmla="*/ 8574 w 10000"/>
              <a:gd name="connsiteY2" fmla="*/ 10000 h 10028"/>
              <a:gd name="connsiteX3" fmla="*/ 1399 w 10000"/>
              <a:gd name="connsiteY3" fmla="*/ 10028 h 10028"/>
              <a:gd name="connsiteX4" fmla="*/ 0 w 10000"/>
              <a:gd name="connsiteY4" fmla="*/ 0 h 10028"/>
              <a:gd name="connsiteX0" fmla="*/ 0 w 10000"/>
              <a:gd name="connsiteY0" fmla="*/ 0 h 10028"/>
              <a:gd name="connsiteX1" fmla="*/ 10000 w 10000"/>
              <a:gd name="connsiteY1" fmla="*/ 1460 h 10028"/>
              <a:gd name="connsiteX2" fmla="*/ 8574 w 10000"/>
              <a:gd name="connsiteY2" fmla="*/ 10000 h 10028"/>
              <a:gd name="connsiteX3" fmla="*/ 1399 w 10000"/>
              <a:gd name="connsiteY3" fmla="*/ 10028 h 10028"/>
              <a:gd name="connsiteX4" fmla="*/ 0 w 10000"/>
              <a:gd name="connsiteY4" fmla="*/ 0 h 10028"/>
              <a:gd name="connsiteX0" fmla="*/ 0 w 10022"/>
              <a:gd name="connsiteY0" fmla="*/ 0 h 10028"/>
              <a:gd name="connsiteX1" fmla="*/ 10000 w 10022"/>
              <a:gd name="connsiteY1" fmla="*/ 1460 h 10028"/>
              <a:gd name="connsiteX2" fmla="*/ 10022 w 10022"/>
              <a:gd name="connsiteY2" fmla="*/ 8623 h 10028"/>
              <a:gd name="connsiteX3" fmla="*/ 1399 w 10022"/>
              <a:gd name="connsiteY3" fmla="*/ 10028 h 10028"/>
              <a:gd name="connsiteX4" fmla="*/ 0 w 10022"/>
              <a:gd name="connsiteY4" fmla="*/ 0 h 10028"/>
              <a:gd name="connsiteX0" fmla="*/ 0 w 10022"/>
              <a:gd name="connsiteY0" fmla="*/ 0 h 10028"/>
              <a:gd name="connsiteX1" fmla="*/ 10000 w 10022"/>
              <a:gd name="connsiteY1" fmla="*/ 1460 h 10028"/>
              <a:gd name="connsiteX2" fmla="*/ 10022 w 10022"/>
              <a:gd name="connsiteY2" fmla="*/ 8623 h 10028"/>
              <a:gd name="connsiteX3" fmla="*/ 115 w 10022"/>
              <a:gd name="connsiteY3" fmla="*/ 10028 h 10028"/>
              <a:gd name="connsiteX4" fmla="*/ 0 w 10022"/>
              <a:gd name="connsiteY4" fmla="*/ 0 h 10028"/>
              <a:gd name="connsiteX0" fmla="*/ 0 w 10418"/>
              <a:gd name="connsiteY0" fmla="*/ 0 h 10028"/>
              <a:gd name="connsiteX1" fmla="*/ 10411 w 10418"/>
              <a:gd name="connsiteY1" fmla="*/ 992 h 10028"/>
              <a:gd name="connsiteX2" fmla="*/ 10022 w 10418"/>
              <a:gd name="connsiteY2" fmla="*/ 8623 h 10028"/>
              <a:gd name="connsiteX3" fmla="*/ 115 w 10418"/>
              <a:gd name="connsiteY3" fmla="*/ 10028 h 10028"/>
              <a:gd name="connsiteX4" fmla="*/ 0 w 10418"/>
              <a:gd name="connsiteY4" fmla="*/ 0 h 10028"/>
              <a:gd name="connsiteX0" fmla="*/ 0 w 10022"/>
              <a:gd name="connsiteY0" fmla="*/ 0 h 10028"/>
              <a:gd name="connsiteX1" fmla="*/ 10000 w 10022"/>
              <a:gd name="connsiteY1" fmla="*/ 1405 h 10028"/>
              <a:gd name="connsiteX2" fmla="*/ 10022 w 10022"/>
              <a:gd name="connsiteY2" fmla="*/ 8623 h 10028"/>
              <a:gd name="connsiteX3" fmla="*/ 115 w 10022"/>
              <a:gd name="connsiteY3" fmla="*/ 10028 h 10028"/>
              <a:gd name="connsiteX4" fmla="*/ 0 w 10022"/>
              <a:gd name="connsiteY4" fmla="*/ 0 h 10028"/>
              <a:gd name="connsiteX0" fmla="*/ 0 w 10022"/>
              <a:gd name="connsiteY0" fmla="*/ 0 h 10028"/>
              <a:gd name="connsiteX1" fmla="*/ 10000 w 10022"/>
              <a:gd name="connsiteY1" fmla="*/ 1405 h 10028"/>
              <a:gd name="connsiteX2" fmla="*/ 10022 w 10022"/>
              <a:gd name="connsiteY2" fmla="*/ 8623 h 10028"/>
              <a:gd name="connsiteX3" fmla="*/ 38 w 10022"/>
              <a:gd name="connsiteY3" fmla="*/ 10028 h 10028"/>
              <a:gd name="connsiteX4" fmla="*/ 0 w 10022"/>
              <a:gd name="connsiteY4" fmla="*/ 0 h 10028"/>
              <a:gd name="connsiteX0" fmla="*/ 1 w 9997"/>
              <a:gd name="connsiteY0" fmla="*/ 0 h 10028"/>
              <a:gd name="connsiteX1" fmla="*/ 9975 w 9997"/>
              <a:gd name="connsiteY1" fmla="*/ 1405 h 10028"/>
              <a:gd name="connsiteX2" fmla="*/ 9997 w 9997"/>
              <a:gd name="connsiteY2" fmla="*/ 8623 h 10028"/>
              <a:gd name="connsiteX3" fmla="*/ 13 w 9997"/>
              <a:gd name="connsiteY3" fmla="*/ 10028 h 10028"/>
              <a:gd name="connsiteX4" fmla="*/ 1 w 9997"/>
              <a:gd name="connsiteY4" fmla="*/ 0 h 10028"/>
              <a:gd name="connsiteX0" fmla="*/ 1 w 10029"/>
              <a:gd name="connsiteY0" fmla="*/ 0 h 10000"/>
              <a:gd name="connsiteX1" fmla="*/ 10029 w 10029"/>
              <a:gd name="connsiteY1" fmla="*/ 1452 h 10000"/>
              <a:gd name="connsiteX2" fmla="*/ 10000 w 10029"/>
              <a:gd name="connsiteY2" fmla="*/ 8599 h 10000"/>
              <a:gd name="connsiteX3" fmla="*/ 13 w 10029"/>
              <a:gd name="connsiteY3" fmla="*/ 10000 h 10000"/>
              <a:gd name="connsiteX4" fmla="*/ 1 w 10029"/>
              <a:gd name="connsiteY4" fmla="*/ 0 h 10000"/>
              <a:gd name="connsiteX0" fmla="*/ 1 w 10077"/>
              <a:gd name="connsiteY0" fmla="*/ 0 h 10000"/>
              <a:gd name="connsiteX1" fmla="*/ 10029 w 10077"/>
              <a:gd name="connsiteY1" fmla="*/ 1452 h 10000"/>
              <a:gd name="connsiteX2" fmla="*/ 10077 w 10077"/>
              <a:gd name="connsiteY2" fmla="*/ 8599 h 10000"/>
              <a:gd name="connsiteX3" fmla="*/ 13 w 10077"/>
              <a:gd name="connsiteY3" fmla="*/ 10000 h 10000"/>
              <a:gd name="connsiteX4" fmla="*/ 1 w 10077"/>
              <a:gd name="connsiteY4" fmla="*/ 0 h 10000"/>
              <a:gd name="connsiteX0" fmla="*/ 1 w 10077"/>
              <a:gd name="connsiteY0" fmla="*/ 0 h 10000"/>
              <a:gd name="connsiteX1" fmla="*/ 10029 w 10077"/>
              <a:gd name="connsiteY1" fmla="*/ 1442 h 10000"/>
              <a:gd name="connsiteX2" fmla="*/ 10077 w 10077"/>
              <a:gd name="connsiteY2" fmla="*/ 8599 h 10000"/>
              <a:gd name="connsiteX3" fmla="*/ 13 w 10077"/>
              <a:gd name="connsiteY3" fmla="*/ 10000 h 10000"/>
              <a:gd name="connsiteX4" fmla="*/ 1 w 10077"/>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46"/>
              <a:gd name="connsiteY0" fmla="*/ 0 h 10000"/>
              <a:gd name="connsiteX1" fmla="*/ 10029 w 10046"/>
              <a:gd name="connsiteY1" fmla="*/ 1442 h 10000"/>
              <a:gd name="connsiteX2" fmla="*/ 10046 w 10046"/>
              <a:gd name="connsiteY2" fmla="*/ 8589 h 10000"/>
              <a:gd name="connsiteX3" fmla="*/ 13 w 10046"/>
              <a:gd name="connsiteY3" fmla="*/ 10000 h 10000"/>
              <a:gd name="connsiteX4" fmla="*/ 1 w 1004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36"/>
              <a:gd name="connsiteY0" fmla="*/ 0 h 10000"/>
              <a:gd name="connsiteX1" fmla="*/ 10029 w 10036"/>
              <a:gd name="connsiteY1" fmla="*/ 1442 h 10000"/>
              <a:gd name="connsiteX2" fmla="*/ 10036 w 10036"/>
              <a:gd name="connsiteY2" fmla="*/ 8579 h 10000"/>
              <a:gd name="connsiteX3" fmla="*/ 13 w 10036"/>
              <a:gd name="connsiteY3" fmla="*/ 10000 h 10000"/>
              <a:gd name="connsiteX4" fmla="*/ 1 w 10036"/>
              <a:gd name="connsiteY4" fmla="*/ 0 h 10000"/>
              <a:gd name="connsiteX0" fmla="*/ 1 w 10040"/>
              <a:gd name="connsiteY0" fmla="*/ 0 h 10000"/>
              <a:gd name="connsiteX1" fmla="*/ 10039 w 10040"/>
              <a:gd name="connsiteY1" fmla="*/ 1442 h 10000"/>
              <a:gd name="connsiteX2" fmla="*/ 10036 w 10040"/>
              <a:gd name="connsiteY2" fmla="*/ 8579 h 10000"/>
              <a:gd name="connsiteX3" fmla="*/ 13 w 10040"/>
              <a:gd name="connsiteY3" fmla="*/ 10000 h 10000"/>
              <a:gd name="connsiteX4" fmla="*/ 1 w 10040"/>
              <a:gd name="connsiteY4" fmla="*/ 0 h 10000"/>
              <a:gd name="connsiteX0" fmla="*/ 1 w 10040"/>
              <a:gd name="connsiteY0" fmla="*/ 0 h 10000"/>
              <a:gd name="connsiteX1" fmla="*/ 10039 w 10040"/>
              <a:gd name="connsiteY1" fmla="*/ 1452 h 10000"/>
              <a:gd name="connsiteX2" fmla="*/ 10036 w 10040"/>
              <a:gd name="connsiteY2" fmla="*/ 8579 h 10000"/>
              <a:gd name="connsiteX3" fmla="*/ 13 w 10040"/>
              <a:gd name="connsiteY3" fmla="*/ 10000 h 10000"/>
              <a:gd name="connsiteX4" fmla="*/ 1 w 10040"/>
              <a:gd name="connsiteY4" fmla="*/ 0 h 10000"/>
              <a:gd name="connsiteX0" fmla="*/ 28 w 10067"/>
              <a:gd name="connsiteY0" fmla="*/ 0 h 10000"/>
              <a:gd name="connsiteX1" fmla="*/ 10066 w 10067"/>
              <a:gd name="connsiteY1" fmla="*/ 1452 h 10000"/>
              <a:gd name="connsiteX2" fmla="*/ 10063 w 10067"/>
              <a:gd name="connsiteY2" fmla="*/ 8579 h 10000"/>
              <a:gd name="connsiteX3" fmla="*/ 9 w 10067"/>
              <a:gd name="connsiteY3" fmla="*/ 10000 h 10000"/>
              <a:gd name="connsiteX4" fmla="*/ 28 w 10067"/>
              <a:gd name="connsiteY4" fmla="*/ 0 h 10000"/>
              <a:gd name="connsiteX0" fmla="*/ 1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19 w 10058"/>
              <a:gd name="connsiteY4" fmla="*/ 0 h 10000"/>
              <a:gd name="connsiteX0" fmla="*/ 9 w 10058"/>
              <a:gd name="connsiteY0" fmla="*/ 0 h 10000"/>
              <a:gd name="connsiteX1" fmla="*/ 10057 w 10058"/>
              <a:gd name="connsiteY1" fmla="*/ 1452 h 10000"/>
              <a:gd name="connsiteX2" fmla="*/ 10054 w 10058"/>
              <a:gd name="connsiteY2" fmla="*/ 8579 h 10000"/>
              <a:gd name="connsiteX3" fmla="*/ 0 w 10058"/>
              <a:gd name="connsiteY3" fmla="*/ 10000 h 10000"/>
              <a:gd name="connsiteX4" fmla="*/ 9 w 10058"/>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 h="10000">
                <a:moveTo>
                  <a:pt x="9" y="0"/>
                </a:moveTo>
                <a:lnTo>
                  <a:pt x="10057" y="1452"/>
                </a:lnTo>
                <a:cubicBezTo>
                  <a:pt x="10063" y="3834"/>
                  <a:pt x="10048" y="6197"/>
                  <a:pt x="10054" y="8579"/>
                </a:cubicBezTo>
                <a:lnTo>
                  <a:pt x="0" y="10000"/>
                </a:lnTo>
                <a:cubicBezTo>
                  <a:pt x="6" y="6667"/>
                  <a:pt x="3" y="3333"/>
                  <a:pt x="9" y="0"/>
                </a:cubicBezTo>
                <a:close/>
              </a:path>
            </a:pathLst>
          </a:custGeom>
        </p:spPr>
        <p:txBody>
          <a:bodyPr lIns="182880" tIns="146304" rIns="182880" bIns="146304" anchor="ctr" anchorCtr="1">
            <a:noAutofit/>
          </a:bodyPr>
          <a:lstStyle>
            <a:lvl1pPr marL="0" indent="0">
              <a:buNone/>
              <a:defRPr/>
            </a:lvl1pPr>
          </a:lstStyle>
          <a:p>
            <a:r>
              <a:rPr lang="en-US" smtClean="0"/>
              <a:t>Click icon to add picture</a:t>
            </a:r>
            <a:endParaRPr lang="en-US" dirty="0"/>
          </a:p>
        </p:txBody>
      </p:sp>
      <p:sp>
        <p:nvSpPr>
          <p:cNvPr id="3" name="Title 2"/>
          <p:cNvSpPr>
            <a:spLocks noGrp="1"/>
          </p:cNvSpPr>
          <p:nvPr>
            <p:ph type="title"/>
          </p:nvPr>
        </p:nvSpPr>
        <p:spPr/>
        <p:txBody>
          <a:bodyPr wrap="none" lIns="182880" tIns="146304" rIns="182880" bIns="146304"/>
          <a:lstStyle/>
          <a:p>
            <a:r>
              <a:rPr lang="en-US" smtClean="0"/>
              <a:t>Click to edit Master title style</a:t>
            </a:r>
            <a:endParaRPr lang="en-US" dirty="0"/>
          </a:p>
        </p:txBody>
      </p:sp>
    </p:spTree>
    <p:extLst>
      <p:ext uri="{BB962C8B-B14F-4D97-AF65-F5344CB8AC3E}">
        <p14:creationId xmlns:p14="http://schemas.microsoft.com/office/powerpoint/2010/main" val="601205297"/>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orient="horz" pos="2203">
          <p15:clr>
            <a:srgbClr val="FBAE40"/>
          </p15:clr>
        </p15:guide>
        <p15:guide id="2" pos="3053">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Title &amp; 2-color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269239" y="1189178"/>
            <a:ext cx="11653523" cy="1985641"/>
          </a:xfrm>
        </p:spPr>
        <p:txBody>
          <a:bodyPr/>
          <a:lstStyle>
            <a:lvl1pPr marL="0" indent="0">
              <a:buNone/>
              <a:defRPr>
                <a:gradFill>
                  <a:gsLst>
                    <a:gs pos="1250">
                      <a:schemeClr val="tx2"/>
                    </a:gs>
                    <a:gs pos="99000">
                      <a:schemeClr val="tx2"/>
                    </a:gs>
                  </a:gsLst>
                  <a:lin ang="5400000" scaled="0"/>
                </a:gradFill>
              </a:defRPr>
            </a:lvl1pPr>
            <a:lvl2pPr marL="0" indent="0">
              <a:buFontTx/>
              <a:buNone/>
              <a:defRPr sz="1960"/>
            </a:lvl2pPr>
            <a:lvl3pPr marL="224008" indent="0">
              <a:buNone/>
              <a:defRPr/>
            </a:lvl3pPr>
            <a:lvl4pPr marL="448016" indent="0">
              <a:buNone/>
              <a:defRPr/>
            </a:lvl4pPr>
            <a:lvl5pPr marL="672024" indent="0">
              <a:buNone/>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36686887"/>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55.xml><?xml version="1.0" encoding="utf-8"?>
<p:sldLayout xmlns:a="http://schemas.openxmlformats.org/drawingml/2006/main" xmlns:r="http://schemas.openxmlformats.org/officeDocument/2006/relationships" xmlns:p="http://schemas.openxmlformats.org/presentationml/2006/main">
  <p:cSld name="Quote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1165665" y="1178351"/>
            <a:ext cx="9860672" cy="899665"/>
          </a:xfrm>
        </p:spPr>
        <p:txBody>
          <a:bodyPr/>
          <a:lstStyle>
            <a:lvl1pPr marL="228653" indent="-228653">
              <a:defRPr sz="5879" baseline="0"/>
            </a:lvl1pPr>
          </a:lstStyle>
          <a:p>
            <a:r>
              <a:rPr lang="en-US" dirty="0" smtClean="0"/>
              <a:t>“Sample quote goes here. Design is easier than it looks, and more important than it seems.”</a:t>
            </a:r>
            <a:endParaRPr lang="en-US" dirty="0"/>
          </a:p>
        </p:txBody>
      </p:sp>
      <p:sp>
        <p:nvSpPr>
          <p:cNvPr id="4" name="Text Placeholder 3"/>
          <p:cNvSpPr>
            <a:spLocks noGrp="1"/>
          </p:cNvSpPr>
          <p:nvPr>
            <p:ph type="body" sz="quarter" idx="10" hasCustomPrompt="1"/>
          </p:nvPr>
        </p:nvSpPr>
        <p:spPr>
          <a:xfrm>
            <a:off x="5647789" y="5025984"/>
            <a:ext cx="5378549" cy="1050156"/>
          </a:xfrm>
        </p:spPr>
        <p:txBody>
          <a:bodyPr/>
          <a:lstStyle>
            <a:lvl1pPr marL="0" indent="0">
              <a:spcBef>
                <a:spcPts val="0"/>
              </a:spcBef>
              <a:buNone/>
              <a:defRPr sz="3135" baseline="0">
                <a:latin typeface="+mj-lt"/>
              </a:defRPr>
            </a:lvl1pPr>
          </a:lstStyle>
          <a:p>
            <a:pPr lvl="0"/>
            <a:r>
              <a:rPr lang="en-US" dirty="0" smtClean="0"/>
              <a:t>Author Name</a:t>
            </a:r>
          </a:p>
          <a:p>
            <a:pPr lvl="0"/>
            <a:r>
              <a:rPr lang="en-US" dirty="0" smtClean="0"/>
              <a:t>Title</a:t>
            </a:r>
          </a:p>
        </p:txBody>
      </p:sp>
    </p:spTree>
    <p:extLst>
      <p:ext uri="{BB962C8B-B14F-4D97-AF65-F5344CB8AC3E}">
        <p14:creationId xmlns:p14="http://schemas.microsoft.com/office/powerpoint/2010/main" val="1382895782"/>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theme" Target="../theme/theme2.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3.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theme" Target="../theme/theme4.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18" Type="http://schemas.openxmlformats.org/officeDocument/2006/relationships/slideLayout" Target="../slideLayouts/slideLayout83.xml"/><Relationship Id="rId26" Type="http://schemas.openxmlformats.org/officeDocument/2006/relationships/slideLayout" Target="../slideLayouts/slideLayout91.xml"/><Relationship Id="rId3" Type="http://schemas.openxmlformats.org/officeDocument/2006/relationships/slideLayout" Target="../slideLayouts/slideLayout68.xml"/><Relationship Id="rId21" Type="http://schemas.openxmlformats.org/officeDocument/2006/relationships/slideLayout" Target="../slideLayouts/slideLayout86.xml"/><Relationship Id="rId34" Type="http://schemas.openxmlformats.org/officeDocument/2006/relationships/theme" Target="../theme/theme5.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17" Type="http://schemas.openxmlformats.org/officeDocument/2006/relationships/slideLayout" Target="../slideLayouts/slideLayout82.xml"/><Relationship Id="rId25" Type="http://schemas.openxmlformats.org/officeDocument/2006/relationships/slideLayout" Target="../slideLayouts/slideLayout90.xml"/><Relationship Id="rId33" Type="http://schemas.openxmlformats.org/officeDocument/2006/relationships/slideLayout" Target="../slideLayouts/slideLayout98.xml"/><Relationship Id="rId2" Type="http://schemas.openxmlformats.org/officeDocument/2006/relationships/slideLayout" Target="../slideLayouts/slideLayout67.xml"/><Relationship Id="rId16" Type="http://schemas.openxmlformats.org/officeDocument/2006/relationships/slideLayout" Target="../slideLayouts/slideLayout81.xml"/><Relationship Id="rId20" Type="http://schemas.openxmlformats.org/officeDocument/2006/relationships/slideLayout" Target="../slideLayouts/slideLayout85.xml"/><Relationship Id="rId29" Type="http://schemas.openxmlformats.org/officeDocument/2006/relationships/slideLayout" Target="../slideLayouts/slideLayout94.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24" Type="http://schemas.openxmlformats.org/officeDocument/2006/relationships/slideLayout" Target="../slideLayouts/slideLayout89.xml"/><Relationship Id="rId32" Type="http://schemas.openxmlformats.org/officeDocument/2006/relationships/slideLayout" Target="../slideLayouts/slideLayout97.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23" Type="http://schemas.openxmlformats.org/officeDocument/2006/relationships/slideLayout" Target="../slideLayouts/slideLayout88.xml"/><Relationship Id="rId28" Type="http://schemas.openxmlformats.org/officeDocument/2006/relationships/slideLayout" Target="../slideLayouts/slideLayout93.xml"/><Relationship Id="rId36" Type="http://schemas.openxmlformats.org/officeDocument/2006/relationships/image" Target="../media/image9.png"/><Relationship Id="rId10" Type="http://schemas.openxmlformats.org/officeDocument/2006/relationships/slideLayout" Target="../slideLayouts/slideLayout75.xml"/><Relationship Id="rId19" Type="http://schemas.openxmlformats.org/officeDocument/2006/relationships/slideLayout" Target="../slideLayouts/slideLayout84.xml"/><Relationship Id="rId31" Type="http://schemas.openxmlformats.org/officeDocument/2006/relationships/slideLayout" Target="../slideLayouts/slideLayout96.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 Id="rId22" Type="http://schemas.openxmlformats.org/officeDocument/2006/relationships/slideLayout" Target="../slideLayouts/slideLayout87.xml"/><Relationship Id="rId27" Type="http://schemas.openxmlformats.org/officeDocument/2006/relationships/slideLayout" Target="../slideLayouts/slideLayout92.xml"/><Relationship Id="rId30" Type="http://schemas.openxmlformats.org/officeDocument/2006/relationships/slideLayout" Target="../slideLayouts/slideLayout95.xml"/><Relationship Id="rId35" Type="http://schemas.openxmlformats.org/officeDocument/2006/relationships/image" Target="../media/image8.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06.xml"/><Relationship Id="rId3" Type="http://schemas.openxmlformats.org/officeDocument/2006/relationships/slideLayout" Target="../slideLayouts/slideLayout101.xml"/><Relationship Id="rId7" Type="http://schemas.openxmlformats.org/officeDocument/2006/relationships/slideLayout" Target="../slideLayouts/slideLayout105.xml"/><Relationship Id="rId2" Type="http://schemas.openxmlformats.org/officeDocument/2006/relationships/slideLayout" Target="../slideLayouts/slideLayout100.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image" Target="../media/image19.png"/><Relationship Id="rId5" Type="http://schemas.openxmlformats.org/officeDocument/2006/relationships/slideLayout" Target="../slideLayouts/slideLayout103.xml"/><Relationship Id="rId10" Type="http://schemas.openxmlformats.org/officeDocument/2006/relationships/theme" Target="../theme/theme6.xml"/><Relationship Id="rId4" Type="http://schemas.openxmlformats.org/officeDocument/2006/relationships/slideLayout" Target="../slideLayouts/slideLayout102.xml"/><Relationship Id="rId9" Type="http://schemas.openxmlformats.org/officeDocument/2006/relationships/slideLayout" Target="../slideLayouts/slideLayout10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15.xml"/><Relationship Id="rId3" Type="http://schemas.openxmlformats.org/officeDocument/2006/relationships/slideLayout" Target="../slideLayouts/slideLayout110.xml"/><Relationship Id="rId7" Type="http://schemas.openxmlformats.org/officeDocument/2006/relationships/slideLayout" Target="../slideLayouts/slideLayout114.xml"/><Relationship Id="rId12" Type="http://schemas.openxmlformats.org/officeDocument/2006/relationships/image" Target="../media/image19.png"/><Relationship Id="rId2" Type="http://schemas.openxmlformats.org/officeDocument/2006/relationships/slideLayout" Target="../slideLayouts/slideLayout109.xml"/><Relationship Id="rId1" Type="http://schemas.openxmlformats.org/officeDocument/2006/relationships/slideLayout" Target="../slideLayouts/slideLayout108.xml"/><Relationship Id="rId6" Type="http://schemas.openxmlformats.org/officeDocument/2006/relationships/slideLayout" Target="../slideLayouts/slideLayout113.xml"/><Relationship Id="rId11" Type="http://schemas.openxmlformats.org/officeDocument/2006/relationships/theme" Target="../theme/theme7.xml"/><Relationship Id="rId5" Type="http://schemas.openxmlformats.org/officeDocument/2006/relationships/slideLayout" Target="../slideLayouts/slideLayout112.xml"/><Relationship Id="rId10" Type="http://schemas.openxmlformats.org/officeDocument/2006/relationships/slideLayout" Target="../slideLayouts/slideLayout117.xml"/><Relationship Id="rId4" Type="http://schemas.openxmlformats.org/officeDocument/2006/relationships/slideLayout" Target="../slideLayouts/slideLayout111.xml"/><Relationship Id="rId9" Type="http://schemas.openxmlformats.org/officeDocument/2006/relationships/slideLayout" Target="../slideLayouts/slideLayout11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25.xml"/><Relationship Id="rId3" Type="http://schemas.openxmlformats.org/officeDocument/2006/relationships/slideLayout" Target="../slideLayouts/slideLayout120.xml"/><Relationship Id="rId7" Type="http://schemas.openxmlformats.org/officeDocument/2006/relationships/slideLayout" Target="../slideLayouts/slideLayout124.xml"/><Relationship Id="rId12" Type="http://schemas.openxmlformats.org/officeDocument/2006/relationships/image" Target="../media/image19.png"/><Relationship Id="rId2" Type="http://schemas.openxmlformats.org/officeDocument/2006/relationships/slideLayout" Target="../slideLayouts/slideLayout119.xml"/><Relationship Id="rId1" Type="http://schemas.openxmlformats.org/officeDocument/2006/relationships/slideLayout" Target="../slideLayouts/slideLayout118.xml"/><Relationship Id="rId6" Type="http://schemas.openxmlformats.org/officeDocument/2006/relationships/slideLayout" Target="../slideLayouts/slideLayout123.xml"/><Relationship Id="rId11" Type="http://schemas.openxmlformats.org/officeDocument/2006/relationships/theme" Target="../theme/theme8.xml"/><Relationship Id="rId5" Type="http://schemas.openxmlformats.org/officeDocument/2006/relationships/slideLayout" Target="../slideLayouts/slideLayout122.xml"/><Relationship Id="rId10" Type="http://schemas.openxmlformats.org/officeDocument/2006/relationships/slideLayout" Target="../slideLayouts/slideLayout127.xml"/><Relationship Id="rId4" Type="http://schemas.openxmlformats.org/officeDocument/2006/relationships/slideLayout" Target="../slideLayouts/slideLayout121.xml"/><Relationship Id="rId9" Type="http://schemas.openxmlformats.org/officeDocument/2006/relationships/slideLayout" Target="../slideLayouts/slideLayout12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35.xml"/><Relationship Id="rId13" Type="http://schemas.openxmlformats.org/officeDocument/2006/relationships/slideLayout" Target="../slideLayouts/slideLayout140.xml"/><Relationship Id="rId18" Type="http://schemas.openxmlformats.org/officeDocument/2006/relationships/slideLayout" Target="../slideLayouts/slideLayout145.xml"/><Relationship Id="rId26" Type="http://schemas.openxmlformats.org/officeDocument/2006/relationships/slideLayout" Target="../slideLayouts/slideLayout153.xml"/><Relationship Id="rId3" Type="http://schemas.openxmlformats.org/officeDocument/2006/relationships/slideLayout" Target="../slideLayouts/slideLayout130.xml"/><Relationship Id="rId21" Type="http://schemas.openxmlformats.org/officeDocument/2006/relationships/slideLayout" Target="../slideLayouts/slideLayout148.xml"/><Relationship Id="rId7" Type="http://schemas.openxmlformats.org/officeDocument/2006/relationships/slideLayout" Target="../slideLayouts/slideLayout134.xml"/><Relationship Id="rId12" Type="http://schemas.openxmlformats.org/officeDocument/2006/relationships/slideLayout" Target="../slideLayouts/slideLayout139.xml"/><Relationship Id="rId17" Type="http://schemas.openxmlformats.org/officeDocument/2006/relationships/slideLayout" Target="../slideLayouts/slideLayout144.xml"/><Relationship Id="rId25" Type="http://schemas.openxmlformats.org/officeDocument/2006/relationships/slideLayout" Target="../slideLayouts/slideLayout152.xml"/><Relationship Id="rId2" Type="http://schemas.openxmlformats.org/officeDocument/2006/relationships/slideLayout" Target="../slideLayouts/slideLayout129.xml"/><Relationship Id="rId16" Type="http://schemas.openxmlformats.org/officeDocument/2006/relationships/slideLayout" Target="../slideLayouts/slideLayout143.xml"/><Relationship Id="rId20" Type="http://schemas.openxmlformats.org/officeDocument/2006/relationships/slideLayout" Target="../slideLayouts/slideLayout147.xml"/><Relationship Id="rId29" Type="http://schemas.openxmlformats.org/officeDocument/2006/relationships/theme" Target="../theme/theme9.xml"/><Relationship Id="rId1" Type="http://schemas.openxmlformats.org/officeDocument/2006/relationships/slideLayout" Target="../slideLayouts/slideLayout128.xml"/><Relationship Id="rId6" Type="http://schemas.openxmlformats.org/officeDocument/2006/relationships/slideLayout" Target="../slideLayouts/slideLayout133.xml"/><Relationship Id="rId11" Type="http://schemas.openxmlformats.org/officeDocument/2006/relationships/slideLayout" Target="../slideLayouts/slideLayout138.xml"/><Relationship Id="rId24" Type="http://schemas.openxmlformats.org/officeDocument/2006/relationships/slideLayout" Target="../slideLayouts/slideLayout151.xml"/><Relationship Id="rId5" Type="http://schemas.openxmlformats.org/officeDocument/2006/relationships/slideLayout" Target="../slideLayouts/slideLayout132.xml"/><Relationship Id="rId15" Type="http://schemas.openxmlformats.org/officeDocument/2006/relationships/slideLayout" Target="../slideLayouts/slideLayout142.xml"/><Relationship Id="rId23" Type="http://schemas.openxmlformats.org/officeDocument/2006/relationships/slideLayout" Target="../slideLayouts/slideLayout150.xml"/><Relationship Id="rId28" Type="http://schemas.openxmlformats.org/officeDocument/2006/relationships/slideLayout" Target="../slideLayouts/slideLayout155.xml"/><Relationship Id="rId10" Type="http://schemas.openxmlformats.org/officeDocument/2006/relationships/slideLayout" Target="../slideLayouts/slideLayout137.xml"/><Relationship Id="rId19" Type="http://schemas.openxmlformats.org/officeDocument/2006/relationships/slideLayout" Target="../slideLayouts/slideLayout146.xml"/><Relationship Id="rId4" Type="http://schemas.openxmlformats.org/officeDocument/2006/relationships/slideLayout" Target="../slideLayouts/slideLayout131.xml"/><Relationship Id="rId9" Type="http://schemas.openxmlformats.org/officeDocument/2006/relationships/slideLayout" Target="../slideLayouts/slideLayout136.xml"/><Relationship Id="rId14" Type="http://schemas.openxmlformats.org/officeDocument/2006/relationships/slideLayout" Target="../slideLayouts/slideLayout141.xml"/><Relationship Id="rId22" Type="http://schemas.openxmlformats.org/officeDocument/2006/relationships/slideLayout" Target="../slideLayouts/slideLayout149.xml"/><Relationship Id="rId27" Type="http://schemas.openxmlformats.org/officeDocument/2006/relationships/slideLayout" Target="../slideLayouts/slideLayout1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248" y="228601"/>
            <a:ext cx="11151917" cy="747897"/>
          </a:xfrm>
          <a:prstGeom prst="rect">
            <a:avLst/>
          </a:prstGeom>
        </p:spPr>
        <p:txBody>
          <a:bodyPr vert="horz" wrap="square" lIns="0" tIns="0" rIns="0" bIns="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520836" y="1447801"/>
            <a:ext cx="11155093" cy="2055947"/>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41029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700" r:id="rId26"/>
  </p:sldLayoutIdLst>
  <p:transition>
    <p:fade/>
  </p:transition>
  <p:timing>
    <p:tnLst>
      <p:par>
        <p:cTn id="1" dur="indefinite" restart="never" nodeType="tmRoot"/>
      </p:par>
    </p:tnLst>
  </p:timing>
  <p:hf hdr="0" ftr="0" dt="0"/>
  <p:txStyles>
    <p:titleStyle>
      <a:lvl1pPr algn="l" defTabSz="914363" rtl="0" eaLnBrk="1" latinLnBrk="0" hangingPunct="1">
        <a:lnSpc>
          <a:spcPct val="90000"/>
        </a:lnSpc>
        <a:spcBef>
          <a:spcPct val="0"/>
        </a:spcBef>
        <a:buNone/>
        <a:defRPr lang="en-US" sz="5400" b="0" kern="1200" cap="none" spc="-100" baseline="0" dirty="0" smtClean="0">
          <a:ln w="3175">
            <a:noFill/>
          </a:ln>
          <a:gradFill>
            <a:gsLst>
              <a:gs pos="1250">
                <a:schemeClr val="tx2"/>
              </a:gs>
              <a:gs pos="100000">
                <a:schemeClr val="tx2"/>
              </a:gs>
            </a:gsLst>
            <a:lin ang="5400000" scaled="0"/>
          </a:gradFill>
          <a:effectLst/>
          <a:latin typeface="+mj-lt"/>
          <a:ea typeface="+mn-ea"/>
          <a:cs typeface="Arial" charset="0"/>
        </a:defRPr>
      </a:lvl1pPr>
    </p:titleStyle>
    <p:bodyStyle>
      <a:lvl1pPr marL="339725" marR="0" indent="-339725" algn="l" defTabSz="914363" rtl="0" eaLnBrk="1" fontAlgn="auto" latinLnBrk="0" hangingPunct="1">
        <a:lnSpc>
          <a:spcPct val="90000"/>
        </a:lnSpc>
        <a:spcBef>
          <a:spcPct val="20000"/>
        </a:spcBef>
        <a:spcAft>
          <a:spcPts val="0"/>
        </a:spcAft>
        <a:buClrTx/>
        <a:buSzPct val="80000"/>
        <a:buFont typeface="Arial" pitchFamily="34" charset="0"/>
        <a:buChar char="•"/>
        <a:tabLst/>
        <a:defRPr sz="3600" kern="1200" spc="-70" baseline="0">
          <a:gradFill>
            <a:gsLst>
              <a:gs pos="1250">
                <a:schemeClr val="bg2"/>
              </a:gs>
              <a:gs pos="100000">
                <a:schemeClr val="bg2"/>
              </a:gs>
            </a:gsLst>
            <a:lin ang="5400000" scaled="0"/>
          </a:gradFill>
          <a:latin typeface="+mj-lt"/>
          <a:ea typeface="+mn-ea"/>
          <a:cs typeface="+mn-cs"/>
        </a:defRPr>
      </a:lvl1pPr>
      <a:lvl2pPr marL="573088" marR="0" indent="-233363" algn="l" defTabSz="914363"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gradFill>
            <a:gsLst>
              <a:gs pos="1250">
                <a:schemeClr val="bg2"/>
              </a:gs>
              <a:gs pos="100000">
                <a:schemeClr val="bg2"/>
              </a:gs>
            </a:gsLst>
            <a:lin ang="5400000" scaled="0"/>
          </a:gradFill>
          <a:latin typeface="+mn-lt"/>
          <a:ea typeface="+mn-ea"/>
          <a:cs typeface="+mn-cs"/>
        </a:defRPr>
      </a:lvl2pPr>
      <a:lvl3pPr marL="7985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798513" algn="l"/>
        </a:tabLst>
        <a:defRPr sz="2400" kern="1200" spc="0" baseline="0">
          <a:gradFill>
            <a:gsLst>
              <a:gs pos="1250">
                <a:schemeClr val="bg2"/>
              </a:gs>
              <a:gs pos="100000">
                <a:schemeClr val="bg2"/>
              </a:gs>
            </a:gsLst>
            <a:lin ang="5400000" scaled="0"/>
          </a:gradFill>
          <a:latin typeface="+mn-lt"/>
          <a:ea typeface="+mn-ea"/>
          <a:cs typeface="+mn-cs"/>
        </a:defRPr>
      </a:lvl3pPr>
      <a:lvl4pPr marL="1030288" marR="0" indent="-231775" algn="l" defTabSz="914363"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gradFill>
            <a:gsLst>
              <a:gs pos="1250">
                <a:schemeClr val="bg2"/>
              </a:gs>
              <a:gs pos="100000">
                <a:schemeClr val="bg2"/>
              </a:gs>
            </a:gsLst>
            <a:lin ang="5400000" scaled="0"/>
          </a:gradFill>
          <a:latin typeface="+mn-lt"/>
          <a:ea typeface="+mn-ea"/>
          <a:cs typeface="+mn-cs"/>
        </a:defRPr>
      </a:lvl4pPr>
      <a:lvl5pPr marL="12557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1255713" algn="l"/>
        </a:tabLst>
        <a:defRPr sz="2000" kern="1200" spc="0" baseline="0">
          <a:gradFill>
            <a:gsLst>
              <a:gs pos="1250">
                <a:schemeClr val="bg2"/>
              </a:gs>
              <a:gs pos="100000">
                <a:schemeClr val="bg2"/>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3836784"/>
      </p:ext>
    </p:extLst>
  </p:cSld>
  <p:clrMap bg1="dk1" tx1="lt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ransition>
    <p:fade/>
  </p:transition>
  <p:timing>
    <p:tnLst>
      <p:par>
        <p:cTn id="1" dur="indefinite" restart="never" nodeType="tmRoot"/>
      </p:par>
    </p:tnLst>
  </p:timing>
  <p:hf hdr="0" ftr="0" dt="0"/>
  <p:txStyles>
    <p:titleStyle>
      <a:lvl1pPr algn="l" defTabSz="914363" rtl="0" eaLnBrk="1" latinLnBrk="0" hangingPunct="1">
        <a:lnSpc>
          <a:spcPct val="90000"/>
        </a:lnSpc>
        <a:spcBef>
          <a:spcPct val="0"/>
        </a:spcBef>
        <a:buNone/>
        <a:defRPr lang="en-US" sz="5400" b="0" kern="1200" cap="none" spc="-100" baseline="0" dirty="0" smtClean="0">
          <a:ln w="3175">
            <a:noFill/>
          </a:ln>
          <a:gradFill>
            <a:gsLst>
              <a:gs pos="1250">
                <a:schemeClr val="tx1"/>
              </a:gs>
              <a:gs pos="100000">
                <a:schemeClr val="tx1"/>
              </a:gs>
            </a:gsLst>
            <a:lin ang="5400000" scaled="0"/>
          </a:gradFill>
          <a:effectLst/>
          <a:latin typeface="+mj-lt"/>
          <a:ea typeface="+mn-ea"/>
          <a:cs typeface="Arial" charset="0"/>
        </a:defRPr>
      </a:lvl1pPr>
    </p:titleStyle>
    <p:bodyStyle>
      <a:lvl1pPr marL="339725" marR="0" indent="-339725" algn="l" defTabSz="914363" rtl="0" eaLnBrk="1" fontAlgn="auto" latinLnBrk="0" hangingPunct="1">
        <a:lnSpc>
          <a:spcPct val="90000"/>
        </a:lnSpc>
        <a:spcBef>
          <a:spcPct val="20000"/>
        </a:spcBef>
        <a:spcAft>
          <a:spcPts val="0"/>
        </a:spcAft>
        <a:buClrTx/>
        <a:buSzPct val="90000"/>
        <a:buFont typeface="Arial" pitchFamily="34" charset="0"/>
        <a:buChar char="•"/>
        <a:tabLst/>
        <a:defRPr sz="3600" kern="1200" spc="-70" baseline="0">
          <a:gradFill>
            <a:gsLst>
              <a:gs pos="1250">
                <a:schemeClr val="tx1"/>
              </a:gs>
              <a:gs pos="100000">
                <a:schemeClr val="tx1"/>
              </a:gs>
            </a:gsLst>
            <a:lin ang="5400000" scaled="0"/>
          </a:gradFill>
          <a:latin typeface="+mj-lt"/>
          <a:ea typeface="+mn-ea"/>
          <a:cs typeface="+mn-cs"/>
        </a:defRPr>
      </a:lvl1pPr>
      <a:lvl2pPr marL="573088" marR="0" indent="-233363" algn="l" defTabSz="914363"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gradFill>
            <a:gsLst>
              <a:gs pos="1250">
                <a:schemeClr val="tx1"/>
              </a:gs>
              <a:gs pos="100000">
                <a:schemeClr val="tx1"/>
              </a:gs>
            </a:gsLst>
            <a:lin ang="5400000" scaled="0"/>
          </a:gradFill>
          <a:latin typeface="+mn-lt"/>
          <a:ea typeface="+mn-ea"/>
          <a:cs typeface="+mn-cs"/>
        </a:defRPr>
      </a:lvl2pPr>
      <a:lvl3pPr marL="7985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798513" algn="l"/>
        </a:tabLst>
        <a:defRPr sz="2400" kern="1200" spc="0" baseline="0">
          <a:gradFill>
            <a:gsLst>
              <a:gs pos="1250">
                <a:schemeClr val="tx1"/>
              </a:gs>
              <a:gs pos="100000">
                <a:schemeClr val="tx1"/>
              </a:gs>
            </a:gsLst>
            <a:lin ang="5400000" scaled="0"/>
          </a:gradFill>
          <a:latin typeface="+mn-lt"/>
          <a:ea typeface="+mn-ea"/>
          <a:cs typeface="+mn-cs"/>
        </a:defRPr>
      </a:lvl3pPr>
      <a:lvl4pPr marL="1030288" marR="0" indent="-231775" algn="l" defTabSz="914363"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gradFill>
            <a:gsLst>
              <a:gs pos="1250">
                <a:schemeClr val="tx1"/>
              </a:gs>
              <a:gs pos="100000">
                <a:schemeClr val="tx1"/>
              </a:gs>
            </a:gsLst>
            <a:lin ang="5400000" scaled="0"/>
          </a:gradFill>
          <a:latin typeface="+mn-lt"/>
          <a:ea typeface="+mn-ea"/>
          <a:cs typeface="+mn-cs"/>
        </a:defRPr>
      </a:lvl4pPr>
      <a:lvl5pPr marL="12557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1255713" algn="l"/>
        </a:tabLst>
        <a:defRPr sz="2000" kern="1200" spc="0" baseline="0">
          <a:gradFill>
            <a:gsLst>
              <a:gs pos="1250">
                <a:schemeClr val="tx1"/>
              </a:gs>
              <a:gs pos="100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249" y="228600"/>
            <a:ext cx="11151917" cy="747897"/>
          </a:xfrm>
          <a:prstGeom prst="rect">
            <a:avLst/>
          </a:prstGeom>
        </p:spPr>
        <p:txBody>
          <a:bodyPr vert="horz" wrap="square" lIns="0" tIns="0" rIns="0" bIns="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520835" y="1447800"/>
            <a:ext cx="11155093" cy="2055947"/>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228815421"/>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ransition>
    <p:fade/>
  </p:transition>
  <p:timing>
    <p:tnLst>
      <p:par>
        <p:cTn id="1" dur="indefinite" restart="never" nodeType="tmRoot"/>
      </p:par>
    </p:tnLst>
  </p:timing>
  <p:hf hdr="0" ftr="0" dt="0"/>
  <p:txStyles>
    <p:titleStyle>
      <a:lvl1pPr algn="l" defTabSz="914198" rtl="0" eaLnBrk="1" latinLnBrk="0" hangingPunct="1">
        <a:lnSpc>
          <a:spcPct val="90000"/>
        </a:lnSpc>
        <a:spcBef>
          <a:spcPct val="0"/>
        </a:spcBef>
        <a:buNone/>
        <a:defRPr lang="en-US" sz="5399" b="0" kern="1200" cap="none" spc="-100" baseline="0" dirty="0" smtClean="0">
          <a:ln w="3175">
            <a:noFill/>
          </a:ln>
          <a:gradFill>
            <a:gsLst>
              <a:gs pos="1250">
                <a:schemeClr val="tx2"/>
              </a:gs>
              <a:gs pos="100000">
                <a:schemeClr val="tx2"/>
              </a:gs>
            </a:gsLst>
            <a:lin ang="5400000" scaled="0"/>
          </a:gradFill>
          <a:effectLst/>
          <a:latin typeface="+mj-lt"/>
          <a:ea typeface="+mn-ea"/>
          <a:cs typeface="Arial" charset="0"/>
        </a:defRPr>
      </a:lvl1pPr>
    </p:titleStyle>
    <p:bodyStyle>
      <a:lvl1pPr marL="339665" marR="0" indent="-339665" algn="l" defTabSz="914198" rtl="0" eaLnBrk="1" fontAlgn="auto" latinLnBrk="0" hangingPunct="1">
        <a:lnSpc>
          <a:spcPct val="90000"/>
        </a:lnSpc>
        <a:spcBef>
          <a:spcPct val="20000"/>
        </a:spcBef>
        <a:spcAft>
          <a:spcPts val="0"/>
        </a:spcAft>
        <a:buClrTx/>
        <a:buSzPct val="80000"/>
        <a:buFont typeface="Arial" pitchFamily="34" charset="0"/>
        <a:buChar char="•"/>
        <a:tabLst/>
        <a:defRPr sz="3600" kern="1200" spc="-70" baseline="0">
          <a:gradFill>
            <a:gsLst>
              <a:gs pos="1250">
                <a:schemeClr val="bg2"/>
              </a:gs>
              <a:gs pos="100000">
                <a:schemeClr val="bg2"/>
              </a:gs>
            </a:gsLst>
            <a:lin ang="5400000" scaled="0"/>
          </a:gradFill>
          <a:latin typeface="+mj-lt"/>
          <a:ea typeface="+mn-ea"/>
          <a:cs typeface="+mn-cs"/>
        </a:defRPr>
      </a:lvl1pPr>
      <a:lvl2pPr marL="572984" marR="0" indent="-233321" algn="l" defTabSz="914198"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gradFill>
            <a:gsLst>
              <a:gs pos="1250">
                <a:schemeClr val="bg2"/>
              </a:gs>
              <a:gs pos="100000">
                <a:schemeClr val="bg2"/>
              </a:gs>
            </a:gsLst>
            <a:lin ang="5400000" scaled="0"/>
          </a:gradFill>
          <a:latin typeface="+mn-lt"/>
          <a:ea typeface="+mn-ea"/>
          <a:cs typeface="+mn-cs"/>
        </a:defRPr>
      </a:lvl2pPr>
      <a:lvl3pPr marL="798369" marR="0" indent="-225385" algn="l" defTabSz="914198" rtl="0" eaLnBrk="1" fontAlgn="auto" latinLnBrk="0" hangingPunct="1">
        <a:lnSpc>
          <a:spcPct val="90000"/>
        </a:lnSpc>
        <a:spcBef>
          <a:spcPct val="20000"/>
        </a:spcBef>
        <a:spcAft>
          <a:spcPts val="0"/>
        </a:spcAft>
        <a:buClrTx/>
        <a:buSzPct val="90000"/>
        <a:buFont typeface="Wingdings" pitchFamily="2" charset="2"/>
        <a:buChar char=""/>
        <a:tabLst>
          <a:tab pos="798369" algn="l"/>
        </a:tabLst>
        <a:defRPr sz="2400" kern="1200" spc="0" baseline="0">
          <a:gradFill>
            <a:gsLst>
              <a:gs pos="1250">
                <a:schemeClr val="bg2"/>
              </a:gs>
              <a:gs pos="100000">
                <a:schemeClr val="bg2"/>
              </a:gs>
            </a:gsLst>
            <a:lin ang="5400000" scaled="0"/>
          </a:gradFill>
          <a:latin typeface="+mn-lt"/>
          <a:ea typeface="+mn-ea"/>
          <a:cs typeface="+mn-cs"/>
        </a:defRPr>
      </a:lvl3pPr>
      <a:lvl4pPr marL="1030103" marR="0" indent="-231732" algn="l" defTabSz="914198"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gradFill>
            <a:gsLst>
              <a:gs pos="1250">
                <a:schemeClr val="bg2"/>
              </a:gs>
              <a:gs pos="100000">
                <a:schemeClr val="bg2"/>
              </a:gs>
            </a:gsLst>
            <a:lin ang="5400000" scaled="0"/>
          </a:gradFill>
          <a:latin typeface="+mn-lt"/>
          <a:ea typeface="+mn-ea"/>
          <a:cs typeface="+mn-cs"/>
        </a:defRPr>
      </a:lvl4pPr>
      <a:lvl5pPr marL="1255487" marR="0" indent="-225385" algn="l" defTabSz="914198" rtl="0" eaLnBrk="1" fontAlgn="auto" latinLnBrk="0" hangingPunct="1">
        <a:lnSpc>
          <a:spcPct val="90000"/>
        </a:lnSpc>
        <a:spcBef>
          <a:spcPct val="20000"/>
        </a:spcBef>
        <a:spcAft>
          <a:spcPts val="0"/>
        </a:spcAft>
        <a:buClrTx/>
        <a:buSzPct val="90000"/>
        <a:buFont typeface="Wingdings" pitchFamily="2" charset="2"/>
        <a:buChar char=""/>
        <a:tabLst>
          <a:tab pos="1255487" algn="l"/>
        </a:tabLst>
        <a:defRPr sz="2000" kern="1200" spc="0" baseline="0">
          <a:gradFill>
            <a:gsLst>
              <a:gs pos="1250">
                <a:schemeClr val="bg2"/>
              </a:gs>
              <a:gs pos="100000">
                <a:schemeClr val="bg2"/>
              </a:gs>
            </a:gsLst>
            <a:lin ang="5400000" scaled="0"/>
          </a:gradFill>
          <a:latin typeface="+mn-lt"/>
          <a:ea typeface="+mn-ea"/>
          <a:cs typeface="+mn-cs"/>
        </a:defRPr>
      </a:lvl5pPr>
      <a:lvl6pPr marL="2514047" indent="-228550" algn="l" defTabSz="91419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145" indent="-228550" algn="l" defTabSz="91419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245" indent="-228550" algn="l" defTabSz="91419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98" rtl="0" eaLnBrk="1" latinLnBrk="0" hangingPunct="1">
        <a:defRPr sz="1800" kern="1200">
          <a:solidFill>
            <a:schemeClr val="tx1"/>
          </a:solidFill>
          <a:latin typeface="+mn-lt"/>
          <a:ea typeface="+mn-ea"/>
          <a:cs typeface="+mn-cs"/>
        </a:defRPr>
      </a:lvl1pPr>
      <a:lvl2pPr marL="457100" algn="l" defTabSz="914198" rtl="0" eaLnBrk="1" latinLnBrk="0" hangingPunct="1">
        <a:defRPr sz="1800" kern="1200">
          <a:solidFill>
            <a:schemeClr val="tx1"/>
          </a:solidFill>
          <a:latin typeface="+mn-lt"/>
          <a:ea typeface="+mn-ea"/>
          <a:cs typeface="+mn-cs"/>
        </a:defRPr>
      </a:lvl2pPr>
      <a:lvl3pPr marL="914198" algn="l" defTabSz="914198" rtl="0" eaLnBrk="1" latinLnBrk="0" hangingPunct="1">
        <a:defRPr sz="1800" kern="1200">
          <a:solidFill>
            <a:schemeClr val="tx1"/>
          </a:solidFill>
          <a:latin typeface="+mn-lt"/>
          <a:ea typeface="+mn-ea"/>
          <a:cs typeface="+mn-cs"/>
        </a:defRPr>
      </a:lvl3pPr>
      <a:lvl4pPr marL="1371299" algn="l" defTabSz="914198" rtl="0" eaLnBrk="1" latinLnBrk="0" hangingPunct="1">
        <a:defRPr sz="1800" kern="1200">
          <a:solidFill>
            <a:schemeClr val="tx1"/>
          </a:solidFill>
          <a:latin typeface="+mn-lt"/>
          <a:ea typeface="+mn-ea"/>
          <a:cs typeface="+mn-cs"/>
        </a:defRPr>
      </a:lvl4pPr>
      <a:lvl5pPr marL="1828398" algn="l" defTabSz="914198" rtl="0" eaLnBrk="1" latinLnBrk="0" hangingPunct="1">
        <a:defRPr sz="1800" kern="1200">
          <a:solidFill>
            <a:schemeClr val="tx1"/>
          </a:solidFill>
          <a:latin typeface="+mn-lt"/>
          <a:ea typeface="+mn-ea"/>
          <a:cs typeface="+mn-cs"/>
        </a:defRPr>
      </a:lvl5pPr>
      <a:lvl6pPr marL="2285498" algn="l" defTabSz="914198" rtl="0" eaLnBrk="1" latinLnBrk="0" hangingPunct="1">
        <a:defRPr sz="1800" kern="1200">
          <a:solidFill>
            <a:schemeClr val="tx1"/>
          </a:solidFill>
          <a:latin typeface="+mn-lt"/>
          <a:ea typeface="+mn-ea"/>
          <a:cs typeface="+mn-cs"/>
        </a:defRPr>
      </a:lvl6pPr>
      <a:lvl7pPr marL="2742595" algn="l" defTabSz="914198" rtl="0" eaLnBrk="1" latinLnBrk="0" hangingPunct="1">
        <a:defRPr sz="1800" kern="1200">
          <a:solidFill>
            <a:schemeClr val="tx1"/>
          </a:solidFill>
          <a:latin typeface="+mn-lt"/>
          <a:ea typeface="+mn-ea"/>
          <a:cs typeface="+mn-cs"/>
        </a:defRPr>
      </a:lvl7pPr>
      <a:lvl8pPr marL="3199695" algn="l" defTabSz="914198" rtl="0" eaLnBrk="1" latinLnBrk="0" hangingPunct="1">
        <a:defRPr sz="1800" kern="1200">
          <a:solidFill>
            <a:schemeClr val="tx1"/>
          </a:solidFill>
          <a:latin typeface="+mn-lt"/>
          <a:ea typeface="+mn-ea"/>
          <a:cs typeface="+mn-cs"/>
        </a:defRPr>
      </a:lvl8pPr>
      <a:lvl9pPr marL="3656794" algn="l" defTabSz="914198"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83">
          <p15:clr>
            <a:srgbClr val="F26B43"/>
          </p15:clr>
        </p15:guide>
        <p15:guide id="2" orient="horz" pos="187">
          <p15:clr>
            <a:srgbClr val="F26B43"/>
          </p15:clr>
        </p15:guide>
        <p15:guide id="3" orient="horz" pos="763">
          <p15:clr>
            <a:srgbClr val="F26B43"/>
          </p15:clr>
        </p15:guide>
        <p15:guide id="4" orient="horz" pos="1339">
          <p15:clr>
            <a:srgbClr val="F26B43"/>
          </p15:clr>
        </p15:guide>
        <p15:guide id="5" orient="horz" pos="1915">
          <p15:clr>
            <a:srgbClr val="F26B43"/>
          </p15:clr>
        </p15:guide>
        <p15:guide id="6" orient="horz" pos="2491">
          <p15:clr>
            <a:srgbClr val="F26B43"/>
          </p15:clr>
        </p15:guide>
        <p15:guide id="7" orient="horz" pos="3067">
          <p15:clr>
            <a:srgbClr val="F26B43"/>
          </p15:clr>
        </p15:guide>
        <p15:guide id="8" orient="horz" pos="4161">
          <p15:clr>
            <a:srgbClr val="F26B43"/>
          </p15:clr>
        </p15:guide>
        <p15:guide id="9" orient="horz" pos="3643">
          <p15:clr>
            <a:srgbClr val="F26B43"/>
          </p15:clr>
        </p15:guide>
        <p15:guide id="10" orient="horz" pos="4259">
          <p15:clr>
            <a:srgbClr val="F26B43"/>
          </p15:clr>
        </p15:guide>
        <p15:guide id="11" pos="195">
          <p15:clr>
            <a:srgbClr val="F26B43"/>
          </p15:clr>
        </p15:guide>
        <p15:guide id="12" pos="269">
          <p15:clr>
            <a:srgbClr val="F26B43"/>
          </p15:clr>
        </p15:guide>
        <p15:guide id="13" pos="749">
          <p15:clr>
            <a:srgbClr val="F26B43"/>
          </p15:clr>
        </p15:guide>
        <p15:guide id="14" pos="1325">
          <p15:clr>
            <a:srgbClr val="F26B43"/>
          </p15:clr>
        </p15:guide>
        <p15:guide id="15" pos="1901">
          <p15:clr>
            <a:srgbClr val="F26B43"/>
          </p15:clr>
        </p15:guide>
        <p15:guide id="16" pos="2477">
          <p15:clr>
            <a:srgbClr val="F26B43"/>
          </p15:clr>
        </p15:guide>
        <p15:guide id="17" pos="3053">
          <p15:clr>
            <a:srgbClr val="F26B43"/>
          </p15:clr>
        </p15:guide>
        <p15:guide id="18" pos="3629">
          <p15:clr>
            <a:srgbClr val="F26B43"/>
          </p15:clr>
        </p15:guide>
        <p15:guide id="19" pos="4205">
          <p15:clr>
            <a:srgbClr val="F26B43"/>
          </p15:clr>
        </p15:guide>
        <p15:guide id="20" pos="4781">
          <p15:clr>
            <a:srgbClr val="F26B43"/>
          </p15:clr>
        </p15:guide>
        <p15:guide id="21" pos="5357">
          <p15:clr>
            <a:srgbClr val="F26B43"/>
          </p15:clr>
        </p15:guide>
        <p15:guide id="22" pos="5933">
          <p15:clr>
            <a:srgbClr val="F26B43"/>
          </p15:clr>
        </p15:guide>
        <p15:guide id="23" pos="6509">
          <p15:clr>
            <a:srgbClr val="F26B43"/>
          </p15:clr>
        </p15:guide>
        <p15:guide id="24" pos="7085">
          <p15:clr>
            <a:srgbClr val="F26B43"/>
          </p15:clr>
        </p15:guide>
        <p15:guide id="25" pos="7661">
          <p15:clr>
            <a:srgbClr val="F26B43"/>
          </p15:clr>
        </p15:guide>
        <p15:guide id="26" pos="7565">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ext Placeholder 6"/>
          <p:cNvSpPr txBox="1">
            <a:spLocks/>
          </p:cNvSpPr>
          <p:nvPr/>
        </p:nvSpPr>
        <p:spPr>
          <a:xfrm>
            <a:off x="1086121" y="6394624"/>
            <a:ext cx="11105879" cy="453392"/>
          </a:xfrm>
          <a:prstGeom prst="rect">
            <a:avLst/>
          </a:prstGeom>
        </p:spPr>
        <p:txBody>
          <a:bodyPr anchor="b"/>
          <a:lstStyle>
            <a:lvl1pPr marL="0" indent="0" algn="l" defTabSz="914363" rtl="0" eaLnBrk="1" latinLnBrk="0" hangingPunct="1">
              <a:lnSpc>
                <a:spcPct val="90000"/>
              </a:lnSpc>
              <a:spcBef>
                <a:spcPct val="20000"/>
              </a:spcBef>
              <a:buClr>
                <a:srgbClr val="00DCFF"/>
              </a:buClr>
              <a:buSzPct val="90000"/>
              <a:buFont typeface="Arial" pitchFamily="34" charset="0"/>
              <a:buNone/>
              <a:defRPr sz="2400" kern="1200" baseline="0">
                <a:solidFill>
                  <a:schemeClr val="tx1">
                    <a:lumMod val="75000"/>
                    <a:lumOff val="25000"/>
                    <a:alpha val="99000"/>
                  </a:schemeClr>
                </a:solidFill>
                <a:latin typeface="+mn-lt"/>
                <a:ea typeface="+mn-ea"/>
                <a:cs typeface="+mn-cs"/>
              </a:defRPr>
            </a:lvl1pPr>
            <a:lvl2pPr marL="460375" indent="0" algn="l" defTabSz="914363" rtl="0" eaLnBrk="1" latinLnBrk="0" hangingPunct="1">
              <a:lnSpc>
                <a:spcPct val="90000"/>
              </a:lnSpc>
              <a:spcBef>
                <a:spcPct val="20000"/>
              </a:spcBef>
              <a:buClr>
                <a:srgbClr val="00DCFF"/>
              </a:buClr>
              <a:buSzPct val="90000"/>
              <a:buFont typeface="Arial" pitchFamily="34" charset="0"/>
              <a:buNone/>
              <a:defRPr sz="2000" kern="1200">
                <a:solidFill>
                  <a:schemeClr val="tx1">
                    <a:lumMod val="75000"/>
                    <a:lumOff val="25000"/>
                    <a:alpha val="99000"/>
                  </a:schemeClr>
                </a:solidFill>
                <a:latin typeface="+mn-lt"/>
                <a:ea typeface="+mn-ea"/>
                <a:cs typeface="+mn-cs"/>
              </a:defRPr>
            </a:lvl2pPr>
            <a:lvl3pPr marL="855663" indent="0" algn="l" defTabSz="914363" rtl="0" eaLnBrk="1" latinLnBrk="0" hangingPunct="1">
              <a:lnSpc>
                <a:spcPct val="90000"/>
              </a:lnSpc>
              <a:spcBef>
                <a:spcPct val="20000"/>
              </a:spcBef>
              <a:buClr>
                <a:srgbClr val="00DCFF"/>
              </a:buClr>
              <a:buSzPct val="90000"/>
              <a:buFont typeface="Arial" pitchFamily="34" charset="0"/>
              <a:buNone/>
              <a:defRPr sz="1800" kern="1200">
                <a:solidFill>
                  <a:schemeClr val="tx1">
                    <a:lumMod val="75000"/>
                    <a:lumOff val="25000"/>
                    <a:alpha val="99000"/>
                  </a:schemeClr>
                </a:solidFill>
                <a:latin typeface="+mn-lt"/>
                <a:ea typeface="+mn-ea"/>
                <a:cs typeface="+mn-cs"/>
              </a:defRPr>
            </a:lvl3pPr>
            <a:lvl4pPr marL="1258888"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4pPr>
            <a:lvl5pPr marL="1604963"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endParaRPr lang="en-US" sz="1600" dirty="0">
              <a:solidFill>
                <a:srgbClr val="FFFFFF">
                  <a:lumMod val="75000"/>
                  <a:alpha val="99000"/>
                </a:srgbClr>
              </a:solidFill>
            </a:endParaRPr>
          </a:p>
        </p:txBody>
      </p:sp>
      <p:sp>
        <p:nvSpPr>
          <p:cNvPr id="3" name="Text Placeholder 6"/>
          <p:cNvSpPr txBox="1">
            <a:spLocks/>
          </p:cNvSpPr>
          <p:nvPr userDrawn="1"/>
        </p:nvSpPr>
        <p:spPr>
          <a:xfrm>
            <a:off x="1086121" y="6394624"/>
            <a:ext cx="11105879" cy="453392"/>
          </a:xfrm>
          <a:prstGeom prst="rect">
            <a:avLst/>
          </a:prstGeom>
        </p:spPr>
        <p:txBody>
          <a:bodyPr anchor="b"/>
          <a:lstStyle>
            <a:lvl1pPr marL="0" indent="0" algn="l" defTabSz="914363" rtl="0" eaLnBrk="1" latinLnBrk="0" hangingPunct="1">
              <a:lnSpc>
                <a:spcPct val="90000"/>
              </a:lnSpc>
              <a:spcBef>
                <a:spcPct val="20000"/>
              </a:spcBef>
              <a:buClr>
                <a:srgbClr val="00DCFF"/>
              </a:buClr>
              <a:buSzPct val="90000"/>
              <a:buFont typeface="Arial" pitchFamily="34" charset="0"/>
              <a:buNone/>
              <a:defRPr sz="2400" kern="1200" baseline="0">
                <a:solidFill>
                  <a:schemeClr val="tx1">
                    <a:lumMod val="75000"/>
                    <a:lumOff val="25000"/>
                    <a:alpha val="99000"/>
                  </a:schemeClr>
                </a:solidFill>
                <a:latin typeface="+mn-lt"/>
                <a:ea typeface="+mn-ea"/>
                <a:cs typeface="+mn-cs"/>
              </a:defRPr>
            </a:lvl1pPr>
            <a:lvl2pPr marL="460375" indent="0" algn="l" defTabSz="914363" rtl="0" eaLnBrk="1" latinLnBrk="0" hangingPunct="1">
              <a:lnSpc>
                <a:spcPct val="90000"/>
              </a:lnSpc>
              <a:spcBef>
                <a:spcPct val="20000"/>
              </a:spcBef>
              <a:buClr>
                <a:srgbClr val="00DCFF"/>
              </a:buClr>
              <a:buSzPct val="90000"/>
              <a:buFont typeface="Arial" pitchFamily="34" charset="0"/>
              <a:buNone/>
              <a:defRPr sz="2000" kern="1200">
                <a:solidFill>
                  <a:schemeClr val="tx1">
                    <a:lumMod val="75000"/>
                    <a:lumOff val="25000"/>
                    <a:alpha val="99000"/>
                  </a:schemeClr>
                </a:solidFill>
                <a:latin typeface="+mn-lt"/>
                <a:ea typeface="+mn-ea"/>
                <a:cs typeface="+mn-cs"/>
              </a:defRPr>
            </a:lvl2pPr>
            <a:lvl3pPr marL="855663" indent="0" algn="l" defTabSz="914363" rtl="0" eaLnBrk="1" latinLnBrk="0" hangingPunct="1">
              <a:lnSpc>
                <a:spcPct val="90000"/>
              </a:lnSpc>
              <a:spcBef>
                <a:spcPct val="20000"/>
              </a:spcBef>
              <a:buClr>
                <a:srgbClr val="00DCFF"/>
              </a:buClr>
              <a:buSzPct val="90000"/>
              <a:buFont typeface="Arial" pitchFamily="34" charset="0"/>
              <a:buNone/>
              <a:defRPr sz="1800" kern="1200">
                <a:solidFill>
                  <a:schemeClr val="tx1">
                    <a:lumMod val="75000"/>
                    <a:lumOff val="25000"/>
                    <a:alpha val="99000"/>
                  </a:schemeClr>
                </a:solidFill>
                <a:latin typeface="+mn-lt"/>
                <a:ea typeface="+mn-ea"/>
                <a:cs typeface="+mn-cs"/>
              </a:defRPr>
            </a:lvl3pPr>
            <a:lvl4pPr marL="1258888"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4pPr>
            <a:lvl5pPr marL="1604963"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endParaRPr lang="en-US" sz="1600" dirty="0">
              <a:solidFill>
                <a:srgbClr val="FFFFFF">
                  <a:lumMod val="75000"/>
                  <a:alpha val="99000"/>
                </a:srgbClr>
              </a:solidFill>
            </a:endParaRPr>
          </a:p>
        </p:txBody>
      </p:sp>
    </p:spTree>
    <p:extLst>
      <p:ext uri="{BB962C8B-B14F-4D97-AF65-F5344CB8AC3E}">
        <p14:creationId xmlns:p14="http://schemas.microsoft.com/office/powerpoint/2010/main" val="3078473963"/>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ransition>
    <p:fade/>
  </p:transition>
  <p:timing>
    <p:tnLst>
      <p:par>
        <p:cTn id="1" dur="indefinite" restart="never" nodeType="tmRoot"/>
      </p:par>
    </p:tnLst>
  </p:timing>
  <p:hf hdr="0"/>
  <p:txStyles>
    <p:titleStyle>
      <a:lvl1pPr algn="l" defTabSz="914188" rtl="0" eaLnBrk="1" latinLnBrk="0" hangingPunct="1">
        <a:lnSpc>
          <a:spcPct val="90000"/>
        </a:lnSpc>
        <a:spcBef>
          <a:spcPct val="0"/>
        </a:spcBef>
        <a:buNone/>
        <a:defRPr lang="en-US" sz="4800" b="0" kern="1200" cap="none" spc="-200" baseline="0" dirty="0" smtClean="0">
          <a:ln w="3175">
            <a:noFill/>
          </a:ln>
          <a:solidFill>
            <a:schemeClr val="accent6">
              <a:alpha val="98824"/>
            </a:schemeClr>
          </a:solidFill>
          <a:effectLst/>
          <a:latin typeface="Segoe UI Light" pitchFamily="34" charset="0"/>
          <a:ea typeface="+mn-ea"/>
          <a:cs typeface="Arial" charset="0"/>
        </a:defRPr>
      </a:lvl1pPr>
    </p:titleStyle>
    <p:bodyStyle>
      <a:lvl1pPr marL="0" indent="0" algn="l" defTabSz="914188" rtl="0" eaLnBrk="1" latinLnBrk="0" hangingPunct="1">
        <a:lnSpc>
          <a:spcPct val="90000"/>
        </a:lnSpc>
        <a:spcBef>
          <a:spcPct val="20000"/>
        </a:spcBef>
        <a:buClr>
          <a:srgbClr val="00DCFF"/>
        </a:buClr>
        <a:buSzPct val="90000"/>
        <a:buFont typeface="Arial" pitchFamily="34" charset="0"/>
        <a:buNone/>
        <a:defRPr sz="2400" kern="1200">
          <a:solidFill>
            <a:schemeClr val="tx1">
              <a:lumMod val="75000"/>
              <a:lumOff val="25000"/>
              <a:alpha val="99000"/>
            </a:schemeClr>
          </a:solidFill>
          <a:latin typeface="+mn-lt"/>
          <a:ea typeface="+mn-ea"/>
          <a:cs typeface="+mn-cs"/>
        </a:defRPr>
      </a:lvl1pPr>
      <a:lvl2pPr marL="460286" indent="0" algn="l" defTabSz="914188" rtl="0" eaLnBrk="1" latinLnBrk="0" hangingPunct="1">
        <a:lnSpc>
          <a:spcPct val="90000"/>
        </a:lnSpc>
        <a:spcBef>
          <a:spcPct val="20000"/>
        </a:spcBef>
        <a:buClr>
          <a:srgbClr val="00DCFF"/>
        </a:buClr>
        <a:buSzPct val="90000"/>
        <a:buFont typeface="Arial" pitchFamily="34" charset="0"/>
        <a:buNone/>
        <a:defRPr sz="2000" kern="1200">
          <a:solidFill>
            <a:schemeClr val="tx1">
              <a:lumMod val="75000"/>
              <a:lumOff val="25000"/>
              <a:alpha val="99000"/>
            </a:schemeClr>
          </a:solidFill>
          <a:latin typeface="+mn-lt"/>
          <a:ea typeface="+mn-ea"/>
          <a:cs typeface="+mn-cs"/>
        </a:defRPr>
      </a:lvl2pPr>
      <a:lvl3pPr marL="855499" indent="0" algn="l" defTabSz="914188" rtl="0" eaLnBrk="1" latinLnBrk="0" hangingPunct="1">
        <a:lnSpc>
          <a:spcPct val="90000"/>
        </a:lnSpc>
        <a:spcBef>
          <a:spcPct val="20000"/>
        </a:spcBef>
        <a:buClr>
          <a:srgbClr val="00DCFF"/>
        </a:buClr>
        <a:buSzPct val="90000"/>
        <a:buFont typeface="Arial" pitchFamily="34" charset="0"/>
        <a:buNone/>
        <a:defRPr sz="1800" kern="1200">
          <a:solidFill>
            <a:schemeClr val="tx1">
              <a:lumMod val="75000"/>
              <a:lumOff val="25000"/>
              <a:alpha val="99000"/>
            </a:schemeClr>
          </a:solidFill>
          <a:latin typeface="+mn-lt"/>
          <a:ea typeface="+mn-ea"/>
          <a:cs typeface="+mn-cs"/>
        </a:defRPr>
      </a:lvl3pPr>
      <a:lvl4pPr marL="1258646" indent="0" algn="l" defTabSz="914188"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4pPr>
      <a:lvl5pPr marL="1604655" indent="0" algn="l" defTabSz="914188"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5pPr>
      <a:lvl6pPr marL="2514017" indent="-228547" algn="l" defTabSz="9141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110" indent="-228547" algn="l" defTabSz="9141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204" indent="-228547" algn="l" defTabSz="9141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298" indent="-228547" algn="l" defTabSz="91418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88" rtl="0" eaLnBrk="1" latinLnBrk="0" hangingPunct="1">
        <a:defRPr sz="1800" kern="1200">
          <a:solidFill>
            <a:schemeClr val="tx1"/>
          </a:solidFill>
          <a:latin typeface="+mn-lt"/>
          <a:ea typeface="+mn-ea"/>
          <a:cs typeface="+mn-cs"/>
        </a:defRPr>
      </a:lvl1pPr>
      <a:lvl2pPr marL="457094" algn="l" defTabSz="914188" rtl="0" eaLnBrk="1" latinLnBrk="0" hangingPunct="1">
        <a:defRPr sz="1800" kern="1200">
          <a:solidFill>
            <a:schemeClr val="tx1"/>
          </a:solidFill>
          <a:latin typeface="+mn-lt"/>
          <a:ea typeface="+mn-ea"/>
          <a:cs typeface="+mn-cs"/>
        </a:defRPr>
      </a:lvl2pPr>
      <a:lvl3pPr marL="914188" algn="l" defTabSz="914188" rtl="0" eaLnBrk="1" latinLnBrk="0" hangingPunct="1">
        <a:defRPr sz="1800" kern="1200">
          <a:solidFill>
            <a:schemeClr val="tx1"/>
          </a:solidFill>
          <a:latin typeface="+mn-lt"/>
          <a:ea typeface="+mn-ea"/>
          <a:cs typeface="+mn-cs"/>
        </a:defRPr>
      </a:lvl3pPr>
      <a:lvl4pPr marL="1371282" algn="l" defTabSz="914188" rtl="0" eaLnBrk="1" latinLnBrk="0" hangingPunct="1">
        <a:defRPr sz="1800" kern="1200">
          <a:solidFill>
            <a:schemeClr val="tx1"/>
          </a:solidFill>
          <a:latin typeface="+mn-lt"/>
          <a:ea typeface="+mn-ea"/>
          <a:cs typeface="+mn-cs"/>
        </a:defRPr>
      </a:lvl4pPr>
      <a:lvl5pPr marL="1828376" algn="l" defTabSz="914188" rtl="0" eaLnBrk="1" latinLnBrk="0" hangingPunct="1">
        <a:defRPr sz="1800" kern="1200">
          <a:solidFill>
            <a:schemeClr val="tx1"/>
          </a:solidFill>
          <a:latin typeface="+mn-lt"/>
          <a:ea typeface="+mn-ea"/>
          <a:cs typeface="+mn-cs"/>
        </a:defRPr>
      </a:lvl5pPr>
      <a:lvl6pPr marL="2285470" algn="l" defTabSz="914188" rtl="0" eaLnBrk="1" latinLnBrk="0" hangingPunct="1">
        <a:defRPr sz="1800" kern="1200">
          <a:solidFill>
            <a:schemeClr val="tx1"/>
          </a:solidFill>
          <a:latin typeface="+mn-lt"/>
          <a:ea typeface="+mn-ea"/>
          <a:cs typeface="+mn-cs"/>
        </a:defRPr>
      </a:lvl6pPr>
      <a:lvl7pPr marL="2742563" algn="l" defTabSz="914188" rtl="0" eaLnBrk="1" latinLnBrk="0" hangingPunct="1">
        <a:defRPr sz="1800" kern="1200">
          <a:solidFill>
            <a:schemeClr val="tx1"/>
          </a:solidFill>
          <a:latin typeface="+mn-lt"/>
          <a:ea typeface="+mn-ea"/>
          <a:cs typeface="+mn-cs"/>
        </a:defRPr>
      </a:lvl7pPr>
      <a:lvl8pPr marL="3199657" algn="l" defTabSz="914188" rtl="0" eaLnBrk="1" latinLnBrk="0" hangingPunct="1">
        <a:defRPr sz="1800" kern="1200">
          <a:solidFill>
            <a:schemeClr val="tx1"/>
          </a:solidFill>
          <a:latin typeface="+mn-lt"/>
          <a:ea typeface="+mn-ea"/>
          <a:cs typeface="+mn-cs"/>
        </a:defRPr>
      </a:lvl8pPr>
      <a:lvl9pPr marL="3656751" algn="l" defTabSz="914188"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241" y="289512"/>
            <a:ext cx="11655840" cy="899665"/>
          </a:xfrm>
          <a:prstGeom prst="rect">
            <a:avLst/>
          </a:prstGeom>
        </p:spPr>
        <p:txBody>
          <a:bodyPr vert="horz" wrap="square" lIns="146304" tIns="91440" rIns="146304" bIns="9144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269241" y="1189178"/>
            <a:ext cx="11653521" cy="2184808"/>
          </a:xfrm>
          <a:prstGeom prst="rect">
            <a:avLst/>
          </a:prstGeom>
        </p:spPr>
        <p:txBody>
          <a:bodyPr vert="horz" wrap="square" lIns="146304" tIns="91440" rIns="146304" bIns="9144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5" name="Picture 4"/>
          <p:cNvPicPr>
            <a:picLocks noChangeAspect="1"/>
          </p:cNvPicPr>
          <p:nvPr/>
        </p:nvPicPr>
        <p:blipFill>
          <a:blip r:embed="rId35" cstate="email">
            <a:extLst>
              <a:ext uri="{28A0092B-C50C-407E-A947-70E740481C1C}">
                <a14:useLocalDpi xmlns:a14="http://schemas.microsoft.com/office/drawing/2010/main"/>
              </a:ext>
            </a:extLst>
          </a:blip>
          <a:stretch>
            <a:fillRect/>
          </a:stretch>
        </p:blipFill>
        <p:spPr>
          <a:xfrm rot="5400000">
            <a:off x="10325052" y="1906414"/>
            <a:ext cx="4214127" cy="401304"/>
          </a:xfrm>
          <a:prstGeom prst="rect">
            <a:avLst/>
          </a:prstGeom>
        </p:spPr>
      </p:pic>
    </p:spTree>
    <p:extLst>
      <p:ext uri="{BB962C8B-B14F-4D97-AF65-F5344CB8AC3E}">
        <p14:creationId xmlns:p14="http://schemas.microsoft.com/office/powerpoint/2010/main" val="3959939778"/>
      </p:ext>
    </p:extLst>
  </p:cSld>
  <p:clrMap bg1="dk1" tx1="lt1" bg2="dk2" tx2="lt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 id="2147483748" r:id="rId18"/>
    <p:sldLayoutId id="2147483749" r:id="rId19"/>
    <p:sldLayoutId id="2147483750" r:id="rId20"/>
    <p:sldLayoutId id="2147483751" r:id="rId21"/>
    <p:sldLayoutId id="2147483752" r:id="rId22"/>
    <p:sldLayoutId id="2147483753" r:id="rId23"/>
    <p:sldLayoutId id="2147483754" r:id="rId24"/>
    <p:sldLayoutId id="2147483755" r:id="rId25"/>
    <p:sldLayoutId id="2147483756" r:id="rId26"/>
    <p:sldLayoutId id="2147483757" r:id="rId27"/>
    <p:sldLayoutId id="2147483758" r:id="rId28"/>
    <p:sldLayoutId id="2147483759" r:id="rId29"/>
    <p:sldLayoutId id="2147483760" r:id="rId30"/>
    <p:sldLayoutId id="2147483761" r:id="rId31"/>
    <p:sldLayoutId id="2147483762" r:id="rId32"/>
    <p:sldLayoutId id="2147483763" r:id="rId33"/>
  </p:sldLayoutIdLst>
  <p:transition>
    <p:fade/>
  </p:transition>
  <p:timing>
    <p:tnLst>
      <p:par>
        <p:cTn id="1" dur="indefinite" restart="never" nodeType="tmRoot"/>
      </p:par>
    </p:tnLst>
  </p:timing>
  <p:txStyles>
    <p:titleStyle>
      <a:lvl1pPr algn="l" defTabSz="914004" rtl="0" eaLnBrk="1" latinLnBrk="0" hangingPunct="1">
        <a:lnSpc>
          <a:spcPct val="90000"/>
        </a:lnSpc>
        <a:spcBef>
          <a:spcPct val="0"/>
        </a:spcBef>
        <a:buNone/>
        <a:defRPr lang="en-US" sz="5292"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36012" marR="0" indent="-336012" algn="l" defTabSz="914004" rtl="0" eaLnBrk="1" fontAlgn="auto" latinLnBrk="0" hangingPunct="1">
        <a:lnSpc>
          <a:spcPct val="90000"/>
        </a:lnSpc>
        <a:spcBef>
          <a:spcPct val="20000"/>
        </a:spcBef>
        <a:spcAft>
          <a:spcPts val="0"/>
        </a:spcAft>
        <a:buClr>
          <a:schemeClr val="tx1"/>
        </a:buClr>
        <a:buSzPct val="100000"/>
        <a:buFontTx/>
        <a:buBlip>
          <a:blip r:embed="rId36"/>
        </a:buBlip>
        <a:tabLst/>
        <a:defRPr sz="3919" kern="1200" spc="0" baseline="0">
          <a:gradFill>
            <a:gsLst>
              <a:gs pos="1250">
                <a:schemeClr val="tx1"/>
              </a:gs>
              <a:gs pos="100000">
                <a:schemeClr val="tx1"/>
              </a:gs>
            </a:gsLst>
            <a:lin ang="5400000" scaled="0"/>
          </a:gradFill>
          <a:latin typeface="+mj-lt"/>
          <a:ea typeface="+mn-ea"/>
          <a:cs typeface="+mn-cs"/>
        </a:defRPr>
      </a:lvl1pPr>
      <a:lvl2pPr marL="572464" marR="0" indent="-236452" algn="l" defTabSz="914004" rtl="0" eaLnBrk="1" fontAlgn="auto" latinLnBrk="0" hangingPunct="1">
        <a:lnSpc>
          <a:spcPct val="90000"/>
        </a:lnSpc>
        <a:spcBef>
          <a:spcPct val="20000"/>
        </a:spcBef>
        <a:spcAft>
          <a:spcPts val="0"/>
        </a:spcAft>
        <a:buClr>
          <a:schemeClr val="tx1"/>
        </a:buClr>
        <a:buSzPct val="100000"/>
        <a:buFontTx/>
        <a:buBlip>
          <a:blip r:embed="rId36"/>
        </a:buBlip>
        <a:tabLst/>
        <a:defRPr sz="2352" kern="1200" spc="0" baseline="0">
          <a:gradFill>
            <a:gsLst>
              <a:gs pos="1250">
                <a:schemeClr val="tx1"/>
              </a:gs>
              <a:gs pos="100000">
                <a:schemeClr val="tx1"/>
              </a:gs>
            </a:gsLst>
            <a:lin ang="5400000" scaled="0"/>
          </a:gradFill>
          <a:latin typeface="+mn-lt"/>
          <a:ea typeface="+mn-ea"/>
          <a:cs typeface="+mn-cs"/>
        </a:defRPr>
      </a:lvl2pPr>
      <a:lvl3pPr marL="784027" marR="0" indent="-224008" algn="l" defTabSz="914004" rtl="0" eaLnBrk="1" fontAlgn="auto" latinLnBrk="0" hangingPunct="1">
        <a:lnSpc>
          <a:spcPct val="90000"/>
        </a:lnSpc>
        <a:spcBef>
          <a:spcPct val="20000"/>
        </a:spcBef>
        <a:spcAft>
          <a:spcPts val="0"/>
        </a:spcAft>
        <a:buClr>
          <a:schemeClr val="tx1"/>
        </a:buClr>
        <a:buSzPct val="100000"/>
        <a:buFontTx/>
        <a:buBlip>
          <a:blip r:embed="rId36"/>
        </a:buBlip>
        <a:tabLst/>
        <a:defRPr sz="2352" kern="1200" spc="0" baseline="0">
          <a:gradFill>
            <a:gsLst>
              <a:gs pos="1250">
                <a:schemeClr val="tx1"/>
              </a:gs>
              <a:gs pos="100000">
                <a:schemeClr val="tx1"/>
              </a:gs>
            </a:gsLst>
            <a:lin ang="5400000" scaled="0"/>
          </a:gradFill>
          <a:latin typeface="+mn-lt"/>
          <a:ea typeface="+mn-ea"/>
          <a:cs typeface="+mn-cs"/>
        </a:defRPr>
      </a:lvl3pPr>
      <a:lvl4pPr marL="1008036" marR="0" indent="-224008" algn="l" defTabSz="914004" rtl="0" eaLnBrk="1" fontAlgn="auto" latinLnBrk="0" hangingPunct="1">
        <a:lnSpc>
          <a:spcPct val="90000"/>
        </a:lnSpc>
        <a:spcBef>
          <a:spcPct val="20000"/>
        </a:spcBef>
        <a:spcAft>
          <a:spcPts val="0"/>
        </a:spcAft>
        <a:buClr>
          <a:schemeClr val="tx1"/>
        </a:buClr>
        <a:buSzPct val="100000"/>
        <a:buFontTx/>
        <a:buBlip>
          <a:blip r:embed="rId36"/>
        </a:buBlip>
        <a:tabLst/>
        <a:defRPr sz="1960" kern="1200" spc="0" baseline="0">
          <a:gradFill>
            <a:gsLst>
              <a:gs pos="1250">
                <a:schemeClr val="tx1"/>
              </a:gs>
              <a:gs pos="100000">
                <a:schemeClr val="tx1"/>
              </a:gs>
            </a:gsLst>
            <a:lin ang="5400000" scaled="0"/>
          </a:gradFill>
          <a:latin typeface="+mn-lt"/>
          <a:ea typeface="+mn-ea"/>
          <a:cs typeface="+mn-cs"/>
        </a:defRPr>
      </a:lvl4pPr>
      <a:lvl5pPr marL="1232043" marR="0" indent="-224008" algn="l" defTabSz="914004" rtl="0" eaLnBrk="1" fontAlgn="auto" latinLnBrk="0" hangingPunct="1">
        <a:lnSpc>
          <a:spcPct val="90000"/>
        </a:lnSpc>
        <a:spcBef>
          <a:spcPct val="20000"/>
        </a:spcBef>
        <a:spcAft>
          <a:spcPts val="0"/>
        </a:spcAft>
        <a:buClr>
          <a:schemeClr val="tx1"/>
        </a:buClr>
        <a:buSzPct val="100000"/>
        <a:buFontTx/>
        <a:buBlip>
          <a:blip r:embed="rId36"/>
        </a:buBlip>
        <a:tabLst/>
        <a:defRPr sz="1960" kern="1200" spc="0" baseline="0">
          <a:gradFill>
            <a:gsLst>
              <a:gs pos="1250">
                <a:schemeClr val="tx1"/>
              </a:gs>
              <a:gs pos="100000">
                <a:schemeClr val="tx1"/>
              </a:gs>
            </a:gsLst>
            <a:lin ang="5400000" scaled="0"/>
          </a:gradFill>
          <a:latin typeface="+mn-lt"/>
          <a:ea typeface="+mn-ea"/>
          <a:cs typeface="+mn-cs"/>
        </a:defRPr>
      </a:lvl5pPr>
      <a:lvl6pPr marL="2513514" indent="-228502" algn="l" defTabSz="914004" rtl="0" eaLnBrk="1" latinLnBrk="0" hangingPunct="1">
        <a:spcBef>
          <a:spcPct val="20000"/>
        </a:spcBef>
        <a:buFont typeface="Arial" pitchFamily="34" charset="0"/>
        <a:buChar char="•"/>
        <a:defRPr sz="1960" kern="1200">
          <a:solidFill>
            <a:schemeClr val="tx1"/>
          </a:solidFill>
          <a:latin typeface="+mn-lt"/>
          <a:ea typeface="+mn-ea"/>
          <a:cs typeface="+mn-cs"/>
        </a:defRPr>
      </a:lvl6pPr>
      <a:lvl7pPr marL="2970517" indent="-228502" algn="l" defTabSz="914004" rtl="0" eaLnBrk="1" latinLnBrk="0" hangingPunct="1">
        <a:spcBef>
          <a:spcPct val="20000"/>
        </a:spcBef>
        <a:buFont typeface="Arial" pitchFamily="34" charset="0"/>
        <a:buChar char="•"/>
        <a:defRPr sz="1960" kern="1200">
          <a:solidFill>
            <a:schemeClr val="tx1"/>
          </a:solidFill>
          <a:latin typeface="+mn-lt"/>
          <a:ea typeface="+mn-ea"/>
          <a:cs typeface="+mn-cs"/>
        </a:defRPr>
      </a:lvl7pPr>
      <a:lvl8pPr marL="3427519" indent="-228502" algn="l" defTabSz="914004" rtl="0" eaLnBrk="1" latinLnBrk="0" hangingPunct="1">
        <a:spcBef>
          <a:spcPct val="20000"/>
        </a:spcBef>
        <a:buFont typeface="Arial" pitchFamily="34" charset="0"/>
        <a:buChar char="•"/>
        <a:defRPr sz="1960" kern="1200">
          <a:solidFill>
            <a:schemeClr val="tx1"/>
          </a:solidFill>
          <a:latin typeface="+mn-lt"/>
          <a:ea typeface="+mn-ea"/>
          <a:cs typeface="+mn-cs"/>
        </a:defRPr>
      </a:lvl8pPr>
      <a:lvl9pPr marL="3884522" indent="-228502" algn="l" defTabSz="914004" rtl="0" eaLnBrk="1" latinLnBrk="0" hangingPunct="1">
        <a:spcBef>
          <a:spcPct val="20000"/>
        </a:spcBef>
        <a:buFont typeface="Arial" pitchFamily="34" charset="0"/>
        <a:buChar char="•"/>
        <a:defRPr sz="1960" kern="1200">
          <a:solidFill>
            <a:schemeClr val="tx1"/>
          </a:solidFill>
          <a:latin typeface="+mn-lt"/>
          <a:ea typeface="+mn-ea"/>
          <a:cs typeface="+mn-cs"/>
        </a:defRPr>
      </a:lvl9pPr>
    </p:bodyStyle>
    <p:otherStyle>
      <a:defPPr>
        <a:defRPr lang="en-US"/>
      </a:defPPr>
      <a:lvl1pPr marL="0" algn="l" defTabSz="914004" rtl="0" eaLnBrk="1" latinLnBrk="0" hangingPunct="1">
        <a:defRPr sz="1764" kern="1200">
          <a:solidFill>
            <a:schemeClr val="tx1"/>
          </a:solidFill>
          <a:latin typeface="+mn-lt"/>
          <a:ea typeface="+mn-ea"/>
          <a:cs typeface="+mn-cs"/>
        </a:defRPr>
      </a:lvl1pPr>
      <a:lvl2pPr marL="457002" algn="l" defTabSz="914004" rtl="0" eaLnBrk="1" latinLnBrk="0" hangingPunct="1">
        <a:defRPr sz="1764" kern="1200">
          <a:solidFill>
            <a:schemeClr val="tx1"/>
          </a:solidFill>
          <a:latin typeface="+mn-lt"/>
          <a:ea typeface="+mn-ea"/>
          <a:cs typeface="+mn-cs"/>
        </a:defRPr>
      </a:lvl2pPr>
      <a:lvl3pPr marL="914004" algn="l" defTabSz="914004" rtl="0" eaLnBrk="1" latinLnBrk="0" hangingPunct="1">
        <a:defRPr sz="1764" kern="1200">
          <a:solidFill>
            <a:schemeClr val="tx1"/>
          </a:solidFill>
          <a:latin typeface="+mn-lt"/>
          <a:ea typeface="+mn-ea"/>
          <a:cs typeface="+mn-cs"/>
        </a:defRPr>
      </a:lvl3pPr>
      <a:lvl4pPr marL="1371007" algn="l" defTabSz="914004" rtl="0" eaLnBrk="1" latinLnBrk="0" hangingPunct="1">
        <a:defRPr sz="1764" kern="1200">
          <a:solidFill>
            <a:schemeClr val="tx1"/>
          </a:solidFill>
          <a:latin typeface="+mn-lt"/>
          <a:ea typeface="+mn-ea"/>
          <a:cs typeface="+mn-cs"/>
        </a:defRPr>
      </a:lvl4pPr>
      <a:lvl5pPr marL="1828010" algn="l" defTabSz="914004" rtl="0" eaLnBrk="1" latinLnBrk="0" hangingPunct="1">
        <a:defRPr sz="1764" kern="1200">
          <a:solidFill>
            <a:schemeClr val="tx1"/>
          </a:solidFill>
          <a:latin typeface="+mn-lt"/>
          <a:ea typeface="+mn-ea"/>
          <a:cs typeface="+mn-cs"/>
        </a:defRPr>
      </a:lvl5pPr>
      <a:lvl6pPr marL="2285013" algn="l" defTabSz="914004" rtl="0" eaLnBrk="1" latinLnBrk="0" hangingPunct="1">
        <a:defRPr sz="1764" kern="1200">
          <a:solidFill>
            <a:schemeClr val="tx1"/>
          </a:solidFill>
          <a:latin typeface="+mn-lt"/>
          <a:ea typeface="+mn-ea"/>
          <a:cs typeface="+mn-cs"/>
        </a:defRPr>
      </a:lvl6pPr>
      <a:lvl7pPr marL="2742015" algn="l" defTabSz="914004" rtl="0" eaLnBrk="1" latinLnBrk="0" hangingPunct="1">
        <a:defRPr sz="1764" kern="1200">
          <a:solidFill>
            <a:schemeClr val="tx1"/>
          </a:solidFill>
          <a:latin typeface="+mn-lt"/>
          <a:ea typeface="+mn-ea"/>
          <a:cs typeface="+mn-cs"/>
        </a:defRPr>
      </a:lvl7pPr>
      <a:lvl8pPr marL="3199018" algn="l" defTabSz="914004" rtl="0" eaLnBrk="1" latinLnBrk="0" hangingPunct="1">
        <a:defRPr sz="1764" kern="1200">
          <a:solidFill>
            <a:schemeClr val="tx1"/>
          </a:solidFill>
          <a:latin typeface="+mn-lt"/>
          <a:ea typeface="+mn-ea"/>
          <a:cs typeface="+mn-cs"/>
        </a:defRPr>
      </a:lvl8pPr>
      <a:lvl9pPr marL="3656021" algn="l" defTabSz="914004" rtl="0" eaLnBrk="1" latinLnBrk="0" hangingPunct="1">
        <a:defRPr sz="1764"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661">
          <p15:clr>
            <a:srgbClr val="5ACBF0"/>
          </p15:clr>
        </p15:guide>
        <p15:guide id="4" orient="horz" pos="4219">
          <p15:clr>
            <a:srgbClr val="5ACBF0"/>
          </p15:clr>
        </p15:guide>
        <p15:guide id="5" pos="749">
          <p15:clr>
            <a:srgbClr val="5ACBF0"/>
          </p15:clr>
        </p15:guide>
        <p15:guide id="6" pos="1325">
          <p15:clr>
            <a:srgbClr val="5ACBF0"/>
          </p15:clr>
        </p15:guide>
        <p15:guide id="7" pos="1901">
          <p15:clr>
            <a:srgbClr val="5ACBF0"/>
          </p15:clr>
        </p15:guide>
        <p15:guide id="8" pos="2477">
          <p15:clr>
            <a:srgbClr val="5ACBF0"/>
          </p15:clr>
        </p15:guide>
        <p15:guide id="9" pos="3053">
          <p15:clr>
            <a:srgbClr val="5ACBF0"/>
          </p15:clr>
        </p15:guide>
        <p15:guide id="10" pos="3629">
          <p15:clr>
            <a:srgbClr val="5ACBF0"/>
          </p15:clr>
        </p15:guide>
        <p15:guide id="11" pos="4205">
          <p15:clr>
            <a:srgbClr val="5ACBF0"/>
          </p15:clr>
        </p15:guide>
        <p15:guide id="12" pos="4781">
          <p15:clr>
            <a:srgbClr val="5ACBF0"/>
          </p15:clr>
        </p15:guide>
        <p15:guide id="13" pos="5357">
          <p15:clr>
            <a:srgbClr val="5ACBF0"/>
          </p15:clr>
        </p15:guide>
        <p15:guide id="14" pos="5933">
          <p15:clr>
            <a:srgbClr val="5ACBF0"/>
          </p15:clr>
        </p15:guide>
        <p15:guide id="15" pos="6509">
          <p15:clr>
            <a:srgbClr val="5ACBF0"/>
          </p15:clr>
        </p15:guide>
        <p15:guide id="16" pos="7085">
          <p15:clr>
            <a:srgbClr val="5ACBF0"/>
          </p15:clr>
        </p15:guide>
        <p15:guide id="17" orient="horz" pos="763">
          <p15:clr>
            <a:srgbClr val="5ACBF0"/>
          </p15:clr>
        </p15:guide>
        <p15:guide id="18" orient="horz" pos="1339">
          <p15:clr>
            <a:srgbClr val="5ACBF0"/>
          </p15:clr>
        </p15:guide>
        <p15:guide id="19" orient="horz" pos="1915">
          <p15:clr>
            <a:srgbClr val="5ACBF0"/>
          </p15:clr>
        </p15:guide>
        <p15:guide id="20" orient="horz" pos="2491">
          <p15:clr>
            <a:srgbClr val="5ACBF0"/>
          </p15:clr>
        </p15:guide>
        <p15:guide id="21" orient="horz" pos="3067">
          <p15:clr>
            <a:srgbClr val="5ACBF0"/>
          </p15:clr>
        </p15:guide>
        <p15:guide id="22" orient="horz" pos="3643">
          <p15:clr>
            <a:srgbClr val="5ACBF0"/>
          </p15:clr>
        </p15:guide>
        <p15:guide id="23" pos="288">
          <p15:clr>
            <a:srgbClr val="C35EA4"/>
          </p15:clr>
        </p15:guide>
        <p15:guide id="24" pos="7546">
          <p15:clr>
            <a:srgbClr val="C35EA4"/>
          </p15:clr>
        </p15:guide>
        <p15:guide id="25" orient="horz" pos="302">
          <p15:clr>
            <a:srgbClr val="C35EA4"/>
          </p15:clr>
        </p15:guide>
        <p15:guide id="26" orient="horz" pos="4104">
          <p15:clr>
            <a:srgbClr val="C35E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2F2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240" y="289512"/>
            <a:ext cx="11655840" cy="899665"/>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69241" y="1189179"/>
            <a:ext cx="11653521" cy="2052030"/>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7" name="Picture 6"/>
          <p:cNvPicPr>
            <a:picLocks noChangeAspect="1"/>
          </p:cNvPicPr>
          <p:nvPr userDrawn="1"/>
        </p:nvPicPr>
        <p:blipFill>
          <a:blip r:embed="rId11"/>
          <a:stretch>
            <a:fillRect/>
          </a:stretch>
        </p:blipFill>
        <p:spPr>
          <a:xfrm rot="5400000">
            <a:off x="9208748" y="2991033"/>
            <a:ext cx="6858623" cy="876557"/>
          </a:xfrm>
          <a:prstGeom prst="rect">
            <a:avLst/>
          </a:prstGeom>
        </p:spPr>
      </p:pic>
    </p:spTree>
    <p:extLst>
      <p:ext uri="{BB962C8B-B14F-4D97-AF65-F5344CB8AC3E}">
        <p14:creationId xmlns:p14="http://schemas.microsoft.com/office/powerpoint/2010/main" val="62152252"/>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Lst>
  <p:transition>
    <p:fade/>
  </p:transition>
  <p:timing>
    <p:tnLst>
      <p:par>
        <p:cTn id="1" dur="indefinite" restart="never" nodeType="tmRoot"/>
      </p:par>
    </p:tnLst>
  </p:timing>
  <p:txStyles>
    <p:titleStyle>
      <a:lvl1pPr algn="l" defTabSz="914293" rtl="0" eaLnBrk="1" latinLnBrk="0" hangingPunct="1">
        <a:lnSpc>
          <a:spcPct val="90000"/>
        </a:lnSpc>
        <a:spcBef>
          <a:spcPct val="0"/>
        </a:spcBef>
        <a:buNone/>
        <a:defRPr lang="en-US" sz="4705"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36118" marR="0" indent="-336118"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3921" kern="1200" spc="0" baseline="0">
          <a:gradFill>
            <a:gsLst>
              <a:gs pos="1250">
                <a:schemeClr val="tx1"/>
              </a:gs>
              <a:gs pos="100000">
                <a:schemeClr val="tx1"/>
              </a:gs>
            </a:gsLst>
            <a:lin ang="5400000" scaled="0"/>
          </a:gradFill>
          <a:latin typeface="+mj-lt"/>
          <a:ea typeface="+mn-ea"/>
          <a:cs typeface="+mn-cs"/>
        </a:defRPr>
      </a:lvl1pPr>
      <a:lvl2pPr marL="572646" marR="0" indent="-236528"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353" kern="1200" spc="0" baseline="0">
          <a:gradFill>
            <a:gsLst>
              <a:gs pos="1250">
                <a:schemeClr val="tx1"/>
              </a:gs>
              <a:gs pos="100000">
                <a:schemeClr val="tx1"/>
              </a:gs>
            </a:gsLst>
            <a:lin ang="5400000" scaled="0"/>
          </a:gradFill>
          <a:latin typeface="+mn-lt"/>
          <a:ea typeface="+mn-ea"/>
          <a:cs typeface="+mn-cs"/>
        </a:defRPr>
      </a:lvl2pPr>
      <a:lvl3pPr marL="784275" marR="0" indent="-224079"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n-lt"/>
          <a:ea typeface="+mn-ea"/>
          <a:cs typeface="+mn-cs"/>
        </a:defRPr>
      </a:lvl3pPr>
      <a:lvl4pPr marL="1008354" marR="0" indent="-224079"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765" kern="1200" spc="0" baseline="0">
          <a:gradFill>
            <a:gsLst>
              <a:gs pos="1250">
                <a:schemeClr val="tx1"/>
              </a:gs>
              <a:gs pos="100000">
                <a:schemeClr val="tx1"/>
              </a:gs>
            </a:gsLst>
            <a:lin ang="5400000" scaled="0"/>
          </a:gradFill>
          <a:latin typeface="+mn-lt"/>
          <a:ea typeface="+mn-ea"/>
          <a:cs typeface="+mn-cs"/>
        </a:defRPr>
      </a:lvl4pPr>
      <a:lvl5pPr marL="1232432" marR="0" indent="-224079" algn="l" defTabSz="914293"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765" kern="1200" spc="0" baseline="0">
          <a:gradFill>
            <a:gsLst>
              <a:gs pos="1250">
                <a:schemeClr val="tx1"/>
              </a:gs>
              <a:gs pos="100000">
                <a:schemeClr val="tx1"/>
              </a:gs>
            </a:gsLst>
            <a:lin ang="5400000" scaled="0"/>
          </a:gradFill>
          <a:latin typeface="+mn-lt"/>
          <a:ea typeface="+mn-ea"/>
          <a:cs typeface="+mn-cs"/>
        </a:defRPr>
      </a:lvl5pPr>
      <a:lvl6pPr marL="2514307"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456"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602"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5750" indent="-228574" algn="l" defTabSz="914293"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293" rtl="0" eaLnBrk="1" latinLnBrk="0" hangingPunct="1">
        <a:defRPr sz="1765" kern="1200">
          <a:solidFill>
            <a:schemeClr val="tx1"/>
          </a:solidFill>
          <a:latin typeface="+mn-lt"/>
          <a:ea typeface="+mn-ea"/>
          <a:cs typeface="+mn-cs"/>
        </a:defRPr>
      </a:lvl1pPr>
      <a:lvl2pPr marL="457147" algn="l" defTabSz="914293" rtl="0" eaLnBrk="1" latinLnBrk="0" hangingPunct="1">
        <a:defRPr sz="1765" kern="1200">
          <a:solidFill>
            <a:schemeClr val="tx1"/>
          </a:solidFill>
          <a:latin typeface="+mn-lt"/>
          <a:ea typeface="+mn-ea"/>
          <a:cs typeface="+mn-cs"/>
        </a:defRPr>
      </a:lvl2pPr>
      <a:lvl3pPr marL="914293" algn="l" defTabSz="914293" rtl="0" eaLnBrk="1" latinLnBrk="0" hangingPunct="1">
        <a:defRPr sz="1765" kern="1200">
          <a:solidFill>
            <a:schemeClr val="tx1"/>
          </a:solidFill>
          <a:latin typeface="+mn-lt"/>
          <a:ea typeface="+mn-ea"/>
          <a:cs typeface="+mn-cs"/>
        </a:defRPr>
      </a:lvl3pPr>
      <a:lvl4pPr marL="1371441" algn="l" defTabSz="914293" rtl="0" eaLnBrk="1" latinLnBrk="0" hangingPunct="1">
        <a:defRPr sz="1765" kern="1200">
          <a:solidFill>
            <a:schemeClr val="tx1"/>
          </a:solidFill>
          <a:latin typeface="+mn-lt"/>
          <a:ea typeface="+mn-ea"/>
          <a:cs typeface="+mn-cs"/>
        </a:defRPr>
      </a:lvl4pPr>
      <a:lvl5pPr marL="1828587" algn="l" defTabSz="914293" rtl="0" eaLnBrk="1" latinLnBrk="0" hangingPunct="1">
        <a:defRPr sz="1765" kern="1200">
          <a:solidFill>
            <a:schemeClr val="tx1"/>
          </a:solidFill>
          <a:latin typeface="+mn-lt"/>
          <a:ea typeface="+mn-ea"/>
          <a:cs typeface="+mn-cs"/>
        </a:defRPr>
      </a:lvl5pPr>
      <a:lvl6pPr marL="2285736" algn="l" defTabSz="914293" rtl="0" eaLnBrk="1" latinLnBrk="0" hangingPunct="1">
        <a:defRPr sz="1765" kern="1200">
          <a:solidFill>
            <a:schemeClr val="tx1"/>
          </a:solidFill>
          <a:latin typeface="+mn-lt"/>
          <a:ea typeface="+mn-ea"/>
          <a:cs typeface="+mn-cs"/>
        </a:defRPr>
      </a:lvl6pPr>
      <a:lvl7pPr marL="2742881" algn="l" defTabSz="914293" rtl="0" eaLnBrk="1" latinLnBrk="0" hangingPunct="1">
        <a:defRPr sz="1765" kern="1200">
          <a:solidFill>
            <a:schemeClr val="tx1"/>
          </a:solidFill>
          <a:latin typeface="+mn-lt"/>
          <a:ea typeface="+mn-ea"/>
          <a:cs typeface="+mn-cs"/>
        </a:defRPr>
      </a:lvl7pPr>
      <a:lvl8pPr marL="3200029" algn="l" defTabSz="914293" rtl="0" eaLnBrk="1" latinLnBrk="0" hangingPunct="1">
        <a:defRPr sz="1765" kern="1200">
          <a:solidFill>
            <a:schemeClr val="tx1"/>
          </a:solidFill>
          <a:latin typeface="+mn-lt"/>
          <a:ea typeface="+mn-ea"/>
          <a:cs typeface="+mn-cs"/>
        </a:defRPr>
      </a:lvl8pPr>
      <a:lvl9pPr marL="3657176" algn="l" defTabSz="914293" rtl="0" eaLnBrk="1" latinLnBrk="0" hangingPunct="1">
        <a:defRPr sz="1765"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2F2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241" y="289513"/>
            <a:ext cx="11655840" cy="899665"/>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69241" y="1189179"/>
            <a:ext cx="11653521" cy="2052030"/>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7" name="Picture 6"/>
          <p:cNvPicPr>
            <a:picLocks noChangeAspect="1"/>
          </p:cNvPicPr>
          <p:nvPr userDrawn="1"/>
        </p:nvPicPr>
        <p:blipFill>
          <a:blip r:embed="rId12"/>
          <a:stretch>
            <a:fillRect/>
          </a:stretch>
        </p:blipFill>
        <p:spPr>
          <a:xfrm rot="5400000">
            <a:off x="9208749" y="2991034"/>
            <a:ext cx="6858623" cy="876557"/>
          </a:xfrm>
          <a:prstGeom prst="rect">
            <a:avLst/>
          </a:prstGeom>
        </p:spPr>
      </p:pic>
    </p:spTree>
    <p:extLst>
      <p:ext uri="{BB962C8B-B14F-4D97-AF65-F5344CB8AC3E}">
        <p14:creationId xmlns:p14="http://schemas.microsoft.com/office/powerpoint/2010/main" val="2437201504"/>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Lst>
  <p:transition>
    <p:fade/>
  </p:transition>
  <p:timing>
    <p:tnLst>
      <p:par>
        <p:cTn id="1" dur="indefinite" restart="never" nodeType="tmRoot"/>
      </p:par>
    </p:tnLst>
  </p:timing>
  <p:txStyles>
    <p:titleStyle>
      <a:lvl1pPr algn="l" defTabSz="913932" rtl="0" eaLnBrk="1" latinLnBrk="0" hangingPunct="1">
        <a:lnSpc>
          <a:spcPct val="90000"/>
        </a:lnSpc>
        <a:spcBef>
          <a:spcPct val="0"/>
        </a:spcBef>
        <a:buNone/>
        <a:defRPr lang="en-US" sz="4703"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35985" marR="0" indent="-335985" algn="l" defTabSz="91393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3919" kern="1200" spc="0" baseline="0">
          <a:gradFill>
            <a:gsLst>
              <a:gs pos="1250">
                <a:schemeClr val="tx1"/>
              </a:gs>
              <a:gs pos="100000">
                <a:schemeClr val="tx1"/>
              </a:gs>
            </a:gsLst>
            <a:lin ang="5400000" scaled="0"/>
          </a:gradFill>
          <a:latin typeface="+mj-lt"/>
          <a:ea typeface="+mn-ea"/>
          <a:cs typeface="+mn-cs"/>
        </a:defRPr>
      </a:lvl1pPr>
      <a:lvl2pPr marL="572419" marR="0" indent="-236435" algn="l" defTabSz="91393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352" kern="1200" spc="0" baseline="0">
          <a:gradFill>
            <a:gsLst>
              <a:gs pos="1250">
                <a:schemeClr val="tx1"/>
              </a:gs>
              <a:gs pos="100000">
                <a:schemeClr val="tx1"/>
              </a:gs>
            </a:gsLst>
            <a:lin ang="5400000" scaled="0"/>
          </a:gradFill>
          <a:latin typeface="+mn-lt"/>
          <a:ea typeface="+mn-ea"/>
          <a:cs typeface="+mn-cs"/>
        </a:defRPr>
      </a:lvl2pPr>
      <a:lvl3pPr marL="783965" marR="0" indent="-223990" algn="l" defTabSz="91393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960" kern="1200" spc="0" baseline="0">
          <a:gradFill>
            <a:gsLst>
              <a:gs pos="1250">
                <a:schemeClr val="tx1"/>
              </a:gs>
              <a:gs pos="100000">
                <a:schemeClr val="tx1"/>
              </a:gs>
            </a:gsLst>
            <a:lin ang="5400000" scaled="0"/>
          </a:gradFill>
          <a:latin typeface="+mn-lt"/>
          <a:ea typeface="+mn-ea"/>
          <a:cs typeface="+mn-cs"/>
        </a:defRPr>
      </a:lvl3pPr>
      <a:lvl4pPr marL="1007955" marR="0" indent="-223990" algn="l" defTabSz="91393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764" kern="1200" spc="0" baseline="0">
          <a:gradFill>
            <a:gsLst>
              <a:gs pos="1250">
                <a:schemeClr val="tx1"/>
              </a:gs>
              <a:gs pos="100000">
                <a:schemeClr val="tx1"/>
              </a:gs>
            </a:gsLst>
            <a:lin ang="5400000" scaled="0"/>
          </a:gradFill>
          <a:latin typeface="+mn-lt"/>
          <a:ea typeface="+mn-ea"/>
          <a:cs typeface="+mn-cs"/>
        </a:defRPr>
      </a:lvl4pPr>
      <a:lvl5pPr marL="1231944" marR="0" indent="-223990" algn="l" defTabSz="91393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764" kern="1200" spc="0" baseline="0">
          <a:gradFill>
            <a:gsLst>
              <a:gs pos="1250">
                <a:schemeClr val="tx1"/>
              </a:gs>
              <a:gs pos="100000">
                <a:schemeClr val="tx1"/>
              </a:gs>
            </a:gsLst>
            <a:lin ang="5400000" scaled="0"/>
          </a:gradFill>
          <a:latin typeface="+mn-lt"/>
          <a:ea typeface="+mn-ea"/>
          <a:cs typeface="+mn-cs"/>
        </a:defRPr>
      </a:lvl5pPr>
      <a:lvl6pPr marL="2513312" indent="-228483" algn="l" defTabSz="913932" rtl="0" eaLnBrk="1" latinLnBrk="0" hangingPunct="1">
        <a:spcBef>
          <a:spcPct val="20000"/>
        </a:spcBef>
        <a:buFont typeface="Arial" pitchFamily="34" charset="0"/>
        <a:buChar char="•"/>
        <a:defRPr sz="1960" kern="1200">
          <a:solidFill>
            <a:schemeClr val="tx1"/>
          </a:solidFill>
          <a:latin typeface="+mn-lt"/>
          <a:ea typeface="+mn-ea"/>
          <a:cs typeface="+mn-cs"/>
        </a:defRPr>
      </a:lvl6pPr>
      <a:lvl7pPr marL="2970280" indent="-228483" algn="l" defTabSz="913932" rtl="0" eaLnBrk="1" latinLnBrk="0" hangingPunct="1">
        <a:spcBef>
          <a:spcPct val="20000"/>
        </a:spcBef>
        <a:buFont typeface="Arial" pitchFamily="34" charset="0"/>
        <a:buChar char="•"/>
        <a:defRPr sz="1960" kern="1200">
          <a:solidFill>
            <a:schemeClr val="tx1"/>
          </a:solidFill>
          <a:latin typeface="+mn-lt"/>
          <a:ea typeface="+mn-ea"/>
          <a:cs typeface="+mn-cs"/>
        </a:defRPr>
      </a:lvl7pPr>
      <a:lvl8pPr marL="3427244" indent="-228483" algn="l" defTabSz="913932" rtl="0" eaLnBrk="1" latinLnBrk="0" hangingPunct="1">
        <a:spcBef>
          <a:spcPct val="20000"/>
        </a:spcBef>
        <a:buFont typeface="Arial" pitchFamily="34" charset="0"/>
        <a:buChar char="•"/>
        <a:defRPr sz="1960" kern="1200">
          <a:solidFill>
            <a:schemeClr val="tx1"/>
          </a:solidFill>
          <a:latin typeface="+mn-lt"/>
          <a:ea typeface="+mn-ea"/>
          <a:cs typeface="+mn-cs"/>
        </a:defRPr>
      </a:lvl8pPr>
      <a:lvl9pPr marL="3884212" indent="-228483" algn="l" defTabSz="913932" rtl="0" eaLnBrk="1" latinLnBrk="0" hangingPunct="1">
        <a:spcBef>
          <a:spcPct val="20000"/>
        </a:spcBef>
        <a:buFont typeface="Arial" pitchFamily="34" charset="0"/>
        <a:buChar char="•"/>
        <a:defRPr sz="1960" kern="1200">
          <a:solidFill>
            <a:schemeClr val="tx1"/>
          </a:solidFill>
          <a:latin typeface="+mn-lt"/>
          <a:ea typeface="+mn-ea"/>
          <a:cs typeface="+mn-cs"/>
        </a:defRPr>
      </a:lvl9pPr>
    </p:bodyStyle>
    <p:otherStyle>
      <a:defPPr>
        <a:defRPr lang="en-US"/>
      </a:defPPr>
      <a:lvl1pPr marL="0" algn="l" defTabSz="913932" rtl="0" eaLnBrk="1" latinLnBrk="0" hangingPunct="1">
        <a:defRPr sz="1764" kern="1200">
          <a:solidFill>
            <a:schemeClr val="tx1"/>
          </a:solidFill>
          <a:latin typeface="+mn-lt"/>
          <a:ea typeface="+mn-ea"/>
          <a:cs typeface="+mn-cs"/>
        </a:defRPr>
      </a:lvl1pPr>
      <a:lvl2pPr marL="456966" algn="l" defTabSz="913932" rtl="0" eaLnBrk="1" latinLnBrk="0" hangingPunct="1">
        <a:defRPr sz="1764" kern="1200">
          <a:solidFill>
            <a:schemeClr val="tx1"/>
          </a:solidFill>
          <a:latin typeface="+mn-lt"/>
          <a:ea typeface="+mn-ea"/>
          <a:cs typeface="+mn-cs"/>
        </a:defRPr>
      </a:lvl2pPr>
      <a:lvl3pPr marL="913932" algn="l" defTabSz="913932" rtl="0" eaLnBrk="1" latinLnBrk="0" hangingPunct="1">
        <a:defRPr sz="1764" kern="1200">
          <a:solidFill>
            <a:schemeClr val="tx1"/>
          </a:solidFill>
          <a:latin typeface="+mn-lt"/>
          <a:ea typeface="+mn-ea"/>
          <a:cs typeface="+mn-cs"/>
        </a:defRPr>
      </a:lvl3pPr>
      <a:lvl4pPr marL="1370898" algn="l" defTabSz="913932" rtl="0" eaLnBrk="1" latinLnBrk="0" hangingPunct="1">
        <a:defRPr sz="1764" kern="1200">
          <a:solidFill>
            <a:schemeClr val="tx1"/>
          </a:solidFill>
          <a:latin typeface="+mn-lt"/>
          <a:ea typeface="+mn-ea"/>
          <a:cs typeface="+mn-cs"/>
        </a:defRPr>
      </a:lvl4pPr>
      <a:lvl5pPr marL="1827862" algn="l" defTabSz="913932" rtl="0" eaLnBrk="1" latinLnBrk="0" hangingPunct="1">
        <a:defRPr sz="1764" kern="1200">
          <a:solidFill>
            <a:schemeClr val="tx1"/>
          </a:solidFill>
          <a:latin typeface="+mn-lt"/>
          <a:ea typeface="+mn-ea"/>
          <a:cs typeface="+mn-cs"/>
        </a:defRPr>
      </a:lvl5pPr>
      <a:lvl6pPr marL="2284831" algn="l" defTabSz="913932" rtl="0" eaLnBrk="1" latinLnBrk="0" hangingPunct="1">
        <a:defRPr sz="1764" kern="1200">
          <a:solidFill>
            <a:schemeClr val="tx1"/>
          </a:solidFill>
          <a:latin typeface="+mn-lt"/>
          <a:ea typeface="+mn-ea"/>
          <a:cs typeface="+mn-cs"/>
        </a:defRPr>
      </a:lvl6pPr>
      <a:lvl7pPr marL="2741795" algn="l" defTabSz="913932" rtl="0" eaLnBrk="1" latinLnBrk="0" hangingPunct="1">
        <a:defRPr sz="1764" kern="1200">
          <a:solidFill>
            <a:schemeClr val="tx1"/>
          </a:solidFill>
          <a:latin typeface="+mn-lt"/>
          <a:ea typeface="+mn-ea"/>
          <a:cs typeface="+mn-cs"/>
        </a:defRPr>
      </a:lvl7pPr>
      <a:lvl8pPr marL="3198762" algn="l" defTabSz="913932" rtl="0" eaLnBrk="1" latinLnBrk="0" hangingPunct="1">
        <a:defRPr sz="1764" kern="1200">
          <a:solidFill>
            <a:schemeClr val="tx1"/>
          </a:solidFill>
          <a:latin typeface="+mn-lt"/>
          <a:ea typeface="+mn-ea"/>
          <a:cs typeface="+mn-cs"/>
        </a:defRPr>
      </a:lvl8pPr>
      <a:lvl9pPr marL="3655728" algn="l" defTabSz="913932" rtl="0" eaLnBrk="1" latinLnBrk="0" hangingPunct="1">
        <a:defRPr sz="1764"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F2F2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241" y="289513"/>
            <a:ext cx="11655840" cy="899665"/>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269241" y="1189179"/>
            <a:ext cx="11653521" cy="2052030"/>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7" name="Picture 6"/>
          <p:cNvPicPr>
            <a:picLocks noChangeAspect="1"/>
          </p:cNvPicPr>
          <p:nvPr userDrawn="1"/>
        </p:nvPicPr>
        <p:blipFill>
          <a:blip r:embed="rId12"/>
          <a:stretch>
            <a:fillRect/>
          </a:stretch>
        </p:blipFill>
        <p:spPr>
          <a:xfrm rot="5400000">
            <a:off x="9208749" y="2991034"/>
            <a:ext cx="6858623" cy="876557"/>
          </a:xfrm>
          <a:prstGeom prst="rect">
            <a:avLst/>
          </a:prstGeom>
        </p:spPr>
      </p:pic>
    </p:spTree>
    <p:extLst>
      <p:ext uri="{BB962C8B-B14F-4D97-AF65-F5344CB8AC3E}">
        <p14:creationId xmlns:p14="http://schemas.microsoft.com/office/powerpoint/2010/main" val="472564577"/>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Lst>
  <p:transition>
    <p:fade/>
  </p:transition>
  <p:timing>
    <p:tnLst>
      <p:par>
        <p:cTn id="1" dur="indefinite" restart="never" nodeType="tmRoot"/>
      </p:par>
    </p:tnLst>
  </p:timing>
  <p:txStyles>
    <p:titleStyle>
      <a:lvl1pPr algn="l" defTabSz="913932" rtl="0" eaLnBrk="1" latinLnBrk="0" hangingPunct="1">
        <a:lnSpc>
          <a:spcPct val="90000"/>
        </a:lnSpc>
        <a:spcBef>
          <a:spcPct val="0"/>
        </a:spcBef>
        <a:buNone/>
        <a:defRPr lang="en-US" sz="4703"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35985" marR="0" indent="-335985" algn="l" defTabSz="91393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3919" kern="1200" spc="0" baseline="0">
          <a:gradFill>
            <a:gsLst>
              <a:gs pos="1250">
                <a:schemeClr val="tx1"/>
              </a:gs>
              <a:gs pos="100000">
                <a:schemeClr val="tx1"/>
              </a:gs>
            </a:gsLst>
            <a:lin ang="5400000" scaled="0"/>
          </a:gradFill>
          <a:latin typeface="+mj-lt"/>
          <a:ea typeface="+mn-ea"/>
          <a:cs typeface="+mn-cs"/>
        </a:defRPr>
      </a:lvl1pPr>
      <a:lvl2pPr marL="572419" marR="0" indent="-236435" algn="l" defTabSz="91393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352" kern="1200" spc="0" baseline="0">
          <a:gradFill>
            <a:gsLst>
              <a:gs pos="1250">
                <a:schemeClr val="tx1"/>
              </a:gs>
              <a:gs pos="100000">
                <a:schemeClr val="tx1"/>
              </a:gs>
            </a:gsLst>
            <a:lin ang="5400000" scaled="0"/>
          </a:gradFill>
          <a:latin typeface="+mn-lt"/>
          <a:ea typeface="+mn-ea"/>
          <a:cs typeface="+mn-cs"/>
        </a:defRPr>
      </a:lvl2pPr>
      <a:lvl3pPr marL="783965" marR="0" indent="-223990" algn="l" defTabSz="91393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960" kern="1200" spc="0" baseline="0">
          <a:gradFill>
            <a:gsLst>
              <a:gs pos="1250">
                <a:schemeClr val="tx1"/>
              </a:gs>
              <a:gs pos="100000">
                <a:schemeClr val="tx1"/>
              </a:gs>
            </a:gsLst>
            <a:lin ang="5400000" scaled="0"/>
          </a:gradFill>
          <a:latin typeface="+mn-lt"/>
          <a:ea typeface="+mn-ea"/>
          <a:cs typeface="+mn-cs"/>
        </a:defRPr>
      </a:lvl3pPr>
      <a:lvl4pPr marL="1007955" marR="0" indent="-223990" algn="l" defTabSz="91393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764" kern="1200" spc="0" baseline="0">
          <a:gradFill>
            <a:gsLst>
              <a:gs pos="1250">
                <a:schemeClr val="tx1"/>
              </a:gs>
              <a:gs pos="100000">
                <a:schemeClr val="tx1"/>
              </a:gs>
            </a:gsLst>
            <a:lin ang="5400000" scaled="0"/>
          </a:gradFill>
          <a:latin typeface="+mn-lt"/>
          <a:ea typeface="+mn-ea"/>
          <a:cs typeface="+mn-cs"/>
        </a:defRPr>
      </a:lvl4pPr>
      <a:lvl5pPr marL="1231944" marR="0" indent="-223990" algn="l" defTabSz="91393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1764" kern="1200" spc="0" baseline="0">
          <a:gradFill>
            <a:gsLst>
              <a:gs pos="1250">
                <a:schemeClr val="tx1"/>
              </a:gs>
              <a:gs pos="100000">
                <a:schemeClr val="tx1"/>
              </a:gs>
            </a:gsLst>
            <a:lin ang="5400000" scaled="0"/>
          </a:gradFill>
          <a:latin typeface="+mn-lt"/>
          <a:ea typeface="+mn-ea"/>
          <a:cs typeface="+mn-cs"/>
        </a:defRPr>
      </a:lvl5pPr>
      <a:lvl6pPr marL="2513312" indent="-228483" algn="l" defTabSz="913932" rtl="0" eaLnBrk="1" latinLnBrk="0" hangingPunct="1">
        <a:spcBef>
          <a:spcPct val="20000"/>
        </a:spcBef>
        <a:buFont typeface="Arial" pitchFamily="34" charset="0"/>
        <a:buChar char="•"/>
        <a:defRPr sz="1960" kern="1200">
          <a:solidFill>
            <a:schemeClr val="tx1"/>
          </a:solidFill>
          <a:latin typeface="+mn-lt"/>
          <a:ea typeface="+mn-ea"/>
          <a:cs typeface="+mn-cs"/>
        </a:defRPr>
      </a:lvl6pPr>
      <a:lvl7pPr marL="2970280" indent="-228483" algn="l" defTabSz="913932" rtl="0" eaLnBrk="1" latinLnBrk="0" hangingPunct="1">
        <a:spcBef>
          <a:spcPct val="20000"/>
        </a:spcBef>
        <a:buFont typeface="Arial" pitchFamily="34" charset="0"/>
        <a:buChar char="•"/>
        <a:defRPr sz="1960" kern="1200">
          <a:solidFill>
            <a:schemeClr val="tx1"/>
          </a:solidFill>
          <a:latin typeface="+mn-lt"/>
          <a:ea typeface="+mn-ea"/>
          <a:cs typeface="+mn-cs"/>
        </a:defRPr>
      </a:lvl7pPr>
      <a:lvl8pPr marL="3427244" indent="-228483" algn="l" defTabSz="913932" rtl="0" eaLnBrk="1" latinLnBrk="0" hangingPunct="1">
        <a:spcBef>
          <a:spcPct val="20000"/>
        </a:spcBef>
        <a:buFont typeface="Arial" pitchFamily="34" charset="0"/>
        <a:buChar char="•"/>
        <a:defRPr sz="1960" kern="1200">
          <a:solidFill>
            <a:schemeClr val="tx1"/>
          </a:solidFill>
          <a:latin typeface="+mn-lt"/>
          <a:ea typeface="+mn-ea"/>
          <a:cs typeface="+mn-cs"/>
        </a:defRPr>
      </a:lvl8pPr>
      <a:lvl9pPr marL="3884212" indent="-228483" algn="l" defTabSz="913932" rtl="0" eaLnBrk="1" latinLnBrk="0" hangingPunct="1">
        <a:spcBef>
          <a:spcPct val="20000"/>
        </a:spcBef>
        <a:buFont typeface="Arial" pitchFamily="34" charset="0"/>
        <a:buChar char="•"/>
        <a:defRPr sz="1960" kern="1200">
          <a:solidFill>
            <a:schemeClr val="tx1"/>
          </a:solidFill>
          <a:latin typeface="+mn-lt"/>
          <a:ea typeface="+mn-ea"/>
          <a:cs typeface="+mn-cs"/>
        </a:defRPr>
      </a:lvl9pPr>
    </p:bodyStyle>
    <p:otherStyle>
      <a:defPPr>
        <a:defRPr lang="en-US"/>
      </a:defPPr>
      <a:lvl1pPr marL="0" algn="l" defTabSz="913932" rtl="0" eaLnBrk="1" latinLnBrk="0" hangingPunct="1">
        <a:defRPr sz="1764" kern="1200">
          <a:solidFill>
            <a:schemeClr val="tx1"/>
          </a:solidFill>
          <a:latin typeface="+mn-lt"/>
          <a:ea typeface="+mn-ea"/>
          <a:cs typeface="+mn-cs"/>
        </a:defRPr>
      </a:lvl1pPr>
      <a:lvl2pPr marL="456966" algn="l" defTabSz="913932" rtl="0" eaLnBrk="1" latinLnBrk="0" hangingPunct="1">
        <a:defRPr sz="1764" kern="1200">
          <a:solidFill>
            <a:schemeClr val="tx1"/>
          </a:solidFill>
          <a:latin typeface="+mn-lt"/>
          <a:ea typeface="+mn-ea"/>
          <a:cs typeface="+mn-cs"/>
        </a:defRPr>
      </a:lvl2pPr>
      <a:lvl3pPr marL="913932" algn="l" defTabSz="913932" rtl="0" eaLnBrk="1" latinLnBrk="0" hangingPunct="1">
        <a:defRPr sz="1764" kern="1200">
          <a:solidFill>
            <a:schemeClr val="tx1"/>
          </a:solidFill>
          <a:latin typeface="+mn-lt"/>
          <a:ea typeface="+mn-ea"/>
          <a:cs typeface="+mn-cs"/>
        </a:defRPr>
      </a:lvl3pPr>
      <a:lvl4pPr marL="1370898" algn="l" defTabSz="913932" rtl="0" eaLnBrk="1" latinLnBrk="0" hangingPunct="1">
        <a:defRPr sz="1764" kern="1200">
          <a:solidFill>
            <a:schemeClr val="tx1"/>
          </a:solidFill>
          <a:latin typeface="+mn-lt"/>
          <a:ea typeface="+mn-ea"/>
          <a:cs typeface="+mn-cs"/>
        </a:defRPr>
      </a:lvl4pPr>
      <a:lvl5pPr marL="1827862" algn="l" defTabSz="913932" rtl="0" eaLnBrk="1" latinLnBrk="0" hangingPunct="1">
        <a:defRPr sz="1764" kern="1200">
          <a:solidFill>
            <a:schemeClr val="tx1"/>
          </a:solidFill>
          <a:latin typeface="+mn-lt"/>
          <a:ea typeface="+mn-ea"/>
          <a:cs typeface="+mn-cs"/>
        </a:defRPr>
      </a:lvl5pPr>
      <a:lvl6pPr marL="2284831" algn="l" defTabSz="913932" rtl="0" eaLnBrk="1" latinLnBrk="0" hangingPunct="1">
        <a:defRPr sz="1764" kern="1200">
          <a:solidFill>
            <a:schemeClr val="tx1"/>
          </a:solidFill>
          <a:latin typeface="+mn-lt"/>
          <a:ea typeface="+mn-ea"/>
          <a:cs typeface="+mn-cs"/>
        </a:defRPr>
      </a:lvl6pPr>
      <a:lvl7pPr marL="2741795" algn="l" defTabSz="913932" rtl="0" eaLnBrk="1" latinLnBrk="0" hangingPunct="1">
        <a:defRPr sz="1764" kern="1200">
          <a:solidFill>
            <a:schemeClr val="tx1"/>
          </a:solidFill>
          <a:latin typeface="+mn-lt"/>
          <a:ea typeface="+mn-ea"/>
          <a:cs typeface="+mn-cs"/>
        </a:defRPr>
      </a:lvl7pPr>
      <a:lvl8pPr marL="3198762" algn="l" defTabSz="913932" rtl="0" eaLnBrk="1" latinLnBrk="0" hangingPunct="1">
        <a:defRPr sz="1764" kern="1200">
          <a:solidFill>
            <a:schemeClr val="tx1"/>
          </a:solidFill>
          <a:latin typeface="+mn-lt"/>
          <a:ea typeface="+mn-ea"/>
          <a:cs typeface="+mn-cs"/>
        </a:defRPr>
      </a:lvl8pPr>
      <a:lvl9pPr marL="3655728" algn="l" defTabSz="913932" rtl="0" eaLnBrk="1" latinLnBrk="0" hangingPunct="1">
        <a:defRPr sz="1764"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248" y="228600"/>
            <a:ext cx="11151917" cy="747897"/>
          </a:xfrm>
          <a:prstGeom prst="rect">
            <a:avLst/>
          </a:prstGeom>
        </p:spPr>
        <p:txBody>
          <a:bodyPr vert="horz" wrap="square" lIns="0" tIns="0" rIns="0" bIns="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520835" y="1447800"/>
            <a:ext cx="11155093" cy="2055947"/>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85246629"/>
      </p:ext>
    </p:extLst>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 id="2147483808" r:id="rId12"/>
    <p:sldLayoutId id="2147483809" r:id="rId13"/>
    <p:sldLayoutId id="2147483810" r:id="rId14"/>
    <p:sldLayoutId id="2147483811" r:id="rId15"/>
    <p:sldLayoutId id="2147483812" r:id="rId16"/>
    <p:sldLayoutId id="2147483813" r:id="rId17"/>
    <p:sldLayoutId id="2147483814" r:id="rId18"/>
    <p:sldLayoutId id="2147483815" r:id="rId19"/>
    <p:sldLayoutId id="2147483816" r:id="rId20"/>
    <p:sldLayoutId id="2147483817" r:id="rId21"/>
    <p:sldLayoutId id="2147483818" r:id="rId22"/>
    <p:sldLayoutId id="2147483819" r:id="rId23"/>
    <p:sldLayoutId id="2147483820" r:id="rId24"/>
    <p:sldLayoutId id="2147483821" r:id="rId25"/>
    <p:sldLayoutId id="2147483822" r:id="rId26"/>
    <p:sldLayoutId id="2147483823" r:id="rId27"/>
    <p:sldLayoutId id="2147483824" r:id="rId28"/>
  </p:sldLayoutIdLst>
  <p:transition>
    <p:fade/>
  </p:transition>
  <p:timing>
    <p:tnLst>
      <p:par>
        <p:cTn id="1" dur="indefinite" restart="never" nodeType="tmRoot"/>
      </p:par>
    </p:tnLst>
  </p:timing>
  <p:hf hdr="0" ftr="0" dt="0"/>
  <p:txStyles>
    <p:titleStyle>
      <a:lvl1pPr algn="l" defTabSz="914188" rtl="0" eaLnBrk="1" latinLnBrk="0" hangingPunct="1">
        <a:lnSpc>
          <a:spcPct val="90000"/>
        </a:lnSpc>
        <a:spcBef>
          <a:spcPct val="0"/>
        </a:spcBef>
        <a:buNone/>
        <a:defRPr lang="en-US" sz="5399" b="0" kern="1200" cap="none" spc="-100" baseline="0" dirty="0" smtClean="0">
          <a:ln w="3175">
            <a:noFill/>
          </a:ln>
          <a:gradFill>
            <a:gsLst>
              <a:gs pos="1250">
                <a:schemeClr val="tx2"/>
              </a:gs>
              <a:gs pos="100000">
                <a:schemeClr val="tx2"/>
              </a:gs>
            </a:gsLst>
            <a:lin ang="5400000" scaled="0"/>
          </a:gradFill>
          <a:effectLst/>
          <a:latin typeface="+mj-lt"/>
          <a:ea typeface="+mn-ea"/>
          <a:cs typeface="Arial" charset="0"/>
        </a:defRPr>
      </a:lvl1pPr>
    </p:titleStyle>
    <p:bodyStyle>
      <a:lvl1pPr marL="339660" marR="0" indent="-339660" algn="l" defTabSz="914188" rtl="0" eaLnBrk="1" fontAlgn="auto" latinLnBrk="0" hangingPunct="1">
        <a:lnSpc>
          <a:spcPct val="90000"/>
        </a:lnSpc>
        <a:spcBef>
          <a:spcPct val="20000"/>
        </a:spcBef>
        <a:spcAft>
          <a:spcPts val="0"/>
        </a:spcAft>
        <a:buClrTx/>
        <a:buSzPct val="80000"/>
        <a:buFont typeface="Arial" pitchFamily="34" charset="0"/>
        <a:buChar char="•"/>
        <a:tabLst/>
        <a:defRPr sz="3600" kern="1200" spc="-70" baseline="0">
          <a:gradFill>
            <a:gsLst>
              <a:gs pos="1250">
                <a:schemeClr val="bg2"/>
              </a:gs>
              <a:gs pos="100000">
                <a:schemeClr val="bg2"/>
              </a:gs>
            </a:gsLst>
            <a:lin ang="5400000" scaled="0"/>
          </a:gradFill>
          <a:latin typeface="+mj-lt"/>
          <a:ea typeface="+mn-ea"/>
          <a:cs typeface="+mn-cs"/>
        </a:defRPr>
      </a:lvl1pPr>
      <a:lvl2pPr marL="572978" marR="0" indent="-233318" algn="l" defTabSz="914188"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gradFill>
            <a:gsLst>
              <a:gs pos="1250">
                <a:schemeClr val="bg2"/>
              </a:gs>
              <a:gs pos="100000">
                <a:schemeClr val="bg2"/>
              </a:gs>
            </a:gsLst>
            <a:lin ang="5400000" scaled="0"/>
          </a:gradFill>
          <a:latin typeface="+mn-lt"/>
          <a:ea typeface="+mn-ea"/>
          <a:cs typeface="+mn-cs"/>
        </a:defRPr>
      </a:lvl2pPr>
      <a:lvl3pPr marL="798359" marR="0" indent="-225382" algn="l" defTabSz="914188" rtl="0" eaLnBrk="1" fontAlgn="auto" latinLnBrk="0" hangingPunct="1">
        <a:lnSpc>
          <a:spcPct val="90000"/>
        </a:lnSpc>
        <a:spcBef>
          <a:spcPct val="20000"/>
        </a:spcBef>
        <a:spcAft>
          <a:spcPts val="0"/>
        </a:spcAft>
        <a:buClrTx/>
        <a:buSzPct val="90000"/>
        <a:buFont typeface="Wingdings" pitchFamily="2" charset="2"/>
        <a:buChar char=""/>
        <a:tabLst>
          <a:tab pos="798359" algn="l"/>
        </a:tabLst>
        <a:defRPr sz="2400" kern="1200" spc="0" baseline="0">
          <a:gradFill>
            <a:gsLst>
              <a:gs pos="1250">
                <a:schemeClr val="bg2"/>
              </a:gs>
              <a:gs pos="100000">
                <a:schemeClr val="bg2"/>
              </a:gs>
            </a:gsLst>
            <a:lin ang="5400000" scaled="0"/>
          </a:gradFill>
          <a:latin typeface="+mn-lt"/>
          <a:ea typeface="+mn-ea"/>
          <a:cs typeface="+mn-cs"/>
        </a:defRPr>
      </a:lvl3pPr>
      <a:lvl4pPr marL="1030090" marR="0" indent="-231730" algn="l" defTabSz="914188"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gradFill>
            <a:gsLst>
              <a:gs pos="1250">
                <a:schemeClr val="bg2"/>
              </a:gs>
              <a:gs pos="100000">
                <a:schemeClr val="bg2"/>
              </a:gs>
            </a:gsLst>
            <a:lin ang="5400000" scaled="0"/>
          </a:gradFill>
          <a:latin typeface="+mn-lt"/>
          <a:ea typeface="+mn-ea"/>
          <a:cs typeface="+mn-cs"/>
        </a:defRPr>
      </a:lvl4pPr>
      <a:lvl5pPr marL="1255472" marR="0" indent="-225382" algn="l" defTabSz="914188" rtl="0" eaLnBrk="1" fontAlgn="auto" latinLnBrk="0" hangingPunct="1">
        <a:lnSpc>
          <a:spcPct val="90000"/>
        </a:lnSpc>
        <a:spcBef>
          <a:spcPct val="20000"/>
        </a:spcBef>
        <a:spcAft>
          <a:spcPts val="0"/>
        </a:spcAft>
        <a:buClrTx/>
        <a:buSzPct val="90000"/>
        <a:buFont typeface="Wingdings" pitchFamily="2" charset="2"/>
        <a:buChar char=""/>
        <a:tabLst>
          <a:tab pos="1255472" algn="l"/>
        </a:tabLst>
        <a:defRPr sz="2000" kern="1200" spc="0" baseline="0">
          <a:gradFill>
            <a:gsLst>
              <a:gs pos="1250">
                <a:schemeClr val="bg2"/>
              </a:gs>
              <a:gs pos="100000">
                <a:schemeClr val="bg2"/>
              </a:gs>
            </a:gsLst>
            <a:lin ang="5400000" scaled="0"/>
          </a:gradFill>
          <a:latin typeface="+mn-lt"/>
          <a:ea typeface="+mn-ea"/>
          <a:cs typeface="+mn-cs"/>
        </a:defRPr>
      </a:lvl5pPr>
      <a:lvl6pPr marL="2514017" indent="-228547" algn="l" defTabSz="9141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110" indent="-228547" algn="l" defTabSz="9141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204" indent="-228547" algn="l" defTabSz="9141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298" indent="-228547" algn="l" defTabSz="91418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88" rtl="0" eaLnBrk="1" latinLnBrk="0" hangingPunct="1">
        <a:defRPr sz="1800" kern="1200">
          <a:solidFill>
            <a:schemeClr val="tx1"/>
          </a:solidFill>
          <a:latin typeface="+mn-lt"/>
          <a:ea typeface="+mn-ea"/>
          <a:cs typeface="+mn-cs"/>
        </a:defRPr>
      </a:lvl1pPr>
      <a:lvl2pPr marL="457094" algn="l" defTabSz="914188" rtl="0" eaLnBrk="1" latinLnBrk="0" hangingPunct="1">
        <a:defRPr sz="1800" kern="1200">
          <a:solidFill>
            <a:schemeClr val="tx1"/>
          </a:solidFill>
          <a:latin typeface="+mn-lt"/>
          <a:ea typeface="+mn-ea"/>
          <a:cs typeface="+mn-cs"/>
        </a:defRPr>
      </a:lvl2pPr>
      <a:lvl3pPr marL="914188" algn="l" defTabSz="914188" rtl="0" eaLnBrk="1" latinLnBrk="0" hangingPunct="1">
        <a:defRPr sz="1800" kern="1200">
          <a:solidFill>
            <a:schemeClr val="tx1"/>
          </a:solidFill>
          <a:latin typeface="+mn-lt"/>
          <a:ea typeface="+mn-ea"/>
          <a:cs typeface="+mn-cs"/>
        </a:defRPr>
      </a:lvl3pPr>
      <a:lvl4pPr marL="1371282" algn="l" defTabSz="914188" rtl="0" eaLnBrk="1" latinLnBrk="0" hangingPunct="1">
        <a:defRPr sz="1800" kern="1200">
          <a:solidFill>
            <a:schemeClr val="tx1"/>
          </a:solidFill>
          <a:latin typeface="+mn-lt"/>
          <a:ea typeface="+mn-ea"/>
          <a:cs typeface="+mn-cs"/>
        </a:defRPr>
      </a:lvl4pPr>
      <a:lvl5pPr marL="1828376" algn="l" defTabSz="914188" rtl="0" eaLnBrk="1" latinLnBrk="0" hangingPunct="1">
        <a:defRPr sz="1800" kern="1200">
          <a:solidFill>
            <a:schemeClr val="tx1"/>
          </a:solidFill>
          <a:latin typeface="+mn-lt"/>
          <a:ea typeface="+mn-ea"/>
          <a:cs typeface="+mn-cs"/>
        </a:defRPr>
      </a:lvl5pPr>
      <a:lvl6pPr marL="2285470" algn="l" defTabSz="914188" rtl="0" eaLnBrk="1" latinLnBrk="0" hangingPunct="1">
        <a:defRPr sz="1800" kern="1200">
          <a:solidFill>
            <a:schemeClr val="tx1"/>
          </a:solidFill>
          <a:latin typeface="+mn-lt"/>
          <a:ea typeface="+mn-ea"/>
          <a:cs typeface="+mn-cs"/>
        </a:defRPr>
      </a:lvl6pPr>
      <a:lvl7pPr marL="2742563" algn="l" defTabSz="914188" rtl="0" eaLnBrk="1" latinLnBrk="0" hangingPunct="1">
        <a:defRPr sz="1800" kern="1200">
          <a:solidFill>
            <a:schemeClr val="tx1"/>
          </a:solidFill>
          <a:latin typeface="+mn-lt"/>
          <a:ea typeface="+mn-ea"/>
          <a:cs typeface="+mn-cs"/>
        </a:defRPr>
      </a:lvl7pPr>
      <a:lvl8pPr marL="3199657" algn="l" defTabSz="914188" rtl="0" eaLnBrk="1" latinLnBrk="0" hangingPunct="1">
        <a:defRPr sz="1800" kern="1200">
          <a:solidFill>
            <a:schemeClr val="tx1"/>
          </a:solidFill>
          <a:latin typeface="+mn-lt"/>
          <a:ea typeface="+mn-ea"/>
          <a:cs typeface="+mn-cs"/>
        </a:defRPr>
      </a:lvl8pPr>
      <a:lvl9pPr marL="3656751" algn="l" defTabSz="91418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3.xml"/></Relationships>
</file>

<file path=ppt/slides/_rels/slide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emf"/><Relationship Id="rId1" Type="http://schemas.openxmlformats.org/officeDocument/2006/relationships/slideLayout" Target="../slideLayouts/slideLayout35.xml"/><Relationship Id="rId6" Type="http://schemas.openxmlformats.org/officeDocument/2006/relationships/comments" Target="../comments/comment1.xml"/><Relationship Id="rId5" Type="http://schemas.openxmlformats.org/officeDocument/2006/relationships/image" Target="../media/image28.png"/><Relationship Id="rId4" Type="http://schemas.openxmlformats.org/officeDocument/2006/relationships/image" Target="../media/image2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65.xml"/></Relationships>
</file>

<file path=ppt/slides/_rels/slide7.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3.xml"/><Relationship Id="rId1" Type="http://schemas.openxmlformats.org/officeDocument/2006/relationships/slideLayout" Target="../slideLayouts/slideLayout103.xml"/><Relationship Id="rId4" Type="http://schemas.openxmlformats.org/officeDocument/2006/relationships/image" Target="../media/image31.emf"/></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hyperlink" Target="http://cocoapods.org/" TargetMode="Externa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AzureAD/azure-activedirectory-library-for-objc" TargetMode="External"/><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hyperlink" Target="http://dev.office.com/ios" TargetMode="Externa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OfficeDev/Office-365-SDK-for-iOS/"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hyperlink" Target="https://github.com/OfficeDev/Office-365-SDK-for-iOS/" TargetMode="Externa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hyperlink" Target="https://github.com/OfficeDev/Office-365-SDK-for-iOS/" TargetMode="Externa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3" Type="http://schemas.openxmlformats.org/officeDocument/2006/relationships/hyperlink" Target="https://github.com/AzureAD/azure-activedirectory-library-for-objc" TargetMode="External"/><Relationship Id="rId2" Type="http://schemas.openxmlformats.org/officeDocument/2006/relationships/hyperlink" Target="http://dev.office.com/ios" TargetMode="External"/><Relationship Id="rId1" Type="http://schemas.openxmlformats.org/officeDocument/2006/relationships/slideLayout" Target="../slideLayouts/slideLayout5.xml"/><Relationship Id="rId4" Type="http://schemas.openxmlformats.org/officeDocument/2006/relationships/hyperlink" Target="https://github.com/OfficeDev/Office-365-SDK-for-iOS"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dev.office.com/devprogram" TargetMode="External"/><Relationship Id="rId2" Type="http://schemas.openxmlformats.org/officeDocument/2006/relationships/notesSlide" Target="../notesSlides/notesSlide16.xml"/><Relationship Id="rId1" Type="http://schemas.openxmlformats.org/officeDocument/2006/relationships/slideLayout" Target="../slideLayouts/slideLayout112.xml"/><Relationship Id="rId5" Type="http://schemas.openxmlformats.org/officeDocument/2006/relationships/image" Target="../media/image34.emf"/><Relationship Id="rId4" Type="http://schemas.openxmlformats.org/officeDocument/2006/relationships/image" Target="../media/image33.emf"/></Relationships>
</file>

<file path=ppt/slides/_rels/slide40.xml.rels><?xml version="1.0" encoding="UTF-8" standalone="yes"?>
<Relationships xmlns="http://schemas.openxmlformats.org/package/2006/relationships"><Relationship Id="rId8" Type="http://schemas.openxmlformats.org/officeDocument/2006/relationships/hyperlink" Target="http://officespdev.uservoice.com/" TargetMode="External"/><Relationship Id="rId3" Type="http://schemas.openxmlformats.org/officeDocument/2006/relationships/hyperlink" Target="https://www.yammer.com/itpronetwork" TargetMode="External"/><Relationship Id="rId7" Type="http://schemas.openxmlformats.org/officeDocument/2006/relationships/hyperlink" Target="http://dev.office.com/podcasts" TargetMode="External"/><Relationship Id="rId2" Type="http://schemas.openxmlformats.org/officeDocument/2006/relationships/notesSlide" Target="../notesSlides/notesSlide17.xml"/><Relationship Id="rId1" Type="http://schemas.openxmlformats.org/officeDocument/2006/relationships/slideLayout" Target="../slideLayouts/slideLayout122.xml"/><Relationship Id="rId6" Type="http://schemas.openxmlformats.org/officeDocument/2006/relationships/image" Target="../media/image36.emf"/><Relationship Id="rId11" Type="http://schemas.openxmlformats.org/officeDocument/2006/relationships/image" Target="../media/image38.png"/><Relationship Id="rId5" Type="http://schemas.openxmlformats.org/officeDocument/2006/relationships/image" Target="../media/image35.emf"/><Relationship Id="rId10" Type="http://schemas.openxmlformats.org/officeDocument/2006/relationships/image" Target="../media/image37.png"/><Relationship Id="rId4" Type="http://schemas.openxmlformats.org/officeDocument/2006/relationships/hyperlink" Target="http://www.twitter.com/OfficeDev" TargetMode="External"/><Relationship Id="rId9" Type="http://schemas.openxmlformats.org/officeDocument/2006/relationships/hyperlink" Target="http://aka.ms/O365DevShow"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596" dirty="0"/>
              <a:t>Office 365 Development</a:t>
            </a:r>
          </a:p>
        </p:txBody>
      </p:sp>
      <p:sp>
        <p:nvSpPr>
          <p:cNvPr id="3" name="Text Placeholder 2"/>
          <p:cNvSpPr>
            <a:spLocks noGrp="1"/>
          </p:cNvSpPr>
          <p:nvPr>
            <p:ph type="body" sz="quarter" idx="12"/>
          </p:nvPr>
        </p:nvSpPr>
        <p:spPr/>
        <p:txBody>
          <a:bodyPr/>
          <a:lstStyle/>
          <a:p>
            <a:endParaRPr lang="en-US" dirty="0"/>
          </a:p>
        </p:txBody>
      </p:sp>
    </p:spTree>
    <p:extLst>
      <p:ext uri="{BB962C8B-B14F-4D97-AF65-F5344CB8AC3E}">
        <p14:creationId xmlns:p14="http://schemas.microsoft.com/office/powerpoint/2010/main" val="271414813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bwMode="gray">
          <a:xfrm>
            <a:off x="1111919" y="1190089"/>
            <a:ext cx="2071832" cy="207266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89593" tIns="44797" rIns="89593" bIns="44797" rtlCol="0" anchor="ctr"/>
          <a:lstStyle/>
          <a:p>
            <a:pPr algn="ctr" defTabSz="912645">
              <a:defRPr/>
            </a:pPr>
            <a:endParaRPr lang="en-US" sz="1735" dirty="0">
              <a:solidFill>
                <a:srgbClr val="FFFFFF"/>
              </a:solidFill>
            </a:endParaRPr>
          </a:p>
        </p:txBody>
      </p:sp>
      <p:sp>
        <p:nvSpPr>
          <p:cNvPr id="7" name="Oval 6"/>
          <p:cNvSpPr/>
          <p:nvPr/>
        </p:nvSpPr>
        <p:spPr bwMode="gray">
          <a:xfrm>
            <a:off x="1470133" y="1548447"/>
            <a:ext cx="1355404" cy="1355950"/>
          </a:xfrm>
          <a:prstGeom prst="ellipse">
            <a:avLst/>
          </a:prstGeom>
          <a:solidFill>
            <a:srgbClr val="E25D2F"/>
          </a:solidFill>
          <a:ln>
            <a:noFill/>
          </a:ln>
        </p:spPr>
        <p:style>
          <a:lnRef idx="2">
            <a:schemeClr val="accent1">
              <a:shade val="50000"/>
            </a:schemeClr>
          </a:lnRef>
          <a:fillRef idx="1">
            <a:schemeClr val="accent1"/>
          </a:fillRef>
          <a:effectRef idx="0">
            <a:schemeClr val="accent1"/>
          </a:effectRef>
          <a:fontRef idx="minor">
            <a:schemeClr val="lt1"/>
          </a:fontRef>
        </p:style>
        <p:txBody>
          <a:bodyPr lIns="89593" tIns="44797" rIns="89593" bIns="44797" rtlCol="0" anchor="ctr"/>
          <a:lstStyle/>
          <a:p>
            <a:pPr algn="ctr" defTabSz="912645">
              <a:defRPr/>
            </a:pPr>
            <a:endParaRPr lang="en-US" sz="1735" dirty="0">
              <a:solidFill>
                <a:srgbClr val="FFFFFF"/>
              </a:solidFill>
            </a:endParaRPr>
          </a:p>
        </p:txBody>
      </p:sp>
      <p:pic>
        <p:nvPicPr>
          <p:cNvPr id="8" name="Picture 7"/>
          <p:cNvPicPr>
            <a:picLocks noChangeAspect="1"/>
          </p:cNvPicPr>
          <p:nvPr/>
        </p:nvPicPr>
        <p:blipFill>
          <a:blip r:embed="rId2">
            <a:duotone>
              <a:schemeClr val="accent2">
                <a:shade val="45000"/>
                <a:satMod val="135000"/>
              </a:schemeClr>
              <a:prstClr val="white"/>
            </a:duotone>
          </a:blip>
          <a:stretch>
            <a:fillRect/>
          </a:stretch>
        </p:blipFill>
        <p:spPr bwMode="gray">
          <a:xfrm>
            <a:off x="1611093" y="1851385"/>
            <a:ext cx="1062813" cy="662599"/>
          </a:xfrm>
          <a:prstGeom prst="rect">
            <a:avLst/>
          </a:prstGeom>
        </p:spPr>
      </p:pic>
      <p:pic>
        <p:nvPicPr>
          <p:cNvPr id="9" name="Picture 8"/>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gray">
          <a:xfrm>
            <a:off x="232150" y="3407899"/>
            <a:ext cx="4073104" cy="1482716"/>
          </a:xfrm>
          <a:prstGeom prst="rect">
            <a:avLst/>
          </a:prstGeom>
        </p:spPr>
      </p:pic>
      <p:pic>
        <p:nvPicPr>
          <p:cNvPr id="11" name="Picture 1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gray">
          <a:xfrm>
            <a:off x="292023" y="3051358"/>
            <a:ext cx="3560944" cy="988325"/>
          </a:xfrm>
          <a:prstGeom prst="rect">
            <a:avLst/>
          </a:prstGeom>
        </p:spPr>
      </p:pic>
      <p:pic>
        <p:nvPicPr>
          <p:cNvPr id="12" name="Picture 1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bwMode="gray">
          <a:xfrm>
            <a:off x="292020" y="2232322"/>
            <a:ext cx="4033661" cy="1743710"/>
          </a:xfrm>
          <a:prstGeom prst="rect">
            <a:avLst/>
          </a:prstGeom>
        </p:spPr>
      </p:pic>
      <p:grpSp>
        <p:nvGrpSpPr>
          <p:cNvPr id="13" name="Group 12"/>
          <p:cNvGrpSpPr/>
          <p:nvPr/>
        </p:nvGrpSpPr>
        <p:grpSpPr>
          <a:xfrm>
            <a:off x="651642" y="4089196"/>
            <a:ext cx="3871059" cy="2124827"/>
            <a:chOff x="-2301875" y="-2038350"/>
            <a:chExt cx="1924050" cy="1055688"/>
          </a:xfrm>
        </p:grpSpPr>
        <p:sp>
          <p:nvSpPr>
            <p:cNvPr id="14" name="Freeform 5"/>
            <p:cNvSpPr>
              <a:spLocks/>
            </p:cNvSpPr>
            <p:nvPr/>
          </p:nvSpPr>
          <p:spPr bwMode="auto">
            <a:xfrm>
              <a:off x="-600075" y="-1092200"/>
              <a:ext cx="222250" cy="109538"/>
            </a:xfrm>
            <a:custGeom>
              <a:avLst/>
              <a:gdLst>
                <a:gd name="T0" fmla="*/ 51 w 100"/>
                <a:gd name="T1" fmla="*/ 1 h 49"/>
                <a:gd name="T2" fmla="*/ 0 w 100"/>
                <a:gd name="T3" fmla="*/ 49 h 49"/>
                <a:gd name="T4" fmla="*/ 99 w 100"/>
                <a:gd name="T5" fmla="*/ 49 h 49"/>
                <a:gd name="T6" fmla="*/ 51 w 100"/>
                <a:gd name="T7" fmla="*/ 1 h 49"/>
              </a:gdLst>
              <a:ahLst/>
              <a:cxnLst>
                <a:cxn ang="0">
                  <a:pos x="T0" y="T1"/>
                </a:cxn>
                <a:cxn ang="0">
                  <a:pos x="T2" y="T3"/>
                </a:cxn>
                <a:cxn ang="0">
                  <a:pos x="T4" y="T5"/>
                </a:cxn>
                <a:cxn ang="0">
                  <a:pos x="T6" y="T7"/>
                </a:cxn>
              </a:cxnLst>
              <a:rect l="0" t="0" r="r" b="b"/>
              <a:pathLst>
                <a:path w="100" h="49">
                  <a:moveTo>
                    <a:pt x="51" y="1"/>
                  </a:moveTo>
                  <a:cubicBezTo>
                    <a:pt x="24" y="0"/>
                    <a:pt x="1" y="21"/>
                    <a:pt x="0" y="49"/>
                  </a:cubicBezTo>
                  <a:cubicBezTo>
                    <a:pt x="99" y="49"/>
                    <a:pt x="99" y="49"/>
                    <a:pt x="99" y="49"/>
                  </a:cubicBezTo>
                  <a:cubicBezTo>
                    <a:pt x="100" y="21"/>
                    <a:pt x="79" y="2"/>
                    <a:pt x="51" y="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3" tIns="46611" rIns="93223" bIns="46611" numCol="1" anchor="t" anchorCtr="0" compatLnSpc="1">
              <a:prstTxWarp prst="textNoShape">
                <a:avLst/>
              </a:prstTxWarp>
            </a:bodyPr>
            <a:lstStyle/>
            <a:p>
              <a:pPr defTabSz="914001">
                <a:defRPr/>
              </a:pPr>
              <a:endParaRPr lang="en-US" sz="1836" dirty="0">
                <a:solidFill>
                  <a:srgbClr val="000000"/>
                </a:solidFill>
              </a:endParaRPr>
            </a:p>
          </p:txBody>
        </p:sp>
        <p:sp>
          <p:nvSpPr>
            <p:cNvPr id="15" name="Freeform 6"/>
            <p:cNvSpPr>
              <a:spLocks/>
            </p:cNvSpPr>
            <p:nvPr/>
          </p:nvSpPr>
          <p:spPr bwMode="auto">
            <a:xfrm>
              <a:off x="-1009650" y="-1089025"/>
              <a:ext cx="473075" cy="60325"/>
            </a:xfrm>
            <a:custGeom>
              <a:avLst/>
              <a:gdLst>
                <a:gd name="T0" fmla="*/ 210 w 213"/>
                <a:gd name="T1" fmla="*/ 27 h 27"/>
                <a:gd name="T2" fmla="*/ 188 w 213"/>
                <a:gd name="T3" fmla="*/ 17 h 27"/>
                <a:gd name="T4" fmla="*/ 142 w 213"/>
                <a:gd name="T5" fmla="*/ 8 h 27"/>
                <a:gd name="T6" fmla="*/ 0 w 213"/>
                <a:gd name="T7" fmla="*/ 8 h 27"/>
                <a:gd name="T8" fmla="*/ 0 w 213"/>
                <a:gd name="T9" fmla="*/ 0 h 27"/>
                <a:gd name="T10" fmla="*/ 142 w 213"/>
                <a:gd name="T11" fmla="*/ 0 h 27"/>
                <a:gd name="T12" fmla="*/ 191 w 213"/>
                <a:gd name="T13" fmla="*/ 10 h 27"/>
                <a:gd name="T14" fmla="*/ 213 w 213"/>
                <a:gd name="T15" fmla="*/ 20 h 27"/>
                <a:gd name="T16" fmla="*/ 210 w 213"/>
                <a:gd name="T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27">
                  <a:moveTo>
                    <a:pt x="210" y="27"/>
                  </a:moveTo>
                  <a:cubicBezTo>
                    <a:pt x="188" y="17"/>
                    <a:pt x="188" y="17"/>
                    <a:pt x="188" y="17"/>
                  </a:cubicBezTo>
                  <a:cubicBezTo>
                    <a:pt x="177" y="12"/>
                    <a:pt x="155" y="8"/>
                    <a:pt x="142" y="8"/>
                  </a:cubicBezTo>
                  <a:cubicBezTo>
                    <a:pt x="0" y="8"/>
                    <a:pt x="0" y="8"/>
                    <a:pt x="0" y="8"/>
                  </a:cubicBezTo>
                  <a:cubicBezTo>
                    <a:pt x="0" y="0"/>
                    <a:pt x="0" y="0"/>
                    <a:pt x="0" y="0"/>
                  </a:cubicBezTo>
                  <a:cubicBezTo>
                    <a:pt x="142" y="0"/>
                    <a:pt x="142" y="0"/>
                    <a:pt x="142" y="0"/>
                  </a:cubicBezTo>
                  <a:cubicBezTo>
                    <a:pt x="157" y="0"/>
                    <a:pt x="179" y="5"/>
                    <a:pt x="191" y="10"/>
                  </a:cubicBezTo>
                  <a:cubicBezTo>
                    <a:pt x="213" y="20"/>
                    <a:pt x="213" y="20"/>
                    <a:pt x="213" y="20"/>
                  </a:cubicBezTo>
                  <a:lnTo>
                    <a:pt x="210" y="27"/>
                  </a:lnTo>
                  <a:close/>
                </a:path>
              </a:pathLst>
            </a:custGeom>
            <a:solidFill>
              <a:srgbClr val="000000"/>
            </a:solidFill>
            <a:ln w="9525">
              <a:noFill/>
              <a:round/>
              <a:headEnd/>
              <a:tailEnd/>
            </a:ln>
            <a:extLst/>
          </p:spPr>
          <p:txBody>
            <a:bodyPr vert="horz" wrap="square" lIns="93223" tIns="46611" rIns="93223" bIns="46611" numCol="1" anchor="t" anchorCtr="0" compatLnSpc="1">
              <a:prstTxWarp prst="textNoShape">
                <a:avLst/>
              </a:prstTxWarp>
            </a:bodyPr>
            <a:lstStyle/>
            <a:p>
              <a:pPr defTabSz="914001">
                <a:defRPr/>
              </a:pPr>
              <a:endParaRPr lang="en-US" sz="1836" dirty="0">
                <a:solidFill>
                  <a:srgbClr val="000000"/>
                </a:solidFill>
              </a:endParaRPr>
            </a:p>
          </p:txBody>
        </p:sp>
        <p:sp>
          <p:nvSpPr>
            <p:cNvPr id="16" name="Oval 7"/>
            <p:cNvSpPr>
              <a:spLocks noChangeArrowheads="1"/>
            </p:cNvSpPr>
            <p:nvPr/>
          </p:nvSpPr>
          <p:spPr bwMode="auto">
            <a:xfrm>
              <a:off x="-1808163" y="-1262063"/>
              <a:ext cx="493713" cy="103188"/>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3" tIns="46611" rIns="93223" bIns="46611" numCol="1" anchor="t" anchorCtr="0" compatLnSpc="1">
              <a:prstTxWarp prst="textNoShape">
                <a:avLst/>
              </a:prstTxWarp>
            </a:bodyPr>
            <a:lstStyle/>
            <a:p>
              <a:pPr defTabSz="914001">
                <a:defRPr/>
              </a:pPr>
              <a:endParaRPr lang="en-US" sz="1836" dirty="0">
                <a:solidFill>
                  <a:srgbClr val="000000"/>
                </a:solidFill>
              </a:endParaRPr>
            </a:p>
          </p:txBody>
        </p:sp>
        <p:sp>
          <p:nvSpPr>
            <p:cNvPr id="17" name="Freeform 8"/>
            <p:cNvSpPr>
              <a:spLocks/>
            </p:cNvSpPr>
            <p:nvPr/>
          </p:nvSpPr>
          <p:spPr bwMode="auto">
            <a:xfrm>
              <a:off x="-2168525" y="-2038350"/>
              <a:ext cx="1193800" cy="828675"/>
            </a:xfrm>
            <a:custGeom>
              <a:avLst/>
              <a:gdLst>
                <a:gd name="T0" fmla="*/ 527 w 537"/>
                <a:gd name="T1" fmla="*/ 373 h 373"/>
                <a:gd name="T2" fmla="*/ 537 w 537"/>
                <a:gd name="T3" fmla="*/ 362 h 373"/>
                <a:gd name="T4" fmla="*/ 537 w 537"/>
                <a:gd name="T5" fmla="*/ 11 h 373"/>
                <a:gd name="T6" fmla="*/ 527 w 537"/>
                <a:gd name="T7" fmla="*/ 0 h 373"/>
                <a:gd name="T8" fmla="*/ 11 w 537"/>
                <a:gd name="T9" fmla="*/ 0 h 373"/>
                <a:gd name="T10" fmla="*/ 0 w 537"/>
                <a:gd name="T11" fmla="*/ 11 h 373"/>
                <a:gd name="T12" fmla="*/ 0 w 537"/>
                <a:gd name="T13" fmla="*/ 362 h 373"/>
                <a:gd name="T14" fmla="*/ 11 w 537"/>
                <a:gd name="T15" fmla="*/ 373 h 373"/>
                <a:gd name="T16" fmla="*/ 527 w 537"/>
                <a:gd name="T17" fmla="*/ 373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7" h="373">
                  <a:moveTo>
                    <a:pt x="527" y="373"/>
                  </a:moveTo>
                  <a:cubicBezTo>
                    <a:pt x="532" y="373"/>
                    <a:pt x="537" y="368"/>
                    <a:pt x="537" y="362"/>
                  </a:cubicBezTo>
                  <a:cubicBezTo>
                    <a:pt x="537" y="11"/>
                    <a:pt x="537" y="11"/>
                    <a:pt x="537" y="11"/>
                  </a:cubicBezTo>
                  <a:cubicBezTo>
                    <a:pt x="537" y="5"/>
                    <a:pt x="532" y="0"/>
                    <a:pt x="527" y="0"/>
                  </a:cubicBezTo>
                  <a:cubicBezTo>
                    <a:pt x="11" y="0"/>
                    <a:pt x="11" y="0"/>
                    <a:pt x="11" y="0"/>
                  </a:cubicBezTo>
                  <a:cubicBezTo>
                    <a:pt x="5" y="0"/>
                    <a:pt x="0" y="5"/>
                    <a:pt x="0" y="11"/>
                  </a:cubicBezTo>
                  <a:cubicBezTo>
                    <a:pt x="0" y="362"/>
                    <a:pt x="0" y="362"/>
                    <a:pt x="0" y="362"/>
                  </a:cubicBezTo>
                  <a:cubicBezTo>
                    <a:pt x="0" y="368"/>
                    <a:pt x="5" y="373"/>
                    <a:pt x="11" y="373"/>
                  </a:cubicBezTo>
                  <a:lnTo>
                    <a:pt x="527" y="3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3" tIns="46611" rIns="93223" bIns="46611" numCol="1" anchor="t" anchorCtr="0" compatLnSpc="1">
              <a:prstTxWarp prst="textNoShape">
                <a:avLst/>
              </a:prstTxWarp>
            </a:bodyPr>
            <a:lstStyle/>
            <a:p>
              <a:pPr defTabSz="914001">
                <a:defRPr/>
              </a:pPr>
              <a:endParaRPr lang="en-US" sz="1836" dirty="0">
                <a:solidFill>
                  <a:srgbClr val="000000"/>
                </a:solidFill>
              </a:endParaRPr>
            </a:p>
          </p:txBody>
        </p:sp>
        <p:sp>
          <p:nvSpPr>
            <p:cNvPr id="18" name="Rectangle 9"/>
            <p:cNvSpPr>
              <a:spLocks noChangeArrowheads="1"/>
            </p:cNvSpPr>
            <p:nvPr/>
          </p:nvSpPr>
          <p:spPr bwMode="auto">
            <a:xfrm>
              <a:off x="-2130425" y="-2000250"/>
              <a:ext cx="1117600" cy="633413"/>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23" tIns="46611" rIns="93223" bIns="46611" numCol="1" anchor="t" anchorCtr="0" compatLnSpc="1">
              <a:prstTxWarp prst="textNoShape">
                <a:avLst/>
              </a:prstTxWarp>
            </a:bodyPr>
            <a:lstStyle/>
            <a:p>
              <a:pPr defTabSz="914001">
                <a:defRPr/>
              </a:pPr>
              <a:endParaRPr lang="en-US" sz="1836" dirty="0">
                <a:solidFill>
                  <a:srgbClr val="000000"/>
                </a:solidFill>
              </a:endParaRPr>
            </a:p>
          </p:txBody>
        </p:sp>
        <p:sp>
          <p:nvSpPr>
            <p:cNvPr id="19" name="Rectangle 10"/>
            <p:cNvSpPr>
              <a:spLocks noChangeArrowheads="1"/>
            </p:cNvSpPr>
            <p:nvPr/>
          </p:nvSpPr>
          <p:spPr bwMode="auto">
            <a:xfrm>
              <a:off x="-2301875" y="-1039813"/>
              <a:ext cx="1477963" cy="555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23" tIns="46611" rIns="93223" bIns="46611" numCol="1" anchor="t" anchorCtr="0" compatLnSpc="1">
              <a:prstTxWarp prst="textNoShape">
                <a:avLst/>
              </a:prstTxWarp>
            </a:bodyPr>
            <a:lstStyle/>
            <a:p>
              <a:pPr defTabSz="914001">
                <a:defRPr/>
              </a:pPr>
              <a:endParaRPr lang="en-US" sz="1836" dirty="0">
                <a:solidFill>
                  <a:srgbClr val="000000"/>
                </a:solidFill>
              </a:endParaRPr>
            </a:p>
          </p:txBody>
        </p:sp>
        <p:sp>
          <p:nvSpPr>
            <p:cNvPr id="20" name="Freeform 11"/>
            <p:cNvSpPr>
              <a:spLocks/>
            </p:cNvSpPr>
            <p:nvPr/>
          </p:nvSpPr>
          <p:spPr bwMode="auto">
            <a:xfrm>
              <a:off x="-2301875" y="-1106488"/>
              <a:ext cx="1477963" cy="66675"/>
            </a:xfrm>
            <a:custGeom>
              <a:avLst/>
              <a:gdLst>
                <a:gd name="T0" fmla="*/ 931 w 931"/>
                <a:gd name="T1" fmla="*/ 42 h 42"/>
                <a:gd name="T2" fmla="*/ 0 w 931"/>
                <a:gd name="T3" fmla="*/ 42 h 42"/>
                <a:gd name="T4" fmla="*/ 59 w 931"/>
                <a:gd name="T5" fmla="*/ 0 h 42"/>
                <a:gd name="T6" fmla="*/ 874 w 931"/>
                <a:gd name="T7" fmla="*/ 0 h 42"/>
                <a:gd name="T8" fmla="*/ 931 w 931"/>
                <a:gd name="T9" fmla="*/ 42 h 42"/>
              </a:gdLst>
              <a:ahLst/>
              <a:cxnLst>
                <a:cxn ang="0">
                  <a:pos x="T0" y="T1"/>
                </a:cxn>
                <a:cxn ang="0">
                  <a:pos x="T2" y="T3"/>
                </a:cxn>
                <a:cxn ang="0">
                  <a:pos x="T4" y="T5"/>
                </a:cxn>
                <a:cxn ang="0">
                  <a:pos x="T6" y="T7"/>
                </a:cxn>
                <a:cxn ang="0">
                  <a:pos x="T8" y="T9"/>
                </a:cxn>
              </a:cxnLst>
              <a:rect l="0" t="0" r="r" b="b"/>
              <a:pathLst>
                <a:path w="931" h="42">
                  <a:moveTo>
                    <a:pt x="931" y="42"/>
                  </a:moveTo>
                  <a:lnTo>
                    <a:pt x="0" y="42"/>
                  </a:lnTo>
                  <a:lnTo>
                    <a:pt x="59" y="0"/>
                  </a:lnTo>
                  <a:lnTo>
                    <a:pt x="874" y="0"/>
                  </a:lnTo>
                  <a:lnTo>
                    <a:pt x="931"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3" tIns="46611" rIns="93223" bIns="46611" numCol="1" anchor="t" anchorCtr="0" compatLnSpc="1">
              <a:prstTxWarp prst="textNoShape">
                <a:avLst/>
              </a:prstTxWarp>
            </a:bodyPr>
            <a:lstStyle/>
            <a:p>
              <a:pPr defTabSz="914001">
                <a:defRPr/>
              </a:pPr>
              <a:endParaRPr lang="en-US" sz="1836" dirty="0">
                <a:solidFill>
                  <a:srgbClr val="000000"/>
                </a:solidFill>
              </a:endParaRPr>
            </a:p>
          </p:txBody>
        </p:sp>
      </p:grpSp>
      <p:sp>
        <p:nvSpPr>
          <p:cNvPr id="5" name="Title 4"/>
          <p:cNvSpPr>
            <a:spLocks noGrp="1"/>
          </p:cNvSpPr>
          <p:nvPr>
            <p:ph type="title" idx="4294967295"/>
          </p:nvPr>
        </p:nvSpPr>
        <p:spPr>
          <a:xfrm>
            <a:off x="989013" y="157163"/>
            <a:ext cx="11201400" cy="1206500"/>
          </a:xfrm>
          <a:prstGeom prst="rect">
            <a:avLst/>
          </a:prstGeom>
        </p:spPr>
        <p:txBody>
          <a:bodyPr/>
          <a:lstStyle/>
          <a:p>
            <a:r>
              <a:rPr lang="en-US" dirty="0" smtClean="0"/>
              <a:t>Recap</a:t>
            </a:r>
            <a:endParaRPr lang="en-US" dirty="0"/>
          </a:p>
        </p:txBody>
      </p:sp>
      <p:sp>
        <p:nvSpPr>
          <p:cNvPr id="2" name="TextBox 1"/>
          <p:cNvSpPr txBox="1"/>
          <p:nvPr/>
        </p:nvSpPr>
        <p:spPr>
          <a:xfrm>
            <a:off x="1854834" y="5752989"/>
            <a:ext cx="12188825" cy="553998"/>
          </a:xfrm>
          <a:prstGeom prst="rect">
            <a:avLst/>
          </a:prstGeom>
          <a:noFill/>
        </p:spPr>
        <p:txBody>
          <a:bodyPr wrap="square" lIns="0" tIns="0" rIns="0" bIns="0" rtlCol="0">
            <a:spAutoFit/>
          </a:bodyPr>
          <a:lstStyle/>
          <a:p>
            <a:pPr algn="ctr" defTabSz="914363">
              <a:defRPr/>
            </a:pPr>
            <a:r>
              <a:rPr lang="en-US" sz="3600" spc="-70" dirty="0">
                <a:solidFill>
                  <a:srgbClr val="FFFFFF"/>
                </a:solidFill>
              </a:rPr>
              <a:t>dev.office.com/training</a:t>
            </a:r>
          </a:p>
        </p:txBody>
      </p:sp>
      <p:graphicFrame>
        <p:nvGraphicFramePr>
          <p:cNvPr id="21" name="Content Placeholder 9"/>
          <p:cNvGraphicFramePr>
            <a:graphicFrameLocks/>
          </p:cNvGraphicFramePr>
          <p:nvPr>
            <p:extLst/>
          </p:nvPr>
        </p:nvGraphicFramePr>
        <p:xfrm>
          <a:off x="4522701" y="389748"/>
          <a:ext cx="7276147" cy="5051028"/>
        </p:xfrm>
        <a:graphic>
          <a:graphicData uri="http://schemas.openxmlformats.org/drawingml/2006/table">
            <a:tbl>
              <a:tblPr firstRow="1" bandRow="1">
                <a:tableStyleId>{5C22544A-7EE6-4342-B048-85BDC9FD1C3A}</a:tableStyleId>
              </a:tblPr>
              <a:tblGrid>
                <a:gridCol w="7276147">
                  <a:extLst>
                    <a:ext uri="{9D8B030D-6E8A-4147-A177-3AD203B41FA5}">
                      <a16:colId xmlns:a16="http://schemas.microsoft.com/office/drawing/2014/main" val="1253488153"/>
                    </a:ext>
                  </a:extLst>
                </a:gridCol>
              </a:tblGrid>
              <a:tr h="1253930">
                <a:tc>
                  <a:txBody>
                    <a:bodyPr/>
                    <a:lstStyle/>
                    <a:p>
                      <a:pPr algn="ctr"/>
                      <a:r>
                        <a:rPr lang="en-US" sz="2400" dirty="0" smtClean="0"/>
                        <a:t>Deep Dive into Integrating Office 365 APIs with Web Applications</a:t>
                      </a:r>
                      <a:endParaRPr lang="en-US" sz="2400" dirty="0"/>
                    </a:p>
                  </a:txBody>
                  <a:tcPr marL="91403" marR="91403" marT="45701" marB="45701" anchor="ctr"/>
                </a:tc>
                <a:extLst>
                  <a:ext uri="{0D108BD9-81ED-4DB2-BD59-A6C34878D82A}">
                    <a16:rowId xmlns:a16="http://schemas.microsoft.com/office/drawing/2014/main" val="829859176"/>
                  </a:ext>
                </a:extLst>
              </a:tr>
              <a:tr h="472980">
                <a:tc>
                  <a:txBody>
                    <a:bodyPr/>
                    <a:lstStyle/>
                    <a:p>
                      <a:r>
                        <a:rPr lang="en-US" sz="1800" b="0" dirty="0" smtClean="0"/>
                        <a:t>Module 1: Deep Dive into Azure AD with the Office 365 APIs</a:t>
                      </a:r>
                      <a:endParaRPr lang="en-US" sz="1800" b="0" baseline="0" dirty="0" smtClean="0"/>
                    </a:p>
                  </a:txBody>
                  <a:tcPr marL="91403" marR="91403" marT="45701" marB="45701" anchor="ctr"/>
                </a:tc>
                <a:extLst>
                  <a:ext uri="{0D108BD9-81ED-4DB2-BD59-A6C34878D82A}">
                    <a16:rowId xmlns:a16="http://schemas.microsoft.com/office/drawing/2014/main" val="1946132611"/>
                  </a:ext>
                </a:extLst>
              </a:tr>
              <a:tr h="716099">
                <a:tc>
                  <a:txBody>
                    <a:bodyPr/>
                    <a:lstStyle/>
                    <a:p>
                      <a:pPr marL="0" marR="0" indent="0" algn="l" defTabSz="932559" rtl="0" eaLnBrk="1" fontAlgn="auto" latinLnBrk="0" hangingPunct="1">
                        <a:lnSpc>
                          <a:spcPct val="100000"/>
                        </a:lnSpc>
                        <a:spcBef>
                          <a:spcPts val="0"/>
                        </a:spcBef>
                        <a:spcAft>
                          <a:spcPts val="0"/>
                        </a:spcAft>
                        <a:buClrTx/>
                        <a:buSzTx/>
                        <a:buFontTx/>
                        <a:buNone/>
                        <a:tabLst/>
                        <a:defRPr/>
                      </a:pPr>
                      <a:r>
                        <a:rPr lang="en-US" sz="1800" b="0" dirty="0" smtClean="0"/>
                        <a:t>Module 2: Deep Dive into Office 365 APIs for Calendar,</a:t>
                      </a:r>
                      <a:r>
                        <a:rPr lang="en-US" sz="1800" b="0" baseline="0" dirty="0" smtClean="0"/>
                        <a:t> Mail, and Contacts</a:t>
                      </a:r>
                      <a:endParaRPr lang="en-US" sz="1800" b="0" dirty="0" smtClean="0"/>
                    </a:p>
                  </a:txBody>
                  <a:tcPr marL="91403" marR="91403" marT="45701" marB="45701" anchor="ctr"/>
                </a:tc>
                <a:extLst>
                  <a:ext uri="{0D108BD9-81ED-4DB2-BD59-A6C34878D82A}">
                    <a16:rowId xmlns:a16="http://schemas.microsoft.com/office/drawing/2014/main" val="3204002662"/>
                  </a:ext>
                </a:extLst>
              </a:tr>
              <a:tr h="47298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800" b="0" dirty="0" smtClean="0"/>
                        <a:t>Module 3: Deep Dive into Office 365 APIs for OneDrive for Business</a:t>
                      </a:r>
                    </a:p>
                  </a:txBody>
                  <a:tcPr marL="91403" marR="91403" marT="45701" marB="45701" anchor="ctr"/>
                </a:tc>
                <a:extLst>
                  <a:ext uri="{0D108BD9-81ED-4DB2-BD59-A6C34878D82A}">
                    <a16:rowId xmlns:a16="http://schemas.microsoft.com/office/drawing/2014/main" val="4266278162"/>
                  </a:ext>
                </a:extLst>
              </a:tr>
              <a:tr h="716099">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800" b="0" dirty="0" smtClean="0"/>
                        <a:t>Module 4: Deep Dive into Office 365 APIs for SharePoint Site services</a:t>
                      </a:r>
                      <a:endParaRPr lang="en-US" sz="1800" b="1" dirty="0" smtClean="0"/>
                    </a:p>
                  </a:txBody>
                  <a:tcPr marL="91403" marR="91403" marT="45701" marB="45701" anchor="ctr"/>
                </a:tc>
                <a:extLst>
                  <a:ext uri="{0D108BD9-81ED-4DB2-BD59-A6C34878D82A}">
                    <a16:rowId xmlns:a16="http://schemas.microsoft.com/office/drawing/2014/main" val="2405060554"/>
                  </a:ext>
                </a:extLst>
              </a:tr>
              <a:tr h="47298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800" b="0" dirty="0" smtClean="0"/>
                        <a:t>Module 5:</a:t>
                      </a:r>
                      <a:r>
                        <a:rPr lang="en-US" sz="1800" b="0" baseline="0" dirty="0" smtClean="0"/>
                        <a:t> </a:t>
                      </a:r>
                      <a:r>
                        <a:rPr lang="en-US" sz="1800" b="0" dirty="0" smtClean="0"/>
                        <a:t>Deep Dive into Office 365 APIs for Yammer services</a:t>
                      </a:r>
                    </a:p>
                  </a:txBody>
                  <a:tcPr marL="91403" marR="91403" marT="45701" marB="45701" anchor="ctr"/>
                </a:tc>
                <a:extLst>
                  <a:ext uri="{0D108BD9-81ED-4DB2-BD59-A6C34878D82A}">
                    <a16:rowId xmlns:a16="http://schemas.microsoft.com/office/drawing/2014/main" val="3069023435"/>
                  </a:ext>
                </a:extLst>
              </a:tr>
              <a:tr h="47298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800" b="0" dirty="0" smtClean="0"/>
                        <a:t>Module 6: Deep Dive into Office 365 APIs for Office Graph</a:t>
                      </a:r>
                    </a:p>
                  </a:txBody>
                  <a:tcPr marL="91403" marR="91403" marT="45701" marB="45701" anchor="ctr"/>
                </a:tc>
                <a:extLst>
                  <a:ext uri="{0D108BD9-81ED-4DB2-BD59-A6C34878D82A}">
                    <a16:rowId xmlns:a16="http://schemas.microsoft.com/office/drawing/2014/main" val="2293274207"/>
                  </a:ext>
                </a:extLst>
              </a:tr>
              <a:tr h="47298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800" b="0" dirty="0" smtClean="0"/>
                        <a:t>Module 7: Deep Dive into Office 365 APIs for OneNote services</a:t>
                      </a:r>
                    </a:p>
                  </a:txBody>
                  <a:tcPr marL="91403" marR="91403" marT="45701" marB="45701" anchor="ctr"/>
                </a:tc>
                <a:extLst>
                  <a:ext uri="{0D108BD9-81ED-4DB2-BD59-A6C34878D82A}">
                    <a16:rowId xmlns:a16="http://schemas.microsoft.com/office/drawing/2014/main" val="4198435309"/>
                  </a:ext>
                </a:extLst>
              </a:tr>
            </a:tbl>
          </a:graphicData>
        </a:graphic>
      </p:graphicFrame>
    </p:spTree>
    <p:extLst>
      <p:ext uri="{BB962C8B-B14F-4D97-AF65-F5344CB8AC3E}">
        <p14:creationId xmlns:p14="http://schemas.microsoft.com/office/powerpoint/2010/main" val="30762924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7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par>
                                <p:cTn id="8" presetID="10" presetClass="entr" presetSubtype="0" fill="hold" nodeType="withEffect">
                                  <p:stCondLst>
                                    <p:cond delay="4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000"/>
                                        <p:tgtEl>
                                          <p:spTgt spid="12"/>
                                        </p:tgtEl>
                                      </p:cBhvr>
                                    </p:animEffect>
                                  </p:childTnLst>
                                </p:cTn>
                              </p:par>
                              <p:par>
                                <p:cTn id="11" presetID="10" presetClass="entr" presetSubtype="0" fill="hold" nodeType="withEffect">
                                  <p:stCondLst>
                                    <p:cond delay="80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2000"/>
                                        <p:tgtEl>
                                          <p:spTgt spid="11"/>
                                        </p:tgtEl>
                                      </p:cBhvr>
                                    </p:animEffect>
                                  </p:childTnLst>
                                </p:cTn>
                              </p:par>
                              <p:par>
                                <p:cTn id="14" presetID="53" presetClass="entr" presetSubtype="16" fill="hold" grpId="0" nodeType="withEffect">
                                  <p:stCondLst>
                                    <p:cond delay="80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par>
                                <p:cTn id="19" presetID="53" presetClass="entr" presetSubtype="16" fill="hold" grpId="0" nodeType="withEffect">
                                  <p:stCondLst>
                                    <p:cond delay="100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par>
                                <p:cTn id="24" presetID="53" presetClass="entr" presetSubtype="16" fill="hold" nodeType="withEffect">
                                  <p:stCondLst>
                                    <p:cond delay="120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Effect transition="in" filter="fade">
                                      <p:cBhvr>
                                        <p:cTn id="28" dur="500"/>
                                        <p:tgtEl>
                                          <p:spTgt spid="8"/>
                                        </p:tgtEl>
                                      </p:cBhvr>
                                    </p:animEffect>
                                  </p:childTnLst>
                                </p:cTn>
                              </p:par>
                              <p:par>
                                <p:cTn id="29" presetID="10" presetClass="entr" presetSubtype="0" fill="hold" nodeType="withEffect">
                                  <p:stCondLst>
                                    <p:cond delay="75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childTnLst>
                                </p:cTn>
                              </p:par>
                              <p:par>
                                <p:cTn id="32" presetID="63" presetClass="path" presetSubtype="0" decel="100000" fill="hold" nodeType="withEffect">
                                  <p:stCondLst>
                                    <p:cond delay="750"/>
                                  </p:stCondLst>
                                  <p:childTnLst>
                                    <p:animMotion origin="layout" path="M -0.0241 2.59259E-6 L 4.92837E-6 2.59259E-6 " pathEditMode="relative" rAng="0" ptsTypes="AA">
                                      <p:cBhvr>
                                        <p:cTn id="33" dur="1000" fill="hold"/>
                                        <p:tgtEl>
                                          <p:spTgt spid="13"/>
                                        </p:tgtEl>
                                        <p:attrNameLst>
                                          <p:attrName>ppt_x</p:attrName>
                                          <p:attrName>ppt_y</p:attrName>
                                        </p:attrNameLst>
                                      </p:cBhvr>
                                      <p:rCtr x="119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This Course Agenda</a:t>
            </a:r>
            <a:endParaRPr lang="en-US" dirty="0"/>
          </a:p>
        </p:txBody>
      </p:sp>
      <p:graphicFrame>
        <p:nvGraphicFramePr>
          <p:cNvPr id="10" name="Content Placeholder 9"/>
          <p:cNvGraphicFramePr>
            <a:graphicFrameLocks noGrp="1"/>
          </p:cNvGraphicFramePr>
          <p:nvPr>
            <p:ph sz="quarter" idx="10"/>
            <p:extLst>
              <p:ext uri="{D42A27DB-BD31-4B8C-83A1-F6EECF244321}">
                <p14:modId xmlns:p14="http://schemas.microsoft.com/office/powerpoint/2010/main" val="843269994"/>
              </p:ext>
            </p:extLst>
          </p:nvPr>
        </p:nvGraphicFramePr>
        <p:xfrm>
          <a:off x="440427" y="1244304"/>
          <a:ext cx="11225057" cy="3259381"/>
        </p:xfrm>
        <a:graphic>
          <a:graphicData uri="http://schemas.openxmlformats.org/drawingml/2006/table">
            <a:tbl>
              <a:tblPr firstRow="1" bandRow="1">
                <a:tableStyleId>{5C22544A-7EE6-4342-B048-85BDC9FD1C3A}</a:tableStyleId>
              </a:tblPr>
              <a:tblGrid>
                <a:gridCol w="11225057">
                  <a:extLst>
                    <a:ext uri="{9D8B030D-6E8A-4147-A177-3AD203B41FA5}">
                      <a16:colId xmlns:a16="http://schemas.microsoft.com/office/drawing/2014/main" val="1253488153"/>
                    </a:ext>
                  </a:extLst>
                </a:gridCol>
              </a:tblGrid>
              <a:tr h="1106101">
                <a:tc>
                  <a:txBody>
                    <a:bodyPr/>
                    <a:lstStyle/>
                    <a:p>
                      <a:r>
                        <a:rPr lang="en-US" sz="2400" dirty="0" smtClean="0"/>
                        <a:t>Deep Dive into Integrating Office 365 APIs with mobile device development</a:t>
                      </a:r>
                      <a:endParaRPr lang="en-US" sz="2400" dirty="0"/>
                    </a:p>
                  </a:txBody>
                  <a:tcPr marL="91403" marR="91403" marT="45701" marB="45701" anchor="ctr"/>
                </a:tc>
                <a:extLst>
                  <a:ext uri="{0D108BD9-81ED-4DB2-BD59-A6C34878D82A}">
                    <a16:rowId xmlns:a16="http://schemas.microsoft.com/office/drawing/2014/main" val="829859176"/>
                  </a:ext>
                </a:extLst>
              </a:tr>
              <a:tr h="41722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800" b="0" dirty="0" smtClean="0"/>
                        <a:t>Module 1:</a:t>
                      </a:r>
                      <a:r>
                        <a:rPr lang="en-US" sz="1800" b="0" baseline="0" dirty="0" smtClean="0"/>
                        <a:t> </a:t>
                      </a:r>
                      <a:r>
                        <a:rPr lang="en-US" b="0" dirty="0" smtClean="0"/>
                        <a:t>Universal Windows App Development with Office 365 APIs in Visual Studio 2013</a:t>
                      </a:r>
                      <a:endParaRPr lang="en-US" sz="1800" b="0" dirty="0" smtClean="0"/>
                    </a:p>
                  </a:txBody>
                  <a:tcPr marL="91403" marR="91403" marT="45701" marB="45701" anchor="ctr"/>
                </a:tc>
                <a:extLst>
                  <a:ext uri="{0D108BD9-81ED-4DB2-BD59-A6C34878D82A}">
                    <a16:rowId xmlns:a16="http://schemas.microsoft.com/office/drawing/2014/main" val="1946132611"/>
                  </a:ext>
                </a:extLst>
              </a:tr>
              <a:tr h="417220">
                <a:tc>
                  <a:txBody>
                    <a:bodyPr/>
                    <a:lstStyle/>
                    <a:p>
                      <a:pPr marL="0" marR="0" lvl="0" indent="0" algn="l" defTabSz="932559" rtl="0" eaLnBrk="1" fontAlgn="auto" latinLnBrk="0" hangingPunct="1">
                        <a:lnSpc>
                          <a:spcPct val="100000"/>
                        </a:lnSpc>
                        <a:spcBef>
                          <a:spcPts val="0"/>
                        </a:spcBef>
                        <a:spcAft>
                          <a:spcPts val="0"/>
                        </a:spcAft>
                        <a:buClrTx/>
                        <a:buSzTx/>
                        <a:buFontTx/>
                        <a:buNone/>
                        <a:tabLst/>
                        <a:defRPr/>
                      </a:pPr>
                      <a:r>
                        <a:rPr lang="en-US" sz="1800" b="0" dirty="0" smtClean="0"/>
                        <a:t>Module 2: </a:t>
                      </a:r>
                      <a:r>
                        <a:rPr lang="en-US" sz="1800" kern="1200" dirty="0" smtClean="0">
                          <a:solidFill>
                            <a:schemeClr val="dk1"/>
                          </a:solidFill>
                          <a:effectLst/>
                          <a:latin typeface="+mn-lt"/>
                          <a:ea typeface="+mn-ea"/>
                          <a:cs typeface="+mn-cs"/>
                        </a:rPr>
                        <a:t>Cordova Development with Office 365​ APIs</a:t>
                      </a:r>
                      <a:r>
                        <a:rPr lang="en-US" sz="1800" b="0" kern="1200" baseline="0" dirty="0" smtClean="0">
                          <a:solidFill>
                            <a:schemeClr val="dk1"/>
                          </a:solidFill>
                          <a:effectLst/>
                          <a:latin typeface="+mn-lt"/>
                          <a:ea typeface="+mn-ea"/>
                          <a:cs typeface="+mn-cs"/>
                        </a:rPr>
                        <a:t> in Visual Studio 2013</a:t>
                      </a:r>
                      <a:endParaRPr lang="en-US" sz="1800" kern="1200" dirty="0" smtClean="0">
                        <a:solidFill>
                          <a:schemeClr val="dk1"/>
                        </a:solidFill>
                        <a:effectLst/>
                        <a:latin typeface="+mn-lt"/>
                        <a:ea typeface="+mn-ea"/>
                        <a:cs typeface="+mn-cs"/>
                      </a:endParaRPr>
                    </a:p>
                  </a:txBody>
                  <a:tcPr marL="91403" marR="91403" marT="45701" marB="45701" anchor="ctr"/>
                </a:tc>
                <a:extLst>
                  <a:ext uri="{0D108BD9-81ED-4DB2-BD59-A6C34878D82A}">
                    <a16:rowId xmlns:a16="http://schemas.microsoft.com/office/drawing/2014/main" val="3204002662"/>
                  </a:ext>
                </a:extLst>
              </a:tr>
              <a:tr h="417220">
                <a:tc>
                  <a:txBody>
                    <a:bodyPr/>
                    <a:lstStyle/>
                    <a:p>
                      <a:pPr marL="0" marR="0" lvl="0" indent="0" algn="l" defTabSz="914363" rtl="0" eaLnBrk="1" fontAlgn="auto" latinLnBrk="0" hangingPunct="1">
                        <a:lnSpc>
                          <a:spcPct val="100000"/>
                        </a:lnSpc>
                        <a:spcBef>
                          <a:spcPts val="0"/>
                        </a:spcBef>
                        <a:spcAft>
                          <a:spcPts val="0"/>
                        </a:spcAft>
                        <a:buClrTx/>
                        <a:buSzTx/>
                        <a:buFontTx/>
                        <a:buNone/>
                        <a:tabLst/>
                        <a:defRPr/>
                      </a:pPr>
                      <a:r>
                        <a:rPr lang="en-US" sz="1800" b="0" dirty="0" smtClean="0"/>
                        <a:t>Module 3:</a:t>
                      </a:r>
                      <a:r>
                        <a:rPr lang="en-US" sz="1800" b="0" baseline="0" dirty="0" smtClean="0"/>
                        <a:t> </a:t>
                      </a:r>
                      <a:r>
                        <a:rPr lang="en-US" sz="1800" kern="1200" dirty="0" smtClean="0">
                          <a:solidFill>
                            <a:schemeClr val="dk1"/>
                          </a:solidFill>
                          <a:effectLst/>
                          <a:latin typeface="+mn-lt"/>
                          <a:ea typeface="+mn-ea"/>
                          <a:cs typeface="+mn-cs"/>
                        </a:rPr>
                        <a:t>Xamarin Development with Office 365 APIs</a:t>
                      </a:r>
                      <a:r>
                        <a:rPr lang="en-US" sz="1800" b="0" kern="1200" baseline="0" dirty="0" smtClean="0">
                          <a:solidFill>
                            <a:schemeClr val="dk1"/>
                          </a:solidFill>
                          <a:effectLst/>
                          <a:latin typeface="+mn-lt"/>
                          <a:ea typeface="+mn-ea"/>
                          <a:cs typeface="+mn-cs"/>
                        </a:rPr>
                        <a:t> in Visual Studio 2013</a:t>
                      </a:r>
                      <a:endParaRPr lang="en-US" sz="1800" kern="1200" dirty="0" smtClean="0">
                        <a:solidFill>
                          <a:schemeClr val="dk1"/>
                        </a:solidFill>
                        <a:effectLst/>
                        <a:latin typeface="+mn-lt"/>
                        <a:ea typeface="+mn-ea"/>
                        <a:cs typeface="+mn-cs"/>
                      </a:endParaRPr>
                    </a:p>
                  </a:txBody>
                  <a:tcPr marL="91403" marR="91403" marT="45701" marB="45701" anchor="ctr"/>
                </a:tc>
                <a:extLst>
                  <a:ext uri="{0D108BD9-81ED-4DB2-BD59-A6C34878D82A}">
                    <a16:rowId xmlns:a16="http://schemas.microsoft.com/office/drawing/2014/main" val="4266278162"/>
                  </a:ext>
                </a:extLst>
              </a:tr>
              <a:tr h="48440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800" b="0" dirty="0" smtClean="0"/>
                        <a:t>Module 4: Deep dive into native Android Development with Office 365 APIs</a:t>
                      </a:r>
                    </a:p>
                  </a:txBody>
                  <a:tcPr marL="91403" marR="91403" marT="45701" marB="45701" anchor="ctr"/>
                </a:tc>
                <a:extLst>
                  <a:ext uri="{0D108BD9-81ED-4DB2-BD59-A6C34878D82A}">
                    <a16:rowId xmlns:a16="http://schemas.microsoft.com/office/drawing/2014/main" val="2221202472"/>
                  </a:ext>
                </a:extLst>
              </a:tr>
              <a:tr h="417220">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800" b="1" dirty="0" smtClean="0"/>
                        <a:t>Module 5: Deep dive into native iOS Development with Office 365 APIs</a:t>
                      </a:r>
                    </a:p>
                  </a:txBody>
                  <a:tcPr marL="91403" marR="91403" marT="45701" marB="45701" anchor="ctr"/>
                </a:tc>
                <a:extLst>
                  <a:ext uri="{0D108BD9-81ED-4DB2-BD59-A6C34878D82A}">
                    <a16:rowId xmlns:a16="http://schemas.microsoft.com/office/drawing/2014/main" val="2619910037"/>
                  </a:ext>
                </a:extLst>
              </a:tr>
            </a:tbl>
          </a:graphicData>
        </a:graphic>
      </p:graphicFrame>
    </p:spTree>
    <p:extLst>
      <p:ext uri="{BB962C8B-B14F-4D97-AF65-F5344CB8AC3E}">
        <p14:creationId xmlns:p14="http://schemas.microsoft.com/office/powerpoint/2010/main" val="3595860951"/>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defTabSz="914363">
              <a:lnSpc>
                <a:spcPct val="100000"/>
              </a:lnSpc>
              <a:spcBef>
                <a:spcPts val="0"/>
              </a:spcBef>
              <a:defRPr/>
            </a:pPr>
            <a:r>
              <a:rPr lang="en-US" sz="5400" dirty="0"/>
              <a:t>Deep dive into native </a:t>
            </a:r>
            <a:r>
              <a:rPr lang="en-US" sz="5400" dirty="0" smtClean="0"/>
              <a:t>iOS Development </a:t>
            </a:r>
            <a:r>
              <a:rPr lang="en-US" sz="5400" dirty="0"/>
              <a:t>with Office 365 APIs</a:t>
            </a:r>
          </a:p>
        </p:txBody>
      </p:sp>
      <p:sp>
        <p:nvSpPr>
          <p:cNvPr id="5" name="Subtitle 4"/>
          <p:cNvSpPr>
            <a:spLocks noGrp="1"/>
          </p:cNvSpPr>
          <p:nvPr>
            <p:ph type="subTitle" idx="1"/>
          </p:nvPr>
        </p:nvSpPr>
        <p:spPr>
          <a:xfrm>
            <a:off x="532404" y="4735589"/>
            <a:ext cx="7642601" cy="1878514"/>
          </a:xfrm>
        </p:spPr>
        <p:txBody>
          <a:bodyPr/>
          <a:lstStyle/>
          <a:p>
            <a:endParaRPr lang="en-US" dirty="0"/>
          </a:p>
        </p:txBody>
      </p:sp>
    </p:spTree>
    <p:extLst>
      <p:ext uri="{BB962C8B-B14F-4D97-AF65-F5344CB8AC3E}">
        <p14:creationId xmlns:p14="http://schemas.microsoft.com/office/powerpoint/2010/main" val="1919043145"/>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Intro</a:t>
            </a:r>
            <a:endParaRPr lang="en-US" dirty="0"/>
          </a:p>
        </p:txBody>
      </p:sp>
      <p:sp>
        <p:nvSpPr>
          <p:cNvPr id="3" name="Subtitle 2"/>
          <p:cNvSpPr>
            <a:spLocks noGrp="1"/>
          </p:cNvSpPr>
          <p:nvPr>
            <p:ph type="subTitle" idx="1"/>
          </p:nvPr>
        </p:nvSpPr>
        <p:spPr/>
        <p:txBody>
          <a:bodyPr/>
          <a:lstStyle/>
          <a:p>
            <a:r>
              <a:rPr lang="en-US" sz="2745" dirty="0"/>
              <a:t>Getting started with Mobile development with Office 365</a:t>
            </a:r>
            <a:endParaRPr lang="en-US" dirty="0"/>
          </a:p>
        </p:txBody>
      </p:sp>
    </p:spTree>
    <p:extLst>
      <p:ext uri="{BB962C8B-B14F-4D97-AF65-F5344CB8AC3E}">
        <p14:creationId xmlns:p14="http://schemas.microsoft.com/office/powerpoint/2010/main" val="400684804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a:xfrm>
            <a:off x="4710722" y="1814278"/>
            <a:ext cx="7168517" cy="2881111"/>
          </a:xfrm>
        </p:spPr>
        <p:txBody>
          <a:bodyPr/>
          <a:lstStyle/>
          <a:p>
            <a:r>
              <a:rPr lang="en-US" dirty="0" smtClean="0"/>
              <a:t>Intro</a:t>
            </a:r>
          </a:p>
          <a:p>
            <a:r>
              <a:rPr lang="en-US" dirty="0" smtClean="0"/>
              <a:t>Azure AD </a:t>
            </a:r>
            <a:r>
              <a:rPr lang="en-US" dirty="0" err="1" smtClean="0"/>
              <a:t>Auth</a:t>
            </a:r>
            <a:endParaRPr lang="en-US" dirty="0" smtClean="0"/>
          </a:p>
          <a:p>
            <a:r>
              <a:rPr lang="en-US" dirty="0"/>
              <a:t>SharePoint Lists APIs</a:t>
            </a:r>
          </a:p>
          <a:p>
            <a:r>
              <a:rPr lang="en-US" dirty="0" smtClean="0"/>
              <a:t>Exchange APIs</a:t>
            </a:r>
          </a:p>
          <a:p>
            <a:r>
              <a:rPr lang="en-US" dirty="0" smtClean="0"/>
              <a:t>OneDrive for Business APIs</a:t>
            </a:r>
          </a:p>
          <a:p>
            <a:endParaRPr lang="en-US" dirty="0" smtClean="0"/>
          </a:p>
        </p:txBody>
      </p:sp>
      <p:pic>
        <p:nvPicPr>
          <p:cNvPr id="4" name="Picture Placeholder 3"/>
          <p:cNvPicPr>
            <a:picLocks noGrp="1" noChangeAspect="1"/>
          </p:cNvPicPr>
          <p:nvPr>
            <p:ph type="pic" sz="quarter" idx="16"/>
          </p:nvPr>
        </p:nvPicPr>
        <p:blipFill>
          <a:blip r:embed="rId3">
            <a:extLst>
              <a:ext uri="{28A0092B-C50C-407E-A947-70E740481C1C}">
                <a14:useLocalDpi xmlns:a14="http://schemas.microsoft.com/office/drawing/2010/main"/>
              </a:ext>
            </a:extLst>
          </a:blip>
          <a:stretch>
            <a:fillRect/>
          </a:stretch>
        </p:blipFill>
        <p:spPr>
          <a:xfrm>
            <a:off x="271583" y="1905708"/>
            <a:ext cx="4301124" cy="2865210"/>
          </a:xfrm>
        </p:spPr>
      </p:pic>
      <p:sp>
        <p:nvSpPr>
          <p:cNvPr id="5" name="Title 4"/>
          <p:cNvSpPr>
            <a:spLocks noGrp="1"/>
          </p:cNvSpPr>
          <p:nvPr>
            <p:ph type="title"/>
          </p:nvPr>
        </p:nvSpPr>
        <p:spPr/>
        <p:txBody>
          <a:bodyPr/>
          <a:lstStyle/>
          <a:p>
            <a:r>
              <a:rPr lang="en-US" dirty="0" smtClean="0"/>
              <a:t>Agenda</a:t>
            </a:r>
            <a:br>
              <a:rPr lang="en-US" dirty="0" smtClean="0"/>
            </a:br>
            <a:endParaRPr lang="en-US" dirty="0"/>
          </a:p>
        </p:txBody>
      </p:sp>
    </p:spTree>
    <p:extLst>
      <p:ext uri="{BB962C8B-B14F-4D97-AF65-F5344CB8AC3E}">
        <p14:creationId xmlns:p14="http://schemas.microsoft.com/office/powerpoint/2010/main" val="3368430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p:nvPr/>
        </p:nvSpPr>
        <p:spPr bwMode="auto">
          <a:xfrm>
            <a:off x="6547511" y="2156360"/>
            <a:ext cx="5163407" cy="1008122"/>
          </a:xfrm>
          <a:prstGeom prst="rect">
            <a:avLst/>
          </a:prstGeom>
          <a:solidFill>
            <a:schemeClr val="bg2">
              <a:lumMod val="85000"/>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 name="Title 1"/>
          <p:cNvSpPr>
            <a:spLocks noGrp="1"/>
          </p:cNvSpPr>
          <p:nvPr>
            <p:ph type="title"/>
          </p:nvPr>
        </p:nvSpPr>
        <p:spPr/>
        <p:txBody>
          <a:bodyPr/>
          <a:lstStyle/>
          <a:p>
            <a:r>
              <a:rPr lang="en-US" dirty="0" smtClean="0"/>
              <a:t>Developer vision</a:t>
            </a:r>
            <a:endParaRPr lang="en-US" dirty="0"/>
          </a:p>
        </p:txBody>
      </p:sp>
      <p:sp>
        <p:nvSpPr>
          <p:cNvPr id="1210" name="Data"/>
          <p:cNvSpPr/>
          <p:nvPr/>
        </p:nvSpPr>
        <p:spPr bwMode="auto">
          <a:xfrm>
            <a:off x="6350083" y="1267309"/>
            <a:ext cx="5521977" cy="71269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89" tIns="143428" rIns="175689" bIns="140553" numCol="1" spcCol="0" rtlCol="0" fromWordArt="0" anchor="ctr" anchorCtr="0" forceAA="0" compatLnSpc="1">
            <a:prstTxWarp prst="textNoShape">
              <a:avLst/>
            </a:prstTxWarp>
            <a:noAutofit/>
          </a:bodyPr>
          <a:lstStyle/>
          <a:p>
            <a:pPr algn="ctr" defTabSz="895653" fontAlgn="base">
              <a:lnSpc>
                <a:spcPct val="90000"/>
              </a:lnSpc>
              <a:spcBef>
                <a:spcPct val="0"/>
              </a:spcBef>
              <a:spcAft>
                <a:spcPct val="0"/>
              </a:spcAft>
              <a:defRPr/>
            </a:pPr>
            <a:r>
              <a:rPr lang="en-US" sz="5294" b="1" spc="-20">
                <a:gradFill>
                  <a:gsLst>
                    <a:gs pos="83000">
                      <a:srgbClr val="FFFFFF"/>
                    </a:gs>
                    <a:gs pos="100000">
                      <a:srgbClr val="FFFFFF"/>
                    </a:gs>
                  </a:gsLst>
                  <a:lin ang="5400000" scaled="1"/>
                </a:gradFill>
                <a:latin typeface="Segoe UI Light" panose="020B0502040204020203" pitchFamily="34" charset="0"/>
                <a:cs typeface="Segoe UI Light" panose="020B0502040204020203" pitchFamily="34" charset="0"/>
              </a:rPr>
              <a:t>DATA</a:t>
            </a:r>
            <a:endParaRPr lang="en-US" sz="5294" b="1" spc="-20" dirty="0">
              <a:gradFill>
                <a:gsLst>
                  <a:gs pos="83000">
                    <a:srgbClr val="FFFFFF"/>
                  </a:gs>
                  <a:gs pos="100000">
                    <a:srgbClr val="FFFFFF"/>
                  </a:gs>
                </a:gsLst>
                <a:lin ang="5400000" scaled="1"/>
              </a:gradFill>
              <a:latin typeface="Segoe UI Light" panose="020B0502040204020203" pitchFamily="34" charset="0"/>
              <a:cs typeface="Segoe UI Light" panose="020B0502040204020203" pitchFamily="34" charset="0"/>
            </a:endParaRPr>
          </a:p>
        </p:txBody>
      </p:sp>
      <p:sp>
        <p:nvSpPr>
          <p:cNvPr id="1277" name="USER"/>
          <p:cNvSpPr/>
          <p:nvPr/>
        </p:nvSpPr>
        <p:spPr bwMode="auto">
          <a:xfrm>
            <a:off x="568048" y="1267309"/>
            <a:ext cx="5522616" cy="71269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89" tIns="143428" rIns="175689" bIns="140553" numCol="1" spcCol="0" rtlCol="0" fromWordArt="0" anchor="ctr" anchorCtr="0" forceAA="0" compatLnSpc="1">
            <a:prstTxWarp prst="textNoShape">
              <a:avLst/>
            </a:prstTxWarp>
            <a:noAutofit/>
          </a:bodyPr>
          <a:lstStyle/>
          <a:p>
            <a:pPr algn="ctr" defTabSz="895653" fontAlgn="base">
              <a:lnSpc>
                <a:spcPct val="90000"/>
              </a:lnSpc>
              <a:spcBef>
                <a:spcPct val="0"/>
              </a:spcBef>
              <a:spcAft>
                <a:spcPct val="0"/>
              </a:spcAft>
              <a:defRPr/>
            </a:pPr>
            <a:r>
              <a:rPr lang="en-US" sz="5294" b="1" spc="-20" dirty="0">
                <a:gradFill>
                  <a:gsLst>
                    <a:gs pos="83000">
                      <a:srgbClr val="FFFFFF"/>
                    </a:gs>
                    <a:gs pos="100000">
                      <a:srgbClr val="FFFFFF"/>
                    </a:gs>
                  </a:gsLst>
                  <a:lin ang="5400000" scaled="1"/>
                </a:gradFill>
                <a:latin typeface="Segoe UI Light" panose="020B0502040204020203" pitchFamily="34" charset="0"/>
                <a:cs typeface="Segoe UI Light" panose="020B0502040204020203" pitchFamily="34" charset="0"/>
              </a:rPr>
              <a:t>USERS</a:t>
            </a:r>
          </a:p>
        </p:txBody>
      </p:sp>
      <p:grpSp>
        <p:nvGrpSpPr>
          <p:cNvPr id="1284" name="Group 1283"/>
          <p:cNvGrpSpPr/>
          <p:nvPr/>
        </p:nvGrpSpPr>
        <p:grpSpPr>
          <a:xfrm>
            <a:off x="649394" y="2862899"/>
            <a:ext cx="5158890" cy="2709533"/>
            <a:chOff x="540178" y="2851546"/>
            <a:chExt cx="5262336" cy="2763865"/>
          </a:xfrm>
        </p:grpSpPr>
        <p:sp>
          <p:nvSpPr>
            <p:cNvPr id="478" name="AutoShape 3"/>
            <p:cNvSpPr>
              <a:spLocks noChangeAspect="1" noChangeArrowheads="1" noTextEdit="1"/>
            </p:cNvSpPr>
            <p:nvPr/>
          </p:nvSpPr>
          <p:spPr bwMode="auto">
            <a:xfrm>
              <a:off x="855747" y="3586644"/>
              <a:ext cx="2539411" cy="2028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619" name="Rounded Rectangle 618"/>
            <p:cNvSpPr/>
            <p:nvPr/>
          </p:nvSpPr>
          <p:spPr bwMode="auto">
            <a:xfrm rot="5400000">
              <a:off x="4210932" y="4023829"/>
              <a:ext cx="1889570" cy="1293594"/>
            </a:xfrm>
            <a:prstGeom prst="roundRect">
              <a:avLst>
                <a:gd name="adj" fmla="val 5986"/>
              </a:avLst>
            </a:prstGeom>
            <a:solidFill>
              <a:srgbClr val="33333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20" name="Rounded Rectangle 619"/>
            <p:cNvSpPr/>
            <p:nvPr/>
          </p:nvSpPr>
          <p:spPr bwMode="auto">
            <a:xfrm rot="5400000">
              <a:off x="4342251" y="4075857"/>
              <a:ext cx="1626931" cy="1133942"/>
            </a:xfrm>
            <a:prstGeom prst="roundRect">
              <a:avLst>
                <a:gd name="adj" fmla="val 3643"/>
              </a:avLst>
            </a:prstGeom>
            <a:solidFill>
              <a:srgbClr val="D83B0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21" name="Oval 620"/>
            <p:cNvSpPr/>
            <p:nvPr/>
          </p:nvSpPr>
          <p:spPr bwMode="auto">
            <a:xfrm rot="5400000">
              <a:off x="5117455" y="5486583"/>
              <a:ext cx="76525" cy="76525"/>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07" name="Rectangle 606"/>
            <p:cNvSpPr/>
            <p:nvPr/>
          </p:nvSpPr>
          <p:spPr>
            <a:xfrm>
              <a:off x="4649298" y="4092508"/>
              <a:ext cx="1025503" cy="1287474"/>
            </a:xfrm>
            <a:prstGeom prst="rect">
              <a:avLst/>
            </a:prstGeom>
            <a:noFill/>
            <a:ln w="22225">
              <a:solidFill>
                <a:srgbClr val="A32B01"/>
              </a:solidFill>
            </a:ln>
            <a:effectLst/>
          </p:spPr>
          <p:style>
            <a:lnRef idx="1">
              <a:schemeClr val="dk1"/>
            </a:lnRef>
            <a:fillRef idx="2">
              <a:schemeClr val="dk1"/>
            </a:fillRef>
            <a:effectRef idx="1">
              <a:schemeClr val="dk1"/>
            </a:effectRef>
            <a:fontRef idx="minor">
              <a:schemeClr val="dk1"/>
            </a:fontRef>
          </p:style>
          <p:txBody>
            <a:bodyPr lIns="91387" tIns="45694" rIns="91387" bIns="45694" rtlCol="0" anchor="ctr"/>
            <a:lstStyle/>
            <a:p>
              <a:pPr algn="ctr" defTabSz="914098">
                <a:defRPr/>
              </a:pPr>
              <a:endParaRPr lang="en-US" sz="1799">
                <a:solidFill>
                  <a:srgbClr val="000000"/>
                </a:solidFill>
                <a:latin typeface="Segoe UI"/>
              </a:endParaRPr>
            </a:p>
          </p:txBody>
        </p:sp>
        <p:sp>
          <p:nvSpPr>
            <p:cNvPr id="608" name="Rectangle 607"/>
            <p:cNvSpPr/>
            <p:nvPr/>
          </p:nvSpPr>
          <p:spPr>
            <a:xfrm>
              <a:off x="4649298" y="3911598"/>
              <a:ext cx="1025503" cy="199389"/>
            </a:xfrm>
            <a:prstGeom prst="rect">
              <a:avLst/>
            </a:prstGeom>
            <a:noFill/>
            <a:ln w="22225">
              <a:solidFill>
                <a:srgbClr val="A32B01"/>
              </a:solidFill>
            </a:ln>
            <a:effectLst/>
          </p:spPr>
          <p:style>
            <a:lnRef idx="1">
              <a:schemeClr val="dk1"/>
            </a:lnRef>
            <a:fillRef idx="2">
              <a:schemeClr val="dk1"/>
            </a:fillRef>
            <a:effectRef idx="1">
              <a:schemeClr val="dk1"/>
            </a:effectRef>
            <a:fontRef idx="minor">
              <a:schemeClr val="dk1"/>
            </a:fontRef>
          </p:style>
          <p:txBody>
            <a:bodyPr lIns="91387" tIns="45694" rIns="91387" bIns="45694" rtlCol="0" anchor="ctr"/>
            <a:lstStyle/>
            <a:p>
              <a:pPr algn="ctr" defTabSz="914098">
                <a:defRPr/>
              </a:pPr>
              <a:endParaRPr lang="en-US" sz="1799">
                <a:solidFill>
                  <a:srgbClr val="000000"/>
                </a:solidFill>
                <a:latin typeface="Segoe UI"/>
              </a:endParaRPr>
            </a:p>
          </p:txBody>
        </p:sp>
        <p:cxnSp>
          <p:nvCxnSpPr>
            <p:cNvPr id="612" name="Straight Connector 611"/>
            <p:cNvCxnSpPr/>
            <p:nvPr/>
          </p:nvCxnSpPr>
          <p:spPr>
            <a:xfrm>
              <a:off x="4731651" y="4390496"/>
              <a:ext cx="462328"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3" name="Straight Connector 612"/>
            <p:cNvCxnSpPr/>
            <p:nvPr/>
          </p:nvCxnSpPr>
          <p:spPr>
            <a:xfrm>
              <a:off x="4731651" y="4494102"/>
              <a:ext cx="462328"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4" name="Straight Connector 613"/>
            <p:cNvCxnSpPr/>
            <p:nvPr/>
          </p:nvCxnSpPr>
          <p:spPr>
            <a:xfrm>
              <a:off x="4731651" y="4597709"/>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5" name="Straight Connector 614"/>
            <p:cNvCxnSpPr/>
            <p:nvPr/>
          </p:nvCxnSpPr>
          <p:spPr>
            <a:xfrm>
              <a:off x="4731651" y="4701315"/>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6" name="Straight Connector 615"/>
            <p:cNvCxnSpPr/>
            <p:nvPr/>
          </p:nvCxnSpPr>
          <p:spPr>
            <a:xfrm>
              <a:off x="4731651" y="4908528"/>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7" name="Straight Connector 616"/>
            <p:cNvCxnSpPr/>
            <p:nvPr/>
          </p:nvCxnSpPr>
          <p:spPr>
            <a:xfrm>
              <a:off x="4731651" y="4804922"/>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8" name="Straight Connector 617"/>
            <p:cNvCxnSpPr/>
            <p:nvPr/>
          </p:nvCxnSpPr>
          <p:spPr>
            <a:xfrm>
              <a:off x="4731651" y="5012137"/>
              <a:ext cx="873640" cy="0"/>
            </a:xfrm>
            <a:prstGeom prst="line">
              <a:avLst/>
            </a:prstGeom>
            <a:ln w="28575">
              <a:solidFill>
                <a:srgbClr val="A32B0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11" name="Freeform 12"/>
            <p:cNvSpPr>
              <a:spLocks noEditPoints="1"/>
            </p:cNvSpPr>
            <p:nvPr/>
          </p:nvSpPr>
          <p:spPr bwMode="auto">
            <a:xfrm>
              <a:off x="5297283" y="4189760"/>
              <a:ext cx="333312" cy="325365"/>
            </a:xfrm>
            <a:custGeom>
              <a:avLst/>
              <a:gdLst>
                <a:gd name="T0" fmla="*/ 731 w 1609"/>
                <a:gd name="T1" fmla="*/ 843 h 1572"/>
                <a:gd name="T2" fmla="*/ 1444 w 1609"/>
                <a:gd name="T3" fmla="*/ 843 h 1572"/>
                <a:gd name="T4" fmla="*/ 731 w 1609"/>
                <a:gd name="T5" fmla="*/ 1572 h 1572"/>
                <a:gd name="T6" fmla="*/ 0 w 1609"/>
                <a:gd name="T7" fmla="*/ 843 h 1572"/>
                <a:gd name="T8" fmla="*/ 731 w 1609"/>
                <a:gd name="T9" fmla="*/ 132 h 1572"/>
                <a:gd name="T10" fmla="*/ 731 w 1609"/>
                <a:gd name="T11" fmla="*/ 843 h 1572"/>
                <a:gd name="T12" fmla="*/ 731 w 1609"/>
                <a:gd name="T13" fmla="*/ 843 h 1572"/>
                <a:gd name="T14" fmla="*/ 898 w 1609"/>
                <a:gd name="T15" fmla="*/ 734 h 1572"/>
                <a:gd name="T16" fmla="*/ 1609 w 1609"/>
                <a:gd name="T17" fmla="*/ 734 h 1572"/>
                <a:gd name="T18" fmla="*/ 898 w 1609"/>
                <a:gd name="T19" fmla="*/ 0 h 1572"/>
                <a:gd name="T20" fmla="*/ 898 w 1609"/>
                <a:gd name="T21" fmla="*/ 734 h 1572"/>
                <a:gd name="T22" fmla="*/ 898 w 1609"/>
                <a:gd name="T23" fmla="*/ 734 h 1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09" h="1572">
                  <a:moveTo>
                    <a:pt x="731" y="843"/>
                  </a:moveTo>
                  <a:cubicBezTo>
                    <a:pt x="1444" y="843"/>
                    <a:pt x="1444" y="843"/>
                    <a:pt x="1444" y="843"/>
                  </a:cubicBezTo>
                  <a:cubicBezTo>
                    <a:pt x="1444" y="1244"/>
                    <a:pt x="1115" y="1572"/>
                    <a:pt x="731" y="1572"/>
                  </a:cubicBezTo>
                  <a:cubicBezTo>
                    <a:pt x="329" y="1572"/>
                    <a:pt x="0" y="1244"/>
                    <a:pt x="0" y="843"/>
                  </a:cubicBezTo>
                  <a:cubicBezTo>
                    <a:pt x="0" y="460"/>
                    <a:pt x="329" y="132"/>
                    <a:pt x="731" y="132"/>
                  </a:cubicBezTo>
                  <a:cubicBezTo>
                    <a:pt x="731" y="843"/>
                    <a:pt x="731" y="843"/>
                    <a:pt x="731" y="843"/>
                  </a:cubicBezTo>
                  <a:cubicBezTo>
                    <a:pt x="731" y="843"/>
                    <a:pt x="731" y="843"/>
                    <a:pt x="731" y="843"/>
                  </a:cubicBezTo>
                  <a:close/>
                  <a:moveTo>
                    <a:pt x="898" y="734"/>
                  </a:moveTo>
                  <a:cubicBezTo>
                    <a:pt x="1609" y="734"/>
                    <a:pt x="1609" y="734"/>
                    <a:pt x="1609" y="734"/>
                  </a:cubicBezTo>
                  <a:cubicBezTo>
                    <a:pt x="1609" y="331"/>
                    <a:pt x="1281" y="0"/>
                    <a:pt x="898" y="0"/>
                  </a:cubicBezTo>
                  <a:cubicBezTo>
                    <a:pt x="898" y="734"/>
                    <a:pt x="898" y="734"/>
                    <a:pt x="898" y="734"/>
                  </a:cubicBezTo>
                  <a:cubicBezTo>
                    <a:pt x="898" y="734"/>
                    <a:pt x="898" y="734"/>
                    <a:pt x="898" y="734"/>
                  </a:cubicBezTo>
                  <a:close/>
                </a:path>
              </a:pathLst>
            </a:custGeom>
            <a:solidFill>
              <a:srgbClr val="A32B01"/>
            </a:solidFill>
            <a:ln>
              <a:noFill/>
            </a:ln>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63" name="Freeform 5"/>
            <p:cNvSpPr>
              <a:spLocks/>
            </p:cNvSpPr>
            <p:nvPr/>
          </p:nvSpPr>
          <p:spPr bwMode="auto">
            <a:xfrm>
              <a:off x="1787391" y="5363155"/>
              <a:ext cx="1714098" cy="195853"/>
            </a:xfrm>
            <a:custGeom>
              <a:avLst/>
              <a:gdLst>
                <a:gd name="T0" fmla="*/ 999 w 1094"/>
                <a:gd name="T1" fmla="*/ 0 h 125"/>
                <a:gd name="T2" fmla="*/ 76 w 1094"/>
                <a:gd name="T3" fmla="*/ 0 h 125"/>
                <a:gd name="T4" fmla="*/ 0 w 1094"/>
                <a:gd name="T5" fmla="*/ 125 h 125"/>
                <a:gd name="T6" fmla="*/ 1094 w 1094"/>
                <a:gd name="T7" fmla="*/ 125 h 125"/>
                <a:gd name="T8" fmla="*/ 999 w 1094"/>
                <a:gd name="T9" fmla="*/ 0 h 125"/>
              </a:gdLst>
              <a:ahLst/>
              <a:cxnLst>
                <a:cxn ang="0">
                  <a:pos x="T0" y="T1"/>
                </a:cxn>
                <a:cxn ang="0">
                  <a:pos x="T2" y="T3"/>
                </a:cxn>
                <a:cxn ang="0">
                  <a:pos x="T4" y="T5"/>
                </a:cxn>
                <a:cxn ang="0">
                  <a:pos x="T6" y="T7"/>
                </a:cxn>
                <a:cxn ang="0">
                  <a:pos x="T8" y="T9"/>
                </a:cxn>
              </a:cxnLst>
              <a:rect l="0" t="0" r="r" b="b"/>
              <a:pathLst>
                <a:path w="1094" h="125">
                  <a:moveTo>
                    <a:pt x="999" y="0"/>
                  </a:moveTo>
                  <a:lnTo>
                    <a:pt x="76" y="0"/>
                  </a:lnTo>
                  <a:lnTo>
                    <a:pt x="0" y="125"/>
                  </a:lnTo>
                  <a:lnTo>
                    <a:pt x="1094" y="125"/>
                  </a:lnTo>
                  <a:lnTo>
                    <a:pt x="999" y="0"/>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64" name="Rectangle 6"/>
            <p:cNvSpPr>
              <a:spLocks noChangeArrowheads="1"/>
            </p:cNvSpPr>
            <p:nvPr/>
          </p:nvSpPr>
          <p:spPr bwMode="auto">
            <a:xfrm>
              <a:off x="1787391" y="5559005"/>
              <a:ext cx="1714098" cy="56406"/>
            </a:xfrm>
            <a:prstGeom prst="rect">
              <a:avLst/>
            </a:prstGeom>
            <a:solidFill>
              <a:srgbClr val="3333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65" name="Freeform 7"/>
            <p:cNvSpPr>
              <a:spLocks/>
            </p:cNvSpPr>
            <p:nvPr/>
          </p:nvSpPr>
          <p:spPr bwMode="auto">
            <a:xfrm>
              <a:off x="919374" y="2851546"/>
              <a:ext cx="3462665" cy="2065065"/>
            </a:xfrm>
            <a:custGeom>
              <a:avLst/>
              <a:gdLst>
                <a:gd name="T0" fmla="*/ 1042 w 1042"/>
                <a:gd name="T1" fmla="*/ 587 h 621"/>
                <a:gd name="T2" fmla="*/ 1008 w 1042"/>
                <a:gd name="T3" fmla="*/ 621 h 621"/>
                <a:gd name="T4" fmla="*/ 34 w 1042"/>
                <a:gd name="T5" fmla="*/ 621 h 621"/>
                <a:gd name="T6" fmla="*/ 0 w 1042"/>
                <a:gd name="T7" fmla="*/ 587 h 621"/>
                <a:gd name="T8" fmla="*/ 0 w 1042"/>
                <a:gd name="T9" fmla="*/ 34 h 621"/>
                <a:gd name="T10" fmla="*/ 34 w 1042"/>
                <a:gd name="T11" fmla="*/ 0 h 621"/>
                <a:gd name="T12" fmla="*/ 1008 w 1042"/>
                <a:gd name="T13" fmla="*/ 0 h 621"/>
                <a:gd name="T14" fmla="*/ 1042 w 1042"/>
                <a:gd name="T15" fmla="*/ 34 h 621"/>
                <a:gd name="T16" fmla="*/ 1042 w 1042"/>
                <a:gd name="T17" fmla="*/ 587 h 6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2" h="621">
                  <a:moveTo>
                    <a:pt x="1042" y="587"/>
                  </a:moveTo>
                  <a:cubicBezTo>
                    <a:pt x="1042" y="606"/>
                    <a:pt x="1027" y="621"/>
                    <a:pt x="1008" y="621"/>
                  </a:cubicBezTo>
                  <a:cubicBezTo>
                    <a:pt x="34" y="621"/>
                    <a:pt x="34" y="621"/>
                    <a:pt x="34" y="621"/>
                  </a:cubicBezTo>
                  <a:cubicBezTo>
                    <a:pt x="15" y="621"/>
                    <a:pt x="0" y="606"/>
                    <a:pt x="0" y="587"/>
                  </a:cubicBezTo>
                  <a:cubicBezTo>
                    <a:pt x="0" y="34"/>
                    <a:pt x="0" y="34"/>
                    <a:pt x="0" y="34"/>
                  </a:cubicBezTo>
                  <a:cubicBezTo>
                    <a:pt x="0" y="15"/>
                    <a:pt x="15" y="0"/>
                    <a:pt x="34" y="0"/>
                  </a:cubicBezTo>
                  <a:cubicBezTo>
                    <a:pt x="1008" y="0"/>
                    <a:pt x="1008" y="0"/>
                    <a:pt x="1008" y="0"/>
                  </a:cubicBezTo>
                  <a:cubicBezTo>
                    <a:pt x="1027" y="0"/>
                    <a:pt x="1042" y="15"/>
                    <a:pt x="1042" y="34"/>
                  </a:cubicBezTo>
                  <a:lnTo>
                    <a:pt x="1042" y="587"/>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66" name="Freeform 8"/>
            <p:cNvSpPr>
              <a:spLocks/>
            </p:cNvSpPr>
            <p:nvPr/>
          </p:nvSpPr>
          <p:spPr bwMode="auto">
            <a:xfrm>
              <a:off x="2415685" y="4910344"/>
              <a:ext cx="444976" cy="542119"/>
            </a:xfrm>
            <a:custGeom>
              <a:avLst/>
              <a:gdLst>
                <a:gd name="T0" fmla="*/ 94 w 134"/>
                <a:gd name="T1" fmla="*/ 0 h 163"/>
                <a:gd name="T2" fmla="*/ 99 w 134"/>
                <a:gd name="T3" fmla="*/ 17 h 163"/>
                <a:gd name="T4" fmla="*/ 67 w 134"/>
                <a:gd name="T5" fmla="*/ 49 h 163"/>
                <a:gd name="T6" fmla="*/ 35 w 134"/>
                <a:gd name="T7" fmla="*/ 17 h 163"/>
                <a:gd name="T8" fmla="*/ 40 w 134"/>
                <a:gd name="T9" fmla="*/ 0 h 163"/>
                <a:gd name="T10" fmla="*/ 0 w 134"/>
                <a:gd name="T11" fmla="*/ 0 h 163"/>
                <a:gd name="T12" fmla="*/ 0 w 134"/>
                <a:gd name="T13" fmla="*/ 163 h 163"/>
                <a:gd name="T14" fmla="*/ 134 w 134"/>
                <a:gd name="T15" fmla="*/ 163 h 163"/>
                <a:gd name="T16" fmla="*/ 134 w 134"/>
                <a:gd name="T17" fmla="*/ 0 h 163"/>
                <a:gd name="T18" fmla="*/ 94 w 134"/>
                <a:gd name="T19"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4" h="163">
                  <a:moveTo>
                    <a:pt x="94" y="0"/>
                  </a:moveTo>
                  <a:cubicBezTo>
                    <a:pt x="97" y="5"/>
                    <a:pt x="99" y="11"/>
                    <a:pt x="99" y="17"/>
                  </a:cubicBezTo>
                  <a:cubicBezTo>
                    <a:pt x="99" y="35"/>
                    <a:pt x="84" y="49"/>
                    <a:pt x="67" y="49"/>
                  </a:cubicBezTo>
                  <a:cubicBezTo>
                    <a:pt x="49" y="49"/>
                    <a:pt x="35" y="35"/>
                    <a:pt x="35" y="17"/>
                  </a:cubicBezTo>
                  <a:cubicBezTo>
                    <a:pt x="35" y="11"/>
                    <a:pt x="37" y="5"/>
                    <a:pt x="40" y="0"/>
                  </a:cubicBezTo>
                  <a:cubicBezTo>
                    <a:pt x="0" y="0"/>
                    <a:pt x="0" y="0"/>
                    <a:pt x="0" y="0"/>
                  </a:cubicBezTo>
                  <a:cubicBezTo>
                    <a:pt x="0" y="163"/>
                    <a:pt x="0" y="163"/>
                    <a:pt x="0" y="163"/>
                  </a:cubicBezTo>
                  <a:cubicBezTo>
                    <a:pt x="134" y="163"/>
                    <a:pt x="134" y="163"/>
                    <a:pt x="134" y="163"/>
                  </a:cubicBezTo>
                  <a:cubicBezTo>
                    <a:pt x="134" y="0"/>
                    <a:pt x="134" y="0"/>
                    <a:pt x="134" y="0"/>
                  </a:cubicBezTo>
                  <a:lnTo>
                    <a:pt x="94" y="0"/>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67" name="Freeform 9"/>
            <p:cNvSpPr>
              <a:spLocks/>
            </p:cNvSpPr>
            <p:nvPr/>
          </p:nvSpPr>
          <p:spPr bwMode="auto">
            <a:xfrm>
              <a:off x="1016516" y="2945555"/>
              <a:ext cx="3255845" cy="1798705"/>
            </a:xfrm>
            <a:custGeom>
              <a:avLst/>
              <a:gdLst>
                <a:gd name="T0" fmla="*/ 980 w 980"/>
                <a:gd name="T1" fmla="*/ 527 h 541"/>
                <a:gd name="T2" fmla="*/ 966 w 980"/>
                <a:gd name="T3" fmla="*/ 541 h 541"/>
                <a:gd name="T4" fmla="*/ 14 w 980"/>
                <a:gd name="T5" fmla="*/ 541 h 541"/>
                <a:gd name="T6" fmla="*/ 0 w 980"/>
                <a:gd name="T7" fmla="*/ 527 h 541"/>
                <a:gd name="T8" fmla="*/ 0 w 980"/>
                <a:gd name="T9" fmla="*/ 14 h 541"/>
                <a:gd name="T10" fmla="*/ 14 w 980"/>
                <a:gd name="T11" fmla="*/ 0 h 541"/>
                <a:gd name="T12" fmla="*/ 966 w 980"/>
                <a:gd name="T13" fmla="*/ 0 h 541"/>
                <a:gd name="T14" fmla="*/ 980 w 980"/>
                <a:gd name="T15" fmla="*/ 14 h 541"/>
                <a:gd name="T16" fmla="*/ 980 w 980"/>
                <a:gd name="T17" fmla="*/ 527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0" h="541">
                  <a:moveTo>
                    <a:pt x="980" y="527"/>
                  </a:moveTo>
                  <a:cubicBezTo>
                    <a:pt x="980" y="535"/>
                    <a:pt x="974" y="541"/>
                    <a:pt x="966" y="541"/>
                  </a:cubicBezTo>
                  <a:cubicBezTo>
                    <a:pt x="14" y="541"/>
                    <a:pt x="14" y="541"/>
                    <a:pt x="14" y="541"/>
                  </a:cubicBezTo>
                  <a:cubicBezTo>
                    <a:pt x="6" y="541"/>
                    <a:pt x="0" y="535"/>
                    <a:pt x="0" y="527"/>
                  </a:cubicBezTo>
                  <a:cubicBezTo>
                    <a:pt x="0" y="14"/>
                    <a:pt x="0" y="14"/>
                    <a:pt x="0" y="14"/>
                  </a:cubicBezTo>
                  <a:cubicBezTo>
                    <a:pt x="0" y="6"/>
                    <a:pt x="6" y="0"/>
                    <a:pt x="14" y="0"/>
                  </a:cubicBezTo>
                  <a:cubicBezTo>
                    <a:pt x="966" y="0"/>
                    <a:pt x="966" y="0"/>
                    <a:pt x="966" y="0"/>
                  </a:cubicBezTo>
                  <a:cubicBezTo>
                    <a:pt x="974" y="0"/>
                    <a:pt x="980" y="6"/>
                    <a:pt x="980" y="14"/>
                  </a:cubicBezTo>
                  <a:lnTo>
                    <a:pt x="980" y="527"/>
                  </a:lnTo>
                  <a:close/>
                </a:path>
              </a:pathLst>
            </a:custGeom>
            <a:solidFill>
              <a:srgbClr val="E8E8E8"/>
            </a:solidFill>
            <a:ln>
              <a:noFill/>
            </a:ln>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68" name="Rectangle 14"/>
            <p:cNvSpPr>
              <a:spLocks noChangeArrowheads="1"/>
            </p:cNvSpPr>
            <p:nvPr/>
          </p:nvSpPr>
          <p:spPr bwMode="auto">
            <a:xfrm>
              <a:off x="1108374" y="3051647"/>
              <a:ext cx="3064658" cy="1586528"/>
            </a:xfrm>
            <a:prstGeom prst="rect">
              <a:avLst/>
            </a:prstGeom>
            <a:solidFill>
              <a:srgbClr val="217346"/>
            </a:solidFill>
            <a:ln>
              <a:noFill/>
            </a:ln>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69" name="Freeform 5"/>
            <p:cNvSpPr>
              <a:spLocks noChangeAspect="1" noEditPoints="1"/>
            </p:cNvSpPr>
            <p:nvPr/>
          </p:nvSpPr>
          <p:spPr bwMode="black">
            <a:xfrm>
              <a:off x="1267533" y="3182438"/>
              <a:ext cx="1321583" cy="1325610"/>
            </a:xfrm>
            <a:custGeom>
              <a:avLst/>
              <a:gdLst>
                <a:gd name="T0" fmla="*/ 367 w 414"/>
                <a:gd name="T1" fmla="*/ 274 h 415"/>
                <a:gd name="T2" fmla="*/ 301 w 414"/>
                <a:gd name="T3" fmla="*/ 189 h 415"/>
                <a:gd name="T4" fmla="*/ 367 w 414"/>
                <a:gd name="T5" fmla="*/ 189 h 415"/>
                <a:gd name="T6" fmla="*/ 301 w 414"/>
                <a:gd name="T7" fmla="*/ 326 h 415"/>
                <a:gd name="T8" fmla="*/ 301 w 414"/>
                <a:gd name="T9" fmla="*/ 293 h 415"/>
                <a:gd name="T10" fmla="*/ 367 w 414"/>
                <a:gd name="T11" fmla="*/ 170 h 415"/>
                <a:gd name="T12" fmla="*/ 301 w 414"/>
                <a:gd name="T13" fmla="*/ 85 h 415"/>
                <a:gd name="T14" fmla="*/ 367 w 414"/>
                <a:gd name="T15" fmla="*/ 85 h 415"/>
                <a:gd name="T16" fmla="*/ 367 w 414"/>
                <a:gd name="T17" fmla="*/ 326 h 415"/>
                <a:gd name="T18" fmla="*/ 301 w 414"/>
                <a:gd name="T19" fmla="*/ 326 h 415"/>
                <a:gd name="T20" fmla="*/ 367 w 414"/>
                <a:gd name="T21" fmla="*/ 241 h 415"/>
                <a:gd name="T22" fmla="*/ 301 w 414"/>
                <a:gd name="T23" fmla="*/ 222 h 415"/>
                <a:gd name="T24" fmla="*/ 301 w 414"/>
                <a:gd name="T25" fmla="*/ 189 h 415"/>
                <a:gd name="T26" fmla="*/ 367 w 414"/>
                <a:gd name="T27" fmla="*/ 170 h 415"/>
                <a:gd name="T28" fmla="*/ 301 w 414"/>
                <a:gd name="T29" fmla="*/ 170 h 415"/>
                <a:gd name="T30" fmla="*/ 367 w 414"/>
                <a:gd name="T31" fmla="*/ 118 h 415"/>
                <a:gd name="T32" fmla="*/ 400 w 414"/>
                <a:gd name="T33" fmla="*/ 42 h 415"/>
                <a:gd name="T34" fmla="*/ 0 w 414"/>
                <a:gd name="T35" fmla="*/ 42 h 415"/>
                <a:gd name="T36" fmla="*/ 245 w 414"/>
                <a:gd name="T37" fmla="*/ 368 h 415"/>
                <a:gd name="T38" fmla="*/ 414 w 414"/>
                <a:gd name="T39" fmla="*/ 56 h 415"/>
                <a:gd name="T40" fmla="*/ 118 w 414"/>
                <a:gd name="T41" fmla="*/ 232 h 415"/>
                <a:gd name="T42" fmla="*/ 117 w 414"/>
                <a:gd name="T43" fmla="*/ 225 h 415"/>
                <a:gd name="T44" fmla="*/ 114 w 414"/>
                <a:gd name="T45" fmla="*/ 224 h 415"/>
                <a:gd name="T46" fmla="*/ 112 w 414"/>
                <a:gd name="T47" fmla="*/ 232 h 415"/>
                <a:gd name="T48" fmla="*/ 98 w 414"/>
                <a:gd name="T49" fmla="*/ 206 h 415"/>
                <a:gd name="T50" fmla="*/ 113 w 414"/>
                <a:gd name="T51" fmla="*/ 176 h 415"/>
                <a:gd name="T52" fmla="*/ 116 w 414"/>
                <a:gd name="T53" fmla="*/ 185 h 415"/>
                <a:gd name="T54" fmla="*/ 118 w 414"/>
                <a:gd name="T55" fmla="*/ 186 h 415"/>
                <a:gd name="T56" fmla="*/ 120 w 414"/>
                <a:gd name="T57" fmla="*/ 176 h 415"/>
                <a:gd name="T58" fmla="*/ 134 w 414"/>
                <a:gd name="T59" fmla="*/ 205 h 415"/>
                <a:gd name="T60" fmla="*/ 400 w 414"/>
                <a:gd name="T61" fmla="*/ 354 h 415"/>
                <a:gd name="T62" fmla="*/ 282 w 414"/>
                <a:gd name="T63" fmla="*/ 326 h 415"/>
                <a:gd name="T64" fmla="*/ 245 w 414"/>
                <a:gd name="T65" fmla="*/ 274 h 415"/>
                <a:gd name="T66" fmla="*/ 245 w 414"/>
                <a:gd name="T67" fmla="*/ 241 h 415"/>
                <a:gd name="T68" fmla="*/ 282 w 414"/>
                <a:gd name="T69" fmla="*/ 189 h 415"/>
                <a:gd name="T70" fmla="*/ 282 w 414"/>
                <a:gd name="T71" fmla="*/ 170 h 415"/>
                <a:gd name="T72" fmla="*/ 245 w 414"/>
                <a:gd name="T73" fmla="*/ 118 h 415"/>
                <a:gd name="T74" fmla="*/ 245 w 414"/>
                <a:gd name="T75" fmla="*/ 85 h 415"/>
                <a:gd name="T76" fmla="*/ 400 w 414"/>
                <a:gd name="T77" fmla="*/ 354 h 415"/>
                <a:gd name="T78" fmla="*/ 301 w 414"/>
                <a:gd name="T79" fmla="*/ 326 h 415"/>
                <a:gd name="T80" fmla="*/ 367 w 414"/>
                <a:gd name="T81" fmla="*/ 241 h 415"/>
                <a:gd name="T82" fmla="*/ 367 w 414"/>
                <a:gd name="T83" fmla="*/ 274 h 415"/>
                <a:gd name="T84" fmla="*/ 301 w 414"/>
                <a:gd name="T85" fmla="*/ 189 h 415"/>
                <a:gd name="T86" fmla="*/ 367 w 414"/>
                <a:gd name="T87" fmla="*/ 189 h 415"/>
                <a:gd name="T88" fmla="*/ 301 w 414"/>
                <a:gd name="T89" fmla="*/ 170 h 415"/>
                <a:gd name="T90" fmla="*/ 367 w 414"/>
                <a:gd name="T91" fmla="*/ 85 h 415"/>
                <a:gd name="T92" fmla="*/ 367 w 414"/>
                <a:gd name="T93" fmla="*/ 118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14" h="415">
                  <a:moveTo>
                    <a:pt x="301" y="241"/>
                  </a:moveTo>
                  <a:cubicBezTo>
                    <a:pt x="301" y="274"/>
                    <a:pt x="301" y="274"/>
                    <a:pt x="301" y="274"/>
                  </a:cubicBezTo>
                  <a:cubicBezTo>
                    <a:pt x="367" y="274"/>
                    <a:pt x="367" y="274"/>
                    <a:pt x="367" y="274"/>
                  </a:cubicBezTo>
                  <a:cubicBezTo>
                    <a:pt x="367" y="241"/>
                    <a:pt x="367" y="241"/>
                    <a:pt x="367" y="241"/>
                  </a:cubicBezTo>
                  <a:lnTo>
                    <a:pt x="301" y="241"/>
                  </a:lnTo>
                  <a:close/>
                  <a:moveTo>
                    <a:pt x="301" y="189"/>
                  </a:moveTo>
                  <a:cubicBezTo>
                    <a:pt x="301" y="222"/>
                    <a:pt x="301" y="222"/>
                    <a:pt x="301" y="222"/>
                  </a:cubicBezTo>
                  <a:cubicBezTo>
                    <a:pt x="367" y="222"/>
                    <a:pt x="367" y="222"/>
                    <a:pt x="367" y="222"/>
                  </a:cubicBezTo>
                  <a:cubicBezTo>
                    <a:pt x="367" y="189"/>
                    <a:pt x="367" y="189"/>
                    <a:pt x="367" y="189"/>
                  </a:cubicBezTo>
                  <a:lnTo>
                    <a:pt x="301" y="189"/>
                  </a:lnTo>
                  <a:close/>
                  <a:moveTo>
                    <a:pt x="301" y="293"/>
                  </a:moveTo>
                  <a:cubicBezTo>
                    <a:pt x="301" y="326"/>
                    <a:pt x="301" y="326"/>
                    <a:pt x="301" y="326"/>
                  </a:cubicBezTo>
                  <a:cubicBezTo>
                    <a:pt x="367" y="326"/>
                    <a:pt x="367" y="326"/>
                    <a:pt x="367" y="326"/>
                  </a:cubicBezTo>
                  <a:cubicBezTo>
                    <a:pt x="367" y="293"/>
                    <a:pt x="367" y="293"/>
                    <a:pt x="367" y="293"/>
                  </a:cubicBezTo>
                  <a:lnTo>
                    <a:pt x="301" y="293"/>
                  </a:lnTo>
                  <a:close/>
                  <a:moveTo>
                    <a:pt x="301" y="137"/>
                  </a:moveTo>
                  <a:cubicBezTo>
                    <a:pt x="301" y="170"/>
                    <a:pt x="301" y="170"/>
                    <a:pt x="301" y="170"/>
                  </a:cubicBezTo>
                  <a:cubicBezTo>
                    <a:pt x="367" y="170"/>
                    <a:pt x="367" y="170"/>
                    <a:pt x="367" y="170"/>
                  </a:cubicBezTo>
                  <a:cubicBezTo>
                    <a:pt x="367" y="137"/>
                    <a:pt x="367" y="137"/>
                    <a:pt x="367" y="137"/>
                  </a:cubicBezTo>
                  <a:lnTo>
                    <a:pt x="301" y="137"/>
                  </a:lnTo>
                  <a:close/>
                  <a:moveTo>
                    <a:pt x="301" y="85"/>
                  </a:moveTo>
                  <a:cubicBezTo>
                    <a:pt x="301" y="118"/>
                    <a:pt x="301" y="118"/>
                    <a:pt x="301" y="118"/>
                  </a:cubicBezTo>
                  <a:cubicBezTo>
                    <a:pt x="367" y="118"/>
                    <a:pt x="367" y="118"/>
                    <a:pt x="367" y="118"/>
                  </a:cubicBezTo>
                  <a:cubicBezTo>
                    <a:pt x="367" y="85"/>
                    <a:pt x="367" y="85"/>
                    <a:pt x="367" y="85"/>
                  </a:cubicBezTo>
                  <a:lnTo>
                    <a:pt x="301" y="85"/>
                  </a:lnTo>
                  <a:close/>
                  <a:moveTo>
                    <a:pt x="301" y="326"/>
                  </a:moveTo>
                  <a:cubicBezTo>
                    <a:pt x="367" y="326"/>
                    <a:pt x="367" y="326"/>
                    <a:pt x="367" y="326"/>
                  </a:cubicBezTo>
                  <a:cubicBezTo>
                    <a:pt x="367" y="293"/>
                    <a:pt x="367" y="293"/>
                    <a:pt x="367" y="293"/>
                  </a:cubicBezTo>
                  <a:cubicBezTo>
                    <a:pt x="301" y="293"/>
                    <a:pt x="301" y="293"/>
                    <a:pt x="301" y="293"/>
                  </a:cubicBezTo>
                  <a:lnTo>
                    <a:pt x="301" y="326"/>
                  </a:lnTo>
                  <a:close/>
                  <a:moveTo>
                    <a:pt x="301" y="274"/>
                  </a:moveTo>
                  <a:cubicBezTo>
                    <a:pt x="367" y="274"/>
                    <a:pt x="367" y="274"/>
                    <a:pt x="367" y="274"/>
                  </a:cubicBezTo>
                  <a:cubicBezTo>
                    <a:pt x="367" y="241"/>
                    <a:pt x="367" y="241"/>
                    <a:pt x="367" y="241"/>
                  </a:cubicBezTo>
                  <a:cubicBezTo>
                    <a:pt x="301" y="241"/>
                    <a:pt x="301" y="241"/>
                    <a:pt x="301" y="241"/>
                  </a:cubicBezTo>
                  <a:lnTo>
                    <a:pt x="301" y="274"/>
                  </a:lnTo>
                  <a:close/>
                  <a:moveTo>
                    <a:pt x="301" y="222"/>
                  </a:moveTo>
                  <a:cubicBezTo>
                    <a:pt x="367" y="222"/>
                    <a:pt x="367" y="222"/>
                    <a:pt x="367" y="222"/>
                  </a:cubicBezTo>
                  <a:cubicBezTo>
                    <a:pt x="367" y="189"/>
                    <a:pt x="367" y="189"/>
                    <a:pt x="367" y="189"/>
                  </a:cubicBezTo>
                  <a:cubicBezTo>
                    <a:pt x="301" y="189"/>
                    <a:pt x="301" y="189"/>
                    <a:pt x="301" y="189"/>
                  </a:cubicBezTo>
                  <a:lnTo>
                    <a:pt x="301" y="222"/>
                  </a:lnTo>
                  <a:close/>
                  <a:moveTo>
                    <a:pt x="301" y="170"/>
                  </a:moveTo>
                  <a:cubicBezTo>
                    <a:pt x="367" y="170"/>
                    <a:pt x="367" y="170"/>
                    <a:pt x="367" y="170"/>
                  </a:cubicBezTo>
                  <a:cubicBezTo>
                    <a:pt x="367" y="137"/>
                    <a:pt x="367" y="137"/>
                    <a:pt x="367" y="137"/>
                  </a:cubicBezTo>
                  <a:cubicBezTo>
                    <a:pt x="301" y="137"/>
                    <a:pt x="301" y="137"/>
                    <a:pt x="301" y="137"/>
                  </a:cubicBezTo>
                  <a:lnTo>
                    <a:pt x="301" y="170"/>
                  </a:lnTo>
                  <a:close/>
                  <a:moveTo>
                    <a:pt x="301" y="85"/>
                  </a:moveTo>
                  <a:cubicBezTo>
                    <a:pt x="301" y="118"/>
                    <a:pt x="301" y="118"/>
                    <a:pt x="301" y="118"/>
                  </a:cubicBezTo>
                  <a:cubicBezTo>
                    <a:pt x="367" y="118"/>
                    <a:pt x="367" y="118"/>
                    <a:pt x="367" y="118"/>
                  </a:cubicBezTo>
                  <a:cubicBezTo>
                    <a:pt x="367" y="85"/>
                    <a:pt x="367" y="85"/>
                    <a:pt x="367" y="85"/>
                  </a:cubicBezTo>
                  <a:lnTo>
                    <a:pt x="301" y="85"/>
                  </a:lnTo>
                  <a:close/>
                  <a:moveTo>
                    <a:pt x="400" y="42"/>
                  </a:moveTo>
                  <a:cubicBezTo>
                    <a:pt x="245" y="42"/>
                    <a:pt x="245" y="42"/>
                    <a:pt x="245" y="42"/>
                  </a:cubicBezTo>
                  <a:cubicBezTo>
                    <a:pt x="245" y="0"/>
                    <a:pt x="245" y="0"/>
                    <a:pt x="245" y="0"/>
                  </a:cubicBezTo>
                  <a:cubicBezTo>
                    <a:pt x="0" y="42"/>
                    <a:pt x="0" y="42"/>
                    <a:pt x="0" y="42"/>
                  </a:cubicBezTo>
                  <a:cubicBezTo>
                    <a:pt x="0" y="373"/>
                    <a:pt x="0" y="373"/>
                    <a:pt x="0" y="373"/>
                  </a:cubicBezTo>
                  <a:cubicBezTo>
                    <a:pt x="245" y="415"/>
                    <a:pt x="245" y="415"/>
                    <a:pt x="245" y="415"/>
                  </a:cubicBezTo>
                  <a:cubicBezTo>
                    <a:pt x="245" y="368"/>
                    <a:pt x="245" y="368"/>
                    <a:pt x="245" y="368"/>
                  </a:cubicBezTo>
                  <a:cubicBezTo>
                    <a:pt x="401" y="368"/>
                    <a:pt x="401" y="368"/>
                    <a:pt x="401" y="368"/>
                  </a:cubicBezTo>
                  <a:cubicBezTo>
                    <a:pt x="410" y="368"/>
                    <a:pt x="414" y="362"/>
                    <a:pt x="414" y="354"/>
                  </a:cubicBezTo>
                  <a:cubicBezTo>
                    <a:pt x="414" y="56"/>
                    <a:pt x="414" y="56"/>
                    <a:pt x="414" y="56"/>
                  </a:cubicBezTo>
                  <a:cubicBezTo>
                    <a:pt x="414" y="49"/>
                    <a:pt x="408" y="42"/>
                    <a:pt x="400" y="42"/>
                  </a:cubicBezTo>
                  <a:close/>
                  <a:moveTo>
                    <a:pt x="139" y="282"/>
                  </a:moveTo>
                  <a:cubicBezTo>
                    <a:pt x="118" y="232"/>
                    <a:pt x="118" y="232"/>
                    <a:pt x="118" y="232"/>
                  </a:cubicBezTo>
                  <a:cubicBezTo>
                    <a:pt x="118" y="231"/>
                    <a:pt x="118" y="231"/>
                    <a:pt x="118" y="230"/>
                  </a:cubicBezTo>
                  <a:cubicBezTo>
                    <a:pt x="117" y="230"/>
                    <a:pt x="117" y="229"/>
                    <a:pt x="117" y="229"/>
                  </a:cubicBezTo>
                  <a:cubicBezTo>
                    <a:pt x="117" y="228"/>
                    <a:pt x="117" y="226"/>
                    <a:pt x="117" y="225"/>
                  </a:cubicBezTo>
                  <a:cubicBezTo>
                    <a:pt x="116" y="224"/>
                    <a:pt x="116" y="223"/>
                    <a:pt x="116" y="222"/>
                  </a:cubicBezTo>
                  <a:cubicBezTo>
                    <a:pt x="116" y="222"/>
                    <a:pt x="116" y="222"/>
                    <a:pt x="116" y="222"/>
                  </a:cubicBezTo>
                  <a:cubicBezTo>
                    <a:pt x="116" y="223"/>
                    <a:pt x="114" y="223"/>
                    <a:pt x="114" y="224"/>
                  </a:cubicBezTo>
                  <a:cubicBezTo>
                    <a:pt x="114" y="224"/>
                    <a:pt x="114" y="225"/>
                    <a:pt x="114" y="226"/>
                  </a:cubicBezTo>
                  <a:cubicBezTo>
                    <a:pt x="114" y="228"/>
                    <a:pt x="113" y="228"/>
                    <a:pt x="113" y="229"/>
                  </a:cubicBezTo>
                  <a:cubicBezTo>
                    <a:pt x="113" y="230"/>
                    <a:pt x="113" y="231"/>
                    <a:pt x="112" y="232"/>
                  </a:cubicBezTo>
                  <a:cubicBezTo>
                    <a:pt x="92" y="280"/>
                    <a:pt x="92" y="280"/>
                    <a:pt x="92" y="280"/>
                  </a:cubicBezTo>
                  <a:cubicBezTo>
                    <a:pt x="61" y="277"/>
                    <a:pt x="61" y="277"/>
                    <a:pt x="61" y="277"/>
                  </a:cubicBezTo>
                  <a:cubicBezTo>
                    <a:pt x="98" y="206"/>
                    <a:pt x="98" y="206"/>
                    <a:pt x="98" y="206"/>
                  </a:cubicBezTo>
                  <a:cubicBezTo>
                    <a:pt x="65" y="134"/>
                    <a:pt x="65" y="134"/>
                    <a:pt x="65" y="134"/>
                  </a:cubicBezTo>
                  <a:cubicBezTo>
                    <a:pt x="95" y="132"/>
                    <a:pt x="95" y="132"/>
                    <a:pt x="95" y="132"/>
                  </a:cubicBezTo>
                  <a:cubicBezTo>
                    <a:pt x="113" y="176"/>
                    <a:pt x="113" y="176"/>
                    <a:pt x="113" y="176"/>
                  </a:cubicBezTo>
                  <a:cubicBezTo>
                    <a:pt x="113" y="177"/>
                    <a:pt x="113" y="178"/>
                    <a:pt x="114" y="179"/>
                  </a:cubicBezTo>
                  <a:cubicBezTo>
                    <a:pt x="114" y="179"/>
                    <a:pt x="114" y="180"/>
                    <a:pt x="114" y="182"/>
                  </a:cubicBezTo>
                  <a:cubicBezTo>
                    <a:pt x="116" y="183"/>
                    <a:pt x="116" y="184"/>
                    <a:pt x="116" y="185"/>
                  </a:cubicBezTo>
                  <a:cubicBezTo>
                    <a:pt x="116" y="186"/>
                    <a:pt x="116" y="187"/>
                    <a:pt x="117" y="189"/>
                  </a:cubicBezTo>
                  <a:cubicBezTo>
                    <a:pt x="117" y="189"/>
                    <a:pt x="117" y="189"/>
                    <a:pt x="117" y="189"/>
                  </a:cubicBezTo>
                  <a:cubicBezTo>
                    <a:pt x="117" y="187"/>
                    <a:pt x="117" y="187"/>
                    <a:pt x="118" y="186"/>
                  </a:cubicBezTo>
                  <a:cubicBezTo>
                    <a:pt x="118" y="185"/>
                    <a:pt x="118" y="184"/>
                    <a:pt x="118" y="183"/>
                  </a:cubicBezTo>
                  <a:cubicBezTo>
                    <a:pt x="118" y="182"/>
                    <a:pt x="119" y="180"/>
                    <a:pt x="119" y="179"/>
                  </a:cubicBezTo>
                  <a:cubicBezTo>
                    <a:pt x="119" y="178"/>
                    <a:pt x="120" y="177"/>
                    <a:pt x="120" y="176"/>
                  </a:cubicBezTo>
                  <a:cubicBezTo>
                    <a:pt x="140" y="130"/>
                    <a:pt x="140" y="130"/>
                    <a:pt x="140" y="130"/>
                  </a:cubicBezTo>
                  <a:cubicBezTo>
                    <a:pt x="172" y="127"/>
                    <a:pt x="172" y="127"/>
                    <a:pt x="172" y="127"/>
                  </a:cubicBezTo>
                  <a:cubicBezTo>
                    <a:pt x="134" y="205"/>
                    <a:pt x="134" y="205"/>
                    <a:pt x="134" y="205"/>
                  </a:cubicBezTo>
                  <a:cubicBezTo>
                    <a:pt x="173" y="284"/>
                    <a:pt x="173" y="284"/>
                    <a:pt x="173" y="284"/>
                  </a:cubicBezTo>
                  <a:lnTo>
                    <a:pt x="139" y="282"/>
                  </a:lnTo>
                  <a:close/>
                  <a:moveTo>
                    <a:pt x="400" y="354"/>
                  </a:moveTo>
                  <a:cubicBezTo>
                    <a:pt x="245" y="354"/>
                    <a:pt x="245" y="354"/>
                    <a:pt x="245" y="354"/>
                  </a:cubicBezTo>
                  <a:cubicBezTo>
                    <a:pt x="245" y="326"/>
                    <a:pt x="245" y="326"/>
                    <a:pt x="245" y="326"/>
                  </a:cubicBezTo>
                  <a:cubicBezTo>
                    <a:pt x="282" y="326"/>
                    <a:pt x="282" y="326"/>
                    <a:pt x="282" y="326"/>
                  </a:cubicBezTo>
                  <a:cubicBezTo>
                    <a:pt x="282" y="293"/>
                    <a:pt x="282" y="293"/>
                    <a:pt x="282" y="293"/>
                  </a:cubicBezTo>
                  <a:cubicBezTo>
                    <a:pt x="245" y="293"/>
                    <a:pt x="245" y="293"/>
                    <a:pt x="245" y="293"/>
                  </a:cubicBezTo>
                  <a:cubicBezTo>
                    <a:pt x="245" y="274"/>
                    <a:pt x="245" y="274"/>
                    <a:pt x="245" y="274"/>
                  </a:cubicBezTo>
                  <a:cubicBezTo>
                    <a:pt x="282" y="274"/>
                    <a:pt x="282" y="274"/>
                    <a:pt x="282" y="274"/>
                  </a:cubicBezTo>
                  <a:cubicBezTo>
                    <a:pt x="282" y="241"/>
                    <a:pt x="282" y="241"/>
                    <a:pt x="282" y="241"/>
                  </a:cubicBezTo>
                  <a:cubicBezTo>
                    <a:pt x="245" y="241"/>
                    <a:pt x="245" y="241"/>
                    <a:pt x="245" y="241"/>
                  </a:cubicBezTo>
                  <a:cubicBezTo>
                    <a:pt x="245" y="222"/>
                    <a:pt x="245" y="222"/>
                    <a:pt x="245" y="222"/>
                  </a:cubicBezTo>
                  <a:cubicBezTo>
                    <a:pt x="282" y="222"/>
                    <a:pt x="282" y="222"/>
                    <a:pt x="282" y="222"/>
                  </a:cubicBezTo>
                  <a:cubicBezTo>
                    <a:pt x="282" y="189"/>
                    <a:pt x="282" y="189"/>
                    <a:pt x="282" y="189"/>
                  </a:cubicBezTo>
                  <a:cubicBezTo>
                    <a:pt x="245" y="189"/>
                    <a:pt x="245" y="189"/>
                    <a:pt x="245" y="189"/>
                  </a:cubicBezTo>
                  <a:cubicBezTo>
                    <a:pt x="245" y="170"/>
                    <a:pt x="245" y="170"/>
                    <a:pt x="245" y="170"/>
                  </a:cubicBezTo>
                  <a:cubicBezTo>
                    <a:pt x="282" y="170"/>
                    <a:pt x="282" y="170"/>
                    <a:pt x="282" y="170"/>
                  </a:cubicBezTo>
                  <a:cubicBezTo>
                    <a:pt x="282" y="137"/>
                    <a:pt x="282" y="137"/>
                    <a:pt x="282" y="137"/>
                  </a:cubicBezTo>
                  <a:cubicBezTo>
                    <a:pt x="245" y="137"/>
                    <a:pt x="245" y="137"/>
                    <a:pt x="245" y="137"/>
                  </a:cubicBezTo>
                  <a:cubicBezTo>
                    <a:pt x="245" y="118"/>
                    <a:pt x="245" y="118"/>
                    <a:pt x="245" y="118"/>
                  </a:cubicBezTo>
                  <a:cubicBezTo>
                    <a:pt x="282" y="118"/>
                    <a:pt x="282" y="118"/>
                    <a:pt x="282" y="118"/>
                  </a:cubicBezTo>
                  <a:cubicBezTo>
                    <a:pt x="282" y="85"/>
                    <a:pt x="282" y="85"/>
                    <a:pt x="282" y="85"/>
                  </a:cubicBezTo>
                  <a:cubicBezTo>
                    <a:pt x="245" y="85"/>
                    <a:pt x="245" y="85"/>
                    <a:pt x="245" y="85"/>
                  </a:cubicBezTo>
                  <a:cubicBezTo>
                    <a:pt x="245" y="56"/>
                    <a:pt x="245" y="56"/>
                    <a:pt x="245" y="56"/>
                  </a:cubicBezTo>
                  <a:cubicBezTo>
                    <a:pt x="400" y="56"/>
                    <a:pt x="400" y="56"/>
                    <a:pt x="400" y="56"/>
                  </a:cubicBezTo>
                  <a:lnTo>
                    <a:pt x="400" y="354"/>
                  </a:lnTo>
                  <a:close/>
                  <a:moveTo>
                    <a:pt x="367" y="293"/>
                  </a:moveTo>
                  <a:cubicBezTo>
                    <a:pt x="301" y="293"/>
                    <a:pt x="301" y="293"/>
                    <a:pt x="301" y="293"/>
                  </a:cubicBezTo>
                  <a:cubicBezTo>
                    <a:pt x="301" y="326"/>
                    <a:pt x="301" y="326"/>
                    <a:pt x="301" y="326"/>
                  </a:cubicBezTo>
                  <a:cubicBezTo>
                    <a:pt x="367" y="326"/>
                    <a:pt x="367" y="326"/>
                    <a:pt x="367" y="326"/>
                  </a:cubicBezTo>
                  <a:lnTo>
                    <a:pt x="367" y="293"/>
                  </a:lnTo>
                  <a:close/>
                  <a:moveTo>
                    <a:pt x="367" y="241"/>
                  </a:moveTo>
                  <a:cubicBezTo>
                    <a:pt x="301" y="241"/>
                    <a:pt x="301" y="241"/>
                    <a:pt x="301" y="241"/>
                  </a:cubicBezTo>
                  <a:cubicBezTo>
                    <a:pt x="301" y="274"/>
                    <a:pt x="301" y="274"/>
                    <a:pt x="301" y="274"/>
                  </a:cubicBezTo>
                  <a:cubicBezTo>
                    <a:pt x="367" y="274"/>
                    <a:pt x="367" y="274"/>
                    <a:pt x="367" y="274"/>
                  </a:cubicBezTo>
                  <a:lnTo>
                    <a:pt x="367" y="241"/>
                  </a:lnTo>
                  <a:close/>
                  <a:moveTo>
                    <a:pt x="367" y="189"/>
                  </a:moveTo>
                  <a:cubicBezTo>
                    <a:pt x="301" y="189"/>
                    <a:pt x="301" y="189"/>
                    <a:pt x="301" y="189"/>
                  </a:cubicBezTo>
                  <a:cubicBezTo>
                    <a:pt x="301" y="222"/>
                    <a:pt x="301" y="222"/>
                    <a:pt x="301" y="222"/>
                  </a:cubicBezTo>
                  <a:cubicBezTo>
                    <a:pt x="367" y="222"/>
                    <a:pt x="367" y="222"/>
                    <a:pt x="367" y="222"/>
                  </a:cubicBezTo>
                  <a:lnTo>
                    <a:pt x="367" y="189"/>
                  </a:lnTo>
                  <a:close/>
                  <a:moveTo>
                    <a:pt x="367" y="137"/>
                  </a:moveTo>
                  <a:cubicBezTo>
                    <a:pt x="301" y="137"/>
                    <a:pt x="301" y="137"/>
                    <a:pt x="301" y="137"/>
                  </a:cubicBezTo>
                  <a:cubicBezTo>
                    <a:pt x="301" y="170"/>
                    <a:pt x="301" y="170"/>
                    <a:pt x="301" y="170"/>
                  </a:cubicBezTo>
                  <a:cubicBezTo>
                    <a:pt x="367" y="170"/>
                    <a:pt x="367" y="170"/>
                    <a:pt x="367" y="170"/>
                  </a:cubicBezTo>
                  <a:lnTo>
                    <a:pt x="367" y="137"/>
                  </a:lnTo>
                  <a:close/>
                  <a:moveTo>
                    <a:pt x="367" y="85"/>
                  </a:moveTo>
                  <a:cubicBezTo>
                    <a:pt x="301" y="85"/>
                    <a:pt x="301" y="85"/>
                    <a:pt x="301" y="85"/>
                  </a:cubicBezTo>
                  <a:cubicBezTo>
                    <a:pt x="301" y="118"/>
                    <a:pt x="301" y="118"/>
                    <a:pt x="301" y="118"/>
                  </a:cubicBezTo>
                  <a:cubicBezTo>
                    <a:pt x="367" y="118"/>
                    <a:pt x="367" y="118"/>
                    <a:pt x="367" y="118"/>
                  </a:cubicBezTo>
                  <a:lnTo>
                    <a:pt x="367" y="85"/>
                  </a:lnTo>
                  <a:close/>
                </a:path>
              </a:pathLst>
            </a:custGeom>
            <a:solidFill>
              <a:srgbClr val="164E2F"/>
            </a:solidFill>
            <a:ln>
              <a:noFill/>
            </a:ln>
          </p:spPr>
          <p:txBody>
            <a:bodyPr vert="horz" wrap="square" lIns="89642" tIns="44821" rIns="89642" bIns="44821" numCol="1" anchor="t" anchorCtr="0" compatLnSpc="1">
              <a:prstTxWarp prst="textNoShape">
                <a:avLst/>
              </a:prstTxWarp>
            </a:bodyPr>
            <a:lstStyle/>
            <a:p>
              <a:pPr defTabSz="914367">
                <a:defRPr/>
              </a:pPr>
              <a:endParaRPr lang="en-US" kern="0">
                <a:solidFill>
                  <a:srgbClr val="505050"/>
                </a:solidFill>
                <a:latin typeface="Segoe UI"/>
              </a:endParaRPr>
            </a:p>
          </p:txBody>
        </p:sp>
        <p:sp>
          <p:nvSpPr>
            <p:cNvPr id="571" name="Rectangle 570"/>
            <p:cNvSpPr/>
            <p:nvPr/>
          </p:nvSpPr>
          <p:spPr>
            <a:xfrm>
              <a:off x="2677674" y="3437617"/>
              <a:ext cx="1376999" cy="948535"/>
            </a:xfrm>
            <a:prstGeom prst="rect">
              <a:avLst/>
            </a:prstGeom>
            <a:solidFill>
              <a:srgbClr val="217346"/>
            </a:solidFill>
            <a:ln w="22225">
              <a:solidFill>
                <a:srgbClr val="164E2F"/>
              </a:solidFill>
            </a:ln>
            <a:effectLst/>
          </p:spPr>
          <p:style>
            <a:lnRef idx="1">
              <a:schemeClr val="dk1"/>
            </a:lnRef>
            <a:fillRef idx="2">
              <a:schemeClr val="dk1"/>
            </a:fillRef>
            <a:effectRef idx="1">
              <a:schemeClr val="dk1"/>
            </a:effectRef>
            <a:fontRef idx="minor">
              <a:schemeClr val="dk1"/>
            </a:fontRef>
          </p:style>
          <p:txBody>
            <a:bodyPr lIns="91387" tIns="45694" rIns="91387" bIns="45694" rtlCol="0" anchor="ctr"/>
            <a:lstStyle/>
            <a:p>
              <a:pPr algn="ctr" defTabSz="914098">
                <a:defRPr/>
              </a:pPr>
              <a:endParaRPr lang="en-US" sz="1799">
                <a:solidFill>
                  <a:srgbClr val="000000"/>
                </a:solidFill>
                <a:latin typeface="Segoe UI"/>
              </a:endParaRPr>
            </a:p>
          </p:txBody>
        </p:sp>
        <p:sp>
          <p:nvSpPr>
            <p:cNvPr id="572" name="Rectangle 571"/>
            <p:cNvSpPr/>
            <p:nvPr/>
          </p:nvSpPr>
          <p:spPr>
            <a:xfrm>
              <a:off x="2677674" y="3304333"/>
              <a:ext cx="1376999" cy="146898"/>
            </a:xfrm>
            <a:prstGeom prst="rect">
              <a:avLst/>
            </a:prstGeom>
            <a:solidFill>
              <a:srgbClr val="217346"/>
            </a:solidFill>
            <a:ln w="22225">
              <a:solidFill>
                <a:srgbClr val="164E2F"/>
              </a:solidFill>
            </a:ln>
            <a:effectLst/>
          </p:spPr>
          <p:style>
            <a:lnRef idx="1">
              <a:schemeClr val="dk1"/>
            </a:lnRef>
            <a:fillRef idx="2">
              <a:schemeClr val="dk1"/>
            </a:fillRef>
            <a:effectRef idx="1">
              <a:schemeClr val="dk1"/>
            </a:effectRef>
            <a:fontRef idx="minor">
              <a:schemeClr val="dk1"/>
            </a:fontRef>
          </p:style>
          <p:txBody>
            <a:bodyPr lIns="91387" tIns="45694" rIns="91387" bIns="45694" rtlCol="0" anchor="ctr"/>
            <a:lstStyle/>
            <a:p>
              <a:pPr algn="ctr" defTabSz="914098">
                <a:defRPr/>
              </a:pPr>
              <a:endParaRPr lang="en-US" sz="1799">
                <a:solidFill>
                  <a:srgbClr val="000000"/>
                </a:solidFill>
                <a:latin typeface="Segoe UI"/>
              </a:endParaRPr>
            </a:p>
          </p:txBody>
        </p:sp>
        <p:grpSp>
          <p:nvGrpSpPr>
            <p:cNvPr id="573" name="Group 572"/>
            <p:cNvGrpSpPr/>
            <p:nvPr/>
          </p:nvGrpSpPr>
          <p:grpSpPr>
            <a:xfrm>
              <a:off x="2786888" y="3533161"/>
              <a:ext cx="1165218" cy="775768"/>
              <a:chOff x="1536522" y="2097832"/>
              <a:chExt cx="830830" cy="553142"/>
            </a:xfrm>
          </p:grpSpPr>
          <p:sp>
            <p:nvSpPr>
              <p:cNvPr id="576" name="Rectangle 575"/>
              <p:cNvSpPr/>
              <p:nvPr/>
            </p:nvSpPr>
            <p:spPr bwMode="auto">
              <a:xfrm>
                <a:off x="2244476" y="2097832"/>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77" name="Rectangle 576"/>
              <p:cNvSpPr/>
              <p:nvPr/>
            </p:nvSpPr>
            <p:spPr bwMode="auto">
              <a:xfrm>
                <a:off x="2244476" y="2195125"/>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78" name="Rectangle 577"/>
              <p:cNvSpPr/>
              <p:nvPr/>
            </p:nvSpPr>
            <p:spPr bwMode="auto">
              <a:xfrm>
                <a:off x="2244476"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79" name="Rectangle 578"/>
              <p:cNvSpPr/>
              <p:nvPr/>
            </p:nvSpPr>
            <p:spPr bwMode="auto">
              <a:xfrm>
                <a:off x="2244476" y="2389711"/>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80" name="Rectangle 579"/>
              <p:cNvSpPr/>
              <p:nvPr/>
            </p:nvSpPr>
            <p:spPr bwMode="auto">
              <a:xfrm>
                <a:off x="2244476" y="2487004"/>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81" name="Rectangle 580"/>
              <p:cNvSpPr/>
              <p:nvPr/>
            </p:nvSpPr>
            <p:spPr bwMode="auto">
              <a:xfrm>
                <a:off x="2244476"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82" name="Rectangle 581"/>
              <p:cNvSpPr/>
              <p:nvPr/>
            </p:nvSpPr>
            <p:spPr bwMode="auto">
              <a:xfrm>
                <a:off x="1890498" y="2097832"/>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83" name="Rectangle 582"/>
              <p:cNvSpPr/>
              <p:nvPr/>
            </p:nvSpPr>
            <p:spPr bwMode="auto">
              <a:xfrm>
                <a:off x="1890498" y="2195125"/>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84" name="Rectangle 583"/>
              <p:cNvSpPr/>
              <p:nvPr/>
            </p:nvSpPr>
            <p:spPr bwMode="auto">
              <a:xfrm>
                <a:off x="1890498"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85" name="Rectangle 584"/>
              <p:cNvSpPr/>
              <p:nvPr/>
            </p:nvSpPr>
            <p:spPr bwMode="auto">
              <a:xfrm>
                <a:off x="1890498" y="2389711"/>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86" name="Rectangle 585"/>
              <p:cNvSpPr/>
              <p:nvPr/>
            </p:nvSpPr>
            <p:spPr bwMode="auto">
              <a:xfrm>
                <a:off x="1890498" y="2487004"/>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87" name="Rectangle 586"/>
              <p:cNvSpPr/>
              <p:nvPr/>
            </p:nvSpPr>
            <p:spPr bwMode="auto">
              <a:xfrm>
                <a:off x="1890498"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88" name="Rectangle 587"/>
              <p:cNvSpPr/>
              <p:nvPr/>
            </p:nvSpPr>
            <p:spPr bwMode="auto">
              <a:xfrm>
                <a:off x="2067486" y="2097832"/>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89" name="Rectangle 588"/>
              <p:cNvSpPr/>
              <p:nvPr/>
            </p:nvSpPr>
            <p:spPr bwMode="auto">
              <a:xfrm>
                <a:off x="2067486" y="2195125"/>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90" name="Rectangle 589"/>
              <p:cNvSpPr/>
              <p:nvPr/>
            </p:nvSpPr>
            <p:spPr bwMode="auto">
              <a:xfrm>
                <a:off x="2067486"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91" name="Rectangle 590"/>
              <p:cNvSpPr/>
              <p:nvPr/>
            </p:nvSpPr>
            <p:spPr bwMode="auto">
              <a:xfrm>
                <a:off x="2067486" y="2389711"/>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92" name="Rectangle 591"/>
              <p:cNvSpPr/>
              <p:nvPr/>
            </p:nvSpPr>
            <p:spPr bwMode="auto">
              <a:xfrm>
                <a:off x="2067486" y="2487004"/>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93" name="Rectangle 592"/>
              <p:cNvSpPr/>
              <p:nvPr/>
            </p:nvSpPr>
            <p:spPr bwMode="auto">
              <a:xfrm>
                <a:off x="2067486"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94" name="Rectangle 593"/>
              <p:cNvSpPr/>
              <p:nvPr/>
            </p:nvSpPr>
            <p:spPr bwMode="auto">
              <a:xfrm>
                <a:off x="1713510" y="2097832"/>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95" name="Rectangle 594"/>
              <p:cNvSpPr/>
              <p:nvPr/>
            </p:nvSpPr>
            <p:spPr bwMode="auto">
              <a:xfrm>
                <a:off x="1713510" y="2195125"/>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96" name="Rectangle 595"/>
              <p:cNvSpPr/>
              <p:nvPr/>
            </p:nvSpPr>
            <p:spPr bwMode="auto">
              <a:xfrm>
                <a:off x="1713510"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97" name="Rectangle 596"/>
              <p:cNvSpPr/>
              <p:nvPr/>
            </p:nvSpPr>
            <p:spPr bwMode="auto">
              <a:xfrm>
                <a:off x="1713510" y="2389711"/>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98" name="Rectangle 597"/>
              <p:cNvSpPr/>
              <p:nvPr/>
            </p:nvSpPr>
            <p:spPr bwMode="auto">
              <a:xfrm>
                <a:off x="1713510" y="2487004"/>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99" name="Rectangle 598"/>
              <p:cNvSpPr/>
              <p:nvPr/>
            </p:nvSpPr>
            <p:spPr bwMode="auto">
              <a:xfrm>
                <a:off x="1713510"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00" name="Rectangle 599"/>
              <p:cNvSpPr/>
              <p:nvPr/>
            </p:nvSpPr>
            <p:spPr bwMode="auto">
              <a:xfrm>
                <a:off x="1536522" y="2097832"/>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01" name="Rectangle 600"/>
              <p:cNvSpPr/>
              <p:nvPr/>
            </p:nvSpPr>
            <p:spPr bwMode="auto">
              <a:xfrm>
                <a:off x="1536522" y="2195125"/>
                <a:ext cx="122876" cy="66675"/>
              </a:xfrm>
              <a:prstGeom prst="rect">
                <a:avLst/>
              </a:prstGeom>
              <a:solidFill>
                <a:srgbClr val="21734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02" name="Rectangle 601"/>
              <p:cNvSpPr/>
              <p:nvPr/>
            </p:nvSpPr>
            <p:spPr bwMode="auto">
              <a:xfrm>
                <a:off x="1536522" y="2292418"/>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03" name="Rectangle 602"/>
              <p:cNvSpPr/>
              <p:nvPr/>
            </p:nvSpPr>
            <p:spPr bwMode="auto">
              <a:xfrm>
                <a:off x="1536522" y="2389711"/>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04" name="Rectangle 603"/>
              <p:cNvSpPr/>
              <p:nvPr/>
            </p:nvSpPr>
            <p:spPr bwMode="auto">
              <a:xfrm>
                <a:off x="1536522" y="2487004"/>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05" name="Rectangle 604"/>
              <p:cNvSpPr/>
              <p:nvPr/>
            </p:nvSpPr>
            <p:spPr bwMode="auto">
              <a:xfrm>
                <a:off x="1536522" y="2584299"/>
                <a:ext cx="122876" cy="66675"/>
              </a:xfrm>
              <a:prstGeom prst="rect">
                <a:avLst/>
              </a:prstGeom>
              <a:solidFill>
                <a:srgbClr val="164E2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grpSp>
        <p:sp>
          <p:nvSpPr>
            <p:cNvPr id="547" name="AutoShape 3"/>
            <p:cNvSpPr>
              <a:spLocks noChangeAspect="1" noChangeArrowheads="1" noTextEdit="1"/>
            </p:cNvSpPr>
            <p:nvPr/>
          </p:nvSpPr>
          <p:spPr bwMode="auto">
            <a:xfrm>
              <a:off x="2667063" y="4056991"/>
              <a:ext cx="2750769" cy="1558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48" name="Rectangle 5"/>
            <p:cNvSpPr>
              <a:spLocks noChangeArrowheads="1"/>
            </p:cNvSpPr>
            <p:nvPr/>
          </p:nvSpPr>
          <p:spPr bwMode="auto">
            <a:xfrm>
              <a:off x="3010125" y="4040256"/>
              <a:ext cx="2098115" cy="144964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49" name="Oval 6"/>
            <p:cNvSpPr>
              <a:spLocks noChangeArrowheads="1"/>
            </p:cNvSpPr>
            <p:nvPr/>
          </p:nvSpPr>
          <p:spPr bwMode="auto">
            <a:xfrm>
              <a:off x="4035126" y="4071634"/>
              <a:ext cx="46020" cy="48113"/>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50" name="Rectangle 7"/>
            <p:cNvSpPr>
              <a:spLocks noChangeArrowheads="1"/>
            </p:cNvSpPr>
            <p:nvPr/>
          </p:nvSpPr>
          <p:spPr bwMode="auto">
            <a:xfrm>
              <a:off x="3087523" y="4151124"/>
              <a:ext cx="1957961" cy="1273930"/>
            </a:xfrm>
            <a:prstGeom prst="rect">
              <a:avLst/>
            </a:prstGeom>
            <a:solidFill>
              <a:schemeClr val="tx1"/>
            </a:solidFill>
            <a:ln>
              <a:noFill/>
            </a:ln>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51" name="Freeform 8"/>
            <p:cNvSpPr>
              <a:spLocks/>
            </p:cNvSpPr>
            <p:nvPr/>
          </p:nvSpPr>
          <p:spPr bwMode="auto">
            <a:xfrm>
              <a:off x="2683798" y="5504543"/>
              <a:ext cx="2719391" cy="110868"/>
            </a:xfrm>
            <a:custGeom>
              <a:avLst/>
              <a:gdLst>
                <a:gd name="T0" fmla="*/ 0 w 175"/>
                <a:gd name="T1" fmla="*/ 0 h 7"/>
                <a:gd name="T2" fmla="*/ 0 w 175"/>
                <a:gd name="T3" fmla="*/ 1 h 7"/>
                <a:gd name="T4" fmla="*/ 7 w 175"/>
                <a:gd name="T5" fmla="*/ 7 h 7"/>
                <a:gd name="T6" fmla="*/ 168 w 175"/>
                <a:gd name="T7" fmla="*/ 7 h 7"/>
                <a:gd name="T8" fmla="*/ 175 w 175"/>
                <a:gd name="T9" fmla="*/ 1 h 7"/>
                <a:gd name="T10" fmla="*/ 175 w 175"/>
                <a:gd name="T11" fmla="*/ 0 h 7"/>
                <a:gd name="T12" fmla="*/ 0 w 175"/>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75" h="7">
                  <a:moveTo>
                    <a:pt x="0" y="0"/>
                  </a:moveTo>
                  <a:cubicBezTo>
                    <a:pt x="0" y="1"/>
                    <a:pt x="0" y="1"/>
                    <a:pt x="0" y="1"/>
                  </a:cubicBezTo>
                  <a:cubicBezTo>
                    <a:pt x="0" y="4"/>
                    <a:pt x="3" y="7"/>
                    <a:pt x="7" y="7"/>
                  </a:cubicBezTo>
                  <a:cubicBezTo>
                    <a:pt x="168" y="7"/>
                    <a:pt x="168" y="7"/>
                    <a:pt x="168" y="7"/>
                  </a:cubicBezTo>
                  <a:cubicBezTo>
                    <a:pt x="172" y="7"/>
                    <a:pt x="175" y="4"/>
                    <a:pt x="175" y="1"/>
                  </a:cubicBezTo>
                  <a:cubicBezTo>
                    <a:pt x="175" y="0"/>
                    <a:pt x="175" y="0"/>
                    <a:pt x="175" y="0"/>
                  </a:cubicBezTo>
                  <a:lnTo>
                    <a:pt x="0" y="0"/>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52" name="Rectangle 551"/>
            <p:cNvSpPr/>
            <p:nvPr/>
          </p:nvSpPr>
          <p:spPr>
            <a:xfrm>
              <a:off x="3182309" y="4257010"/>
              <a:ext cx="1768390" cy="1062160"/>
            </a:xfrm>
            <a:prstGeom prst="rect">
              <a:avLst/>
            </a:prstGeom>
            <a:solidFill>
              <a:srgbClr val="2B579A"/>
            </a:solidFill>
            <a:ln w="22225">
              <a:solidFill>
                <a:srgbClr val="1B375F"/>
              </a:solidFill>
            </a:ln>
            <a:effectLst/>
          </p:spPr>
          <p:style>
            <a:lnRef idx="1">
              <a:schemeClr val="dk1"/>
            </a:lnRef>
            <a:fillRef idx="2">
              <a:schemeClr val="dk1"/>
            </a:fillRef>
            <a:effectRef idx="1">
              <a:schemeClr val="dk1"/>
            </a:effectRef>
            <a:fontRef idx="minor">
              <a:schemeClr val="dk1"/>
            </a:fontRef>
          </p:style>
          <p:txBody>
            <a:bodyPr lIns="91387" tIns="45694" rIns="91387" bIns="45694" rtlCol="0" anchor="ctr"/>
            <a:lstStyle/>
            <a:p>
              <a:pPr algn="ctr" defTabSz="914098">
                <a:defRPr/>
              </a:pPr>
              <a:endParaRPr lang="en-US" sz="1799">
                <a:solidFill>
                  <a:srgbClr val="000000"/>
                </a:solidFill>
                <a:latin typeface="Segoe UI"/>
              </a:endParaRPr>
            </a:p>
          </p:txBody>
        </p:sp>
        <p:sp>
          <p:nvSpPr>
            <p:cNvPr id="553" name="Rectangle 552"/>
            <p:cNvSpPr/>
            <p:nvPr/>
          </p:nvSpPr>
          <p:spPr>
            <a:xfrm>
              <a:off x="3753998" y="4257010"/>
              <a:ext cx="1196701" cy="1062160"/>
            </a:xfrm>
            <a:prstGeom prst="rect">
              <a:avLst/>
            </a:prstGeom>
            <a:solidFill>
              <a:srgbClr val="2B579A"/>
            </a:solidFill>
            <a:ln w="22225">
              <a:solidFill>
                <a:srgbClr val="1B375F"/>
              </a:solidFill>
            </a:ln>
            <a:effectLst/>
          </p:spPr>
          <p:style>
            <a:lnRef idx="1">
              <a:schemeClr val="dk1"/>
            </a:lnRef>
            <a:fillRef idx="2">
              <a:schemeClr val="dk1"/>
            </a:fillRef>
            <a:effectRef idx="1">
              <a:schemeClr val="dk1"/>
            </a:effectRef>
            <a:fontRef idx="minor">
              <a:schemeClr val="dk1"/>
            </a:fontRef>
          </p:style>
          <p:txBody>
            <a:bodyPr lIns="91387" tIns="45694" rIns="91387" bIns="45694" rtlCol="0" anchor="ctr"/>
            <a:lstStyle/>
            <a:p>
              <a:pPr algn="ctr" defTabSz="914098">
                <a:defRPr/>
              </a:pPr>
              <a:endParaRPr lang="en-US" sz="1799">
                <a:solidFill>
                  <a:srgbClr val="000000"/>
                </a:solidFill>
                <a:latin typeface="Segoe UI"/>
              </a:endParaRPr>
            </a:p>
          </p:txBody>
        </p:sp>
        <p:cxnSp>
          <p:nvCxnSpPr>
            <p:cNvPr id="560" name="Straight Connector 559"/>
            <p:cNvCxnSpPr/>
            <p:nvPr/>
          </p:nvCxnSpPr>
          <p:spPr>
            <a:xfrm>
              <a:off x="3942100" y="4776050"/>
              <a:ext cx="852417"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561" name="Straight Connector 560"/>
            <p:cNvCxnSpPr/>
            <p:nvPr/>
          </p:nvCxnSpPr>
          <p:spPr>
            <a:xfrm>
              <a:off x="3942100" y="4955339"/>
              <a:ext cx="852417"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562" name="Straight Connector 561"/>
            <p:cNvCxnSpPr/>
            <p:nvPr/>
          </p:nvCxnSpPr>
          <p:spPr>
            <a:xfrm>
              <a:off x="3942100" y="5134631"/>
              <a:ext cx="852417"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555" name="Straight Connector 554"/>
            <p:cNvCxnSpPr/>
            <p:nvPr/>
          </p:nvCxnSpPr>
          <p:spPr>
            <a:xfrm>
              <a:off x="3328334" y="4776049"/>
              <a:ext cx="312105"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556" name="Straight Connector 555"/>
            <p:cNvCxnSpPr/>
            <p:nvPr/>
          </p:nvCxnSpPr>
          <p:spPr>
            <a:xfrm>
              <a:off x="3328334" y="4955339"/>
              <a:ext cx="312105"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cxnSp>
          <p:nvCxnSpPr>
            <p:cNvPr id="557" name="Straight Connector 556"/>
            <p:cNvCxnSpPr/>
            <p:nvPr/>
          </p:nvCxnSpPr>
          <p:spPr>
            <a:xfrm>
              <a:off x="3328334" y="5134631"/>
              <a:ext cx="312105" cy="0"/>
            </a:xfrm>
            <a:prstGeom prst="line">
              <a:avLst/>
            </a:prstGeom>
            <a:noFill/>
            <a:ln w="22225">
              <a:solidFill>
                <a:srgbClr val="1B375F"/>
              </a:solidFill>
            </a:ln>
            <a:effectLst/>
          </p:spPr>
          <p:style>
            <a:lnRef idx="1">
              <a:schemeClr val="dk1"/>
            </a:lnRef>
            <a:fillRef idx="2">
              <a:schemeClr val="dk1"/>
            </a:fillRef>
            <a:effectRef idx="1">
              <a:schemeClr val="dk1"/>
            </a:effectRef>
            <a:fontRef idx="minor">
              <a:schemeClr val="dk1"/>
            </a:fontRef>
          </p:style>
        </p:cxnSp>
        <p:sp>
          <p:nvSpPr>
            <p:cNvPr id="558" name="Freeform 9"/>
            <p:cNvSpPr>
              <a:spLocks noChangeAspect="1" noEditPoints="1"/>
            </p:cNvSpPr>
            <p:nvPr/>
          </p:nvSpPr>
          <p:spPr bwMode="black">
            <a:xfrm>
              <a:off x="3294014" y="4321096"/>
              <a:ext cx="380746" cy="380746"/>
            </a:xfrm>
            <a:custGeom>
              <a:avLst/>
              <a:gdLst>
                <a:gd name="T0" fmla="*/ 246 w 415"/>
                <a:gd name="T1" fmla="*/ 99 h 415"/>
                <a:gd name="T2" fmla="*/ 0 w 415"/>
                <a:gd name="T3" fmla="*/ 42 h 415"/>
                <a:gd name="T4" fmla="*/ 246 w 415"/>
                <a:gd name="T5" fmla="*/ 415 h 415"/>
                <a:gd name="T6" fmla="*/ 402 w 415"/>
                <a:gd name="T7" fmla="*/ 321 h 415"/>
                <a:gd name="T8" fmla="*/ 415 w 415"/>
                <a:gd name="T9" fmla="*/ 113 h 415"/>
                <a:gd name="T10" fmla="*/ 179 w 415"/>
                <a:gd name="T11" fmla="*/ 222 h 415"/>
                <a:gd name="T12" fmla="*/ 169 w 415"/>
                <a:gd name="T13" fmla="*/ 251 h 415"/>
                <a:gd name="T14" fmla="*/ 151 w 415"/>
                <a:gd name="T15" fmla="*/ 272 h 415"/>
                <a:gd name="T16" fmla="*/ 128 w 415"/>
                <a:gd name="T17" fmla="*/ 282 h 415"/>
                <a:gd name="T18" fmla="*/ 102 w 415"/>
                <a:gd name="T19" fmla="*/ 281 h 415"/>
                <a:gd name="T20" fmla="*/ 82 w 415"/>
                <a:gd name="T21" fmla="*/ 269 h 415"/>
                <a:gd name="T22" fmla="*/ 66 w 415"/>
                <a:gd name="T23" fmla="*/ 249 h 415"/>
                <a:gd name="T24" fmla="*/ 58 w 415"/>
                <a:gd name="T25" fmla="*/ 223 h 415"/>
                <a:gd name="T26" fmla="*/ 58 w 415"/>
                <a:gd name="T27" fmla="*/ 191 h 415"/>
                <a:gd name="T28" fmla="*/ 65 w 415"/>
                <a:gd name="T29" fmla="*/ 164 h 415"/>
                <a:gd name="T30" fmla="*/ 82 w 415"/>
                <a:gd name="T31" fmla="*/ 141 h 415"/>
                <a:gd name="T32" fmla="*/ 103 w 415"/>
                <a:gd name="T33" fmla="*/ 130 h 415"/>
                <a:gd name="T34" fmla="*/ 130 w 415"/>
                <a:gd name="T35" fmla="*/ 127 h 415"/>
                <a:gd name="T36" fmla="*/ 153 w 415"/>
                <a:gd name="T37" fmla="*/ 137 h 415"/>
                <a:gd name="T38" fmla="*/ 169 w 415"/>
                <a:gd name="T39" fmla="*/ 158 h 415"/>
                <a:gd name="T40" fmla="*/ 179 w 415"/>
                <a:gd name="T41" fmla="*/ 186 h 415"/>
                <a:gd name="T42" fmla="*/ 179 w 415"/>
                <a:gd name="T43" fmla="*/ 222 h 415"/>
                <a:gd name="T44" fmla="*/ 246 w 415"/>
                <a:gd name="T45" fmla="*/ 307 h 415"/>
                <a:gd name="T46" fmla="*/ 292 w 415"/>
                <a:gd name="T47" fmla="*/ 228 h 415"/>
                <a:gd name="T48" fmla="*/ 401 w 415"/>
                <a:gd name="T49" fmla="*/ 140 h 415"/>
                <a:gd name="T50" fmla="*/ 401 w 415"/>
                <a:gd name="T51" fmla="*/ 121 h 415"/>
                <a:gd name="T52" fmla="*/ 298 w 415"/>
                <a:gd name="T53" fmla="*/ 216 h 415"/>
                <a:gd name="T54" fmla="*/ 246 w 415"/>
                <a:gd name="T55" fmla="*/ 113 h 415"/>
                <a:gd name="T56" fmla="*/ 401 w 415"/>
                <a:gd name="T57" fmla="*/ 121 h 415"/>
                <a:gd name="T58" fmla="*/ 143 w 415"/>
                <a:gd name="T59" fmla="*/ 176 h 415"/>
                <a:gd name="T60" fmla="*/ 134 w 415"/>
                <a:gd name="T61" fmla="*/ 163 h 415"/>
                <a:gd name="T62" fmla="*/ 123 w 415"/>
                <a:gd name="T63" fmla="*/ 157 h 415"/>
                <a:gd name="T64" fmla="*/ 109 w 415"/>
                <a:gd name="T65" fmla="*/ 158 h 415"/>
                <a:gd name="T66" fmla="*/ 97 w 415"/>
                <a:gd name="T67" fmla="*/ 165 h 415"/>
                <a:gd name="T68" fmla="*/ 89 w 415"/>
                <a:gd name="T69" fmla="*/ 178 h 415"/>
                <a:gd name="T70" fmla="*/ 85 w 415"/>
                <a:gd name="T71" fmla="*/ 196 h 415"/>
                <a:gd name="T72" fmla="*/ 85 w 415"/>
                <a:gd name="T73" fmla="*/ 216 h 415"/>
                <a:gd name="T74" fmla="*/ 90 w 415"/>
                <a:gd name="T75" fmla="*/ 233 h 415"/>
                <a:gd name="T76" fmla="*/ 98 w 415"/>
                <a:gd name="T77" fmla="*/ 246 h 415"/>
                <a:gd name="T78" fmla="*/ 109 w 415"/>
                <a:gd name="T79" fmla="*/ 252 h 415"/>
                <a:gd name="T80" fmla="*/ 122 w 415"/>
                <a:gd name="T81" fmla="*/ 254 h 415"/>
                <a:gd name="T82" fmla="*/ 134 w 415"/>
                <a:gd name="T83" fmla="*/ 248 h 415"/>
                <a:gd name="T84" fmla="*/ 142 w 415"/>
                <a:gd name="T85" fmla="*/ 236 h 415"/>
                <a:gd name="T86" fmla="*/ 147 w 415"/>
                <a:gd name="T87" fmla="*/ 217 h 415"/>
                <a:gd name="T88" fmla="*/ 147 w 415"/>
                <a:gd name="T89" fmla="*/ 195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15" h="415">
                  <a:moveTo>
                    <a:pt x="401" y="99"/>
                  </a:moveTo>
                  <a:cubicBezTo>
                    <a:pt x="246" y="99"/>
                    <a:pt x="246" y="99"/>
                    <a:pt x="246" y="99"/>
                  </a:cubicBezTo>
                  <a:cubicBezTo>
                    <a:pt x="246" y="0"/>
                    <a:pt x="246" y="0"/>
                    <a:pt x="246" y="0"/>
                  </a:cubicBezTo>
                  <a:cubicBezTo>
                    <a:pt x="0" y="42"/>
                    <a:pt x="0" y="42"/>
                    <a:pt x="0" y="42"/>
                  </a:cubicBezTo>
                  <a:cubicBezTo>
                    <a:pt x="0" y="373"/>
                    <a:pt x="0" y="373"/>
                    <a:pt x="0" y="373"/>
                  </a:cubicBezTo>
                  <a:cubicBezTo>
                    <a:pt x="246" y="415"/>
                    <a:pt x="246" y="415"/>
                    <a:pt x="246" y="415"/>
                  </a:cubicBezTo>
                  <a:cubicBezTo>
                    <a:pt x="246" y="321"/>
                    <a:pt x="246" y="321"/>
                    <a:pt x="246" y="321"/>
                  </a:cubicBezTo>
                  <a:cubicBezTo>
                    <a:pt x="402" y="321"/>
                    <a:pt x="402" y="321"/>
                    <a:pt x="402" y="321"/>
                  </a:cubicBezTo>
                  <a:cubicBezTo>
                    <a:pt x="409" y="321"/>
                    <a:pt x="415" y="314"/>
                    <a:pt x="415" y="307"/>
                  </a:cubicBezTo>
                  <a:cubicBezTo>
                    <a:pt x="415" y="113"/>
                    <a:pt x="415" y="113"/>
                    <a:pt x="415" y="113"/>
                  </a:cubicBezTo>
                  <a:cubicBezTo>
                    <a:pt x="415" y="105"/>
                    <a:pt x="409" y="99"/>
                    <a:pt x="401" y="99"/>
                  </a:cubicBezTo>
                  <a:close/>
                  <a:moveTo>
                    <a:pt x="179" y="222"/>
                  </a:moveTo>
                  <a:cubicBezTo>
                    <a:pt x="177" y="228"/>
                    <a:pt x="176" y="232"/>
                    <a:pt x="175" y="237"/>
                  </a:cubicBezTo>
                  <a:cubicBezTo>
                    <a:pt x="174" y="243"/>
                    <a:pt x="172" y="248"/>
                    <a:pt x="169" y="251"/>
                  </a:cubicBezTo>
                  <a:cubicBezTo>
                    <a:pt x="167" y="256"/>
                    <a:pt x="164" y="259"/>
                    <a:pt x="161" y="263"/>
                  </a:cubicBezTo>
                  <a:cubicBezTo>
                    <a:pt x="157" y="266"/>
                    <a:pt x="155" y="270"/>
                    <a:pt x="151" y="272"/>
                  </a:cubicBezTo>
                  <a:cubicBezTo>
                    <a:pt x="148" y="275"/>
                    <a:pt x="144" y="277"/>
                    <a:pt x="140" y="278"/>
                  </a:cubicBezTo>
                  <a:cubicBezTo>
                    <a:pt x="136" y="281"/>
                    <a:pt x="133" y="282"/>
                    <a:pt x="128" y="282"/>
                  </a:cubicBezTo>
                  <a:cubicBezTo>
                    <a:pt x="124" y="283"/>
                    <a:pt x="120" y="283"/>
                    <a:pt x="115" y="283"/>
                  </a:cubicBezTo>
                  <a:cubicBezTo>
                    <a:pt x="110" y="283"/>
                    <a:pt x="107" y="282"/>
                    <a:pt x="102" y="281"/>
                  </a:cubicBezTo>
                  <a:cubicBezTo>
                    <a:pt x="98" y="279"/>
                    <a:pt x="95" y="278"/>
                    <a:pt x="91" y="276"/>
                  </a:cubicBezTo>
                  <a:cubicBezTo>
                    <a:pt x="88" y="275"/>
                    <a:pt x="84" y="272"/>
                    <a:pt x="82" y="269"/>
                  </a:cubicBezTo>
                  <a:cubicBezTo>
                    <a:pt x="78" y="266"/>
                    <a:pt x="76" y="264"/>
                    <a:pt x="72" y="261"/>
                  </a:cubicBezTo>
                  <a:cubicBezTo>
                    <a:pt x="70" y="257"/>
                    <a:pt x="68" y="252"/>
                    <a:pt x="66" y="249"/>
                  </a:cubicBezTo>
                  <a:cubicBezTo>
                    <a:pt x="64" y="245"/>
                    <a:pt x="62" y="241"/>
                    <a:pt x="61" y="236"/>
                  </a:cubicBezTo>
                  <a:cubicBezTo>
                    <a:pt x="59" y="232"/>
                    <a:pt x="58" y="228"/>
                    <a:pt x="58" y="223"/>
                  </a:cubicBezTo>
                  <a:cubicBezTo>
                    <a:pt x="57" y="217"/>
                    <a:pt x="57" y="212"/>
                    <a:pt x="57" y="207"/>
                  </a:cubicBezTo>
                  <a:cubicBezTo>
                    <a:pt x="57" y="202"/>
                    <a:pt x="57" y="196"/>
                    <a:pt x="58" y="191"/>
                  </a:cubicBezTo>
                  <a:cubicBezTo>
                    <a:pt x="58" y="186"/>
                    <a:pt x="59" y="180"/>
                    <a:pt x="61" y="177"/>
                  </a:cubicBezTo>
                  <a:cubicBezTo>
                    <a:pt x="62" y="172"/>
                    <a:pt x="64" y="167"/>
                    <a:pt x="65" y="164"/>
                  </a:cubicBezTo>
                  <a:cubicBezTo>
                    <a:pt x="68" y="159"/>
                    <a:pt x="70" y="156"/>
                    <a:pt x="72" y="152"/>
                  </a:cubicBezTo>
                  <a:cubicBezTo>
                    <a:pt x="75" y="148"/>
                    <a:pt x="78" y="145"/>
                    <a:pt x="82" y="141"/>
                  </a:cubicBezTo>
                  <a:cubicBezTo>
                    <a:pt x="84" y="139"/>
                    <a:pt x="88" y="137"/>
                    <a:pt x="91" y="134"/>
                  </a:cubicBezTo>
                  <a:cubicBezTo>
                    <a:pt x="95" y="132"/>
                    <a:pt x="99" y="131"/>
                    <a:pt x="103" y="130"/>
                  </a:cubicBezTo>
                  <a:cubicBezTo>
                    <a:pt x="108" y="128"/>
                    <a:pt x="112" y="127"/>
                    <a:pt x="117" y="127"/>
                  </a:cubicBezTo>
                  <a:cubicBezTo>
                    <a:pt x="121" y="127"/>
                    <a:pt x="125" y="127"/>
                    <a:pt x="130" y="127"/>
                  </a:cubicBezTo>
                  <a:cubicBezTo>
                    <a:pt x="134" y="128"/>
                    <a:pt x="137" y="130"/>
                    <a:pt x="142" y="131"/>
                  </a:cubicBezTo>
                  <a:cubicBezTo>
                    <a:pt x="146" y="133"/>
                    <a:pt x="149" y="134"/>
                    <a:pt x="153" y="137"/>
                  </a:cubicBezTo>
                  <a:cubicBezTo>
                    <a:pt x="155" y="140"/>
                    <a:pt x="159" y="143"/>
                    <a:pt x="162" y="146"/>
                  </a:cubicBezTo>
                  <a:cubicBezTo>
                    <a:pt x="164" y="150"/>
                    <a:pt x="167" y="153"/>
                    <a:pt x="169" y="158"/>
                  </a:cubicBezTo>
                  <a:cubicBezTo>
                    <a:pt x="172" y="161"/>
                    <a:pt x="174" y="166"/>
                    <a:pt x="175" y="171"/>
                  </a:cubicBezTo>
                  <a:cubicBezTo>
                    <a:pt x="176" y="176"/>
                    <a:pt x="177" y="182"/>
                    <a:pt x="179" y="186"/>
                  </a:cubicBezTo>
                  <a:cubicBezTo>
                    <a:pt x="180" y="192"/>
                    <a:pt x="180" y="198"/>
                    <a:pt x="180" y="204"/>
                  </a:cubicBezTo>
                  <a:cubicBezTo>
                    <a:pt x="180" y="210"/>
                    <a:pt x="180" y="216"/>
                    <a:pt x="179" y="222"/>
                  </a:cubicBezTo>
                  <a:close/>
                  <a:moveTo>
                    <a:pt x="401" y="307"/>
                  </a:moveTo>
                  <a:cubicBezTo>
                    <a:pt x="246" y="307"/>
                    <a:pt x="246" y="307"/>
                    <a:pt x="246" y="307"/>
                  </a:cubicBezTo>
                  <a:cubicBezTo>
                    <a:pt x="246" y="185"/>
                    <a:pt x="246" y="185"/>
                    <a:pt x="246" y="185"/>
                  </a:cubicBezTo>
                  <a:cubicBezTo>
                    <a:pt x="292" y="228"/>
                    <a:pt x="292" y="228"/>
                    <a:pt x="292" y="228"/>
                  </a:cubicBezTo>
                  <a:cubicBezTo>
                    <a:pt x="297" y="232"/>
                    <a:pt x="303" y="232"/>
                    <a:pt x="306" y="228"/>
                  </a:cubicBezTo>
                  <a:cubicBezTo>
                    <a:pt x="401" y="140"/>
                    <a:pt x="401" y="140"/>
                    <a:pt x="401" y="140"/>
                  </a:cubicBezTo>
                  <a:lnTo>
                    <a:pt x="401" y="307"/>
                  </a:lnTo>
                  <a:close/>
                  <a:moveTo>
                    <a:pt x="401" y="121"/>
                  </a:moveTo>
                  <a:cubicBezTo>
                    <a:pt x="300" y="216"/>
                    <a:pt x="300" y="216"/>
                    <a:pt x="300" y="216"/>
                  </a:cubicBezTo>
                  <a:cubicBezTo>
                    <a:pt x="300" y="217"/>
                    <a:pt x="299" y="217"/>
                    <a:pt x="298" y="216"/>
                  </a:cubicBezTo>
                  <a:cubicBezTo>
                    <a:pt x="246" y="167"/>
                    <a:pt x="246" y="167"/>
                    <a:pt x="246" y="167"/>
                  </a:cubicBezTo>
                  <a:cubicBezTo>
                    <a:pt x="246" y="113"/>
                    <a:pt x="246" y="113"/>
                    <a:pt x="246" y="113"/>
                  </a:cubicBezTo>
                  <a:cubicBezTo>
                    <a:pt x="401" y="113"/>
                    <a:pt x="401" y="113"/>
                    <a:pt x="401" y="113"/>
                  </a:cubicBezTo>
                  <a:lnTo>
                    <a:pt x="401" y="121"/>
                  </a:lnTo>
                  <a:close/>
                  <a:moveTo>
                    <a:pt x="146" y="184"/>
                  </a:moveTo>
                  <a:cubicBezTo>
                    <a:pt x="144" y="182"/>
                    <a:pt x="144" y="178"/>
                    <a:pt x="143" y="176"/>
                  </a:cubicBezTo>
                  <a:cubicBezTo>
                    <a:pt x="142" y="173"/>
                    <a:pt x="141" y="171"/>
                    <a:pt x="138" y="169"/>
                  </a:cubicBezTo>
                  <a:cubicBezTo>
                    <a:pt x="137" y="166"/>
                    <a:pt x="136" y="165"/>
                    <a:pt x="134" y="163"/>
                  </a:cubicBezTo>
                  <a:cubicBezTo>
                    <a:pt x="133" y="161"/>
                    <a:pt x="131" y="160"/>
                    <a:pt x="129" y="159"/>
                  </a:cubicBezTo>
                  <a:cubicBezTo>
                    <a:pt x="127" y="158"/>
                    <a:pt x="125" y="158"/>
                    <a:pt x="123" y="157"/>
                  </a:cubicBezTo>
                  <a:cubicBezTo>
                    <a:pt x="121" y="157"/>
                    <a:pt x="118" y="157"/>
                    <a:pt x="116" y="157"/>
                  </a:cubicBezTo>
                  <a:cubicBezTo>
                    <a:pt x="114" y="157"/>
                    <a:pt x="111" y="157"/>
                    <a:pt x="109" y="158"/>
                  </a:cubicBezTo>
                  <a:cubicBezTo>
                    <a:pt x="107" y="158"/>
                    <a:pt x="104" y="159"/>
                    <a:pt x="103" y="160"/>
                  </a:cubicBezTo>
                  <a:cubicBezTo>
                    <a:pt x="101" y="161"/>
                    <a:pt x="98" y="163"/>
                    <a:pt x="97" y="165"/>
                  </a:cubicBezTo>
                  <a:cubicBezTo>
                    <a:pt x="96" y="166"/>
                    <a:pt x="94" y="169"/>
                    <a:pt x="92" y="171"/>
                  </a:cubicBezTo>
                  <a:cubicBezTo>
                    <a:pt x="91" y="173"/>
                    <a:pt x="90" y="176"/>
                    <a:pt x="89" y="178"/>
                  </a:cubicBezTo>
                  <a:cubicBezTo>
                    <a:pt x="88" y="180"/>
                    <a:pt x="88" y="184"/>
                    <a:pt x="86" y="186"/>
                  </a:cubicBezTo>
                  <a:cubicBezTo>
                    <a:pt x="86" y="189"/>
                    <a:pt x="85" y="192"/>
                    <a:pt x="85" y="196"/>
                  </a:cubicBezTo>
                  <a:cubicBezTo>
                    <a:pt x="85" y="198"/>
                    <a:pt x="84" y="202"/>
                    <a:pt x="84" y="205"/>
                  </a:cubicBezTo>
                  <a:cubicBezTo>
                    <a:pt x="84" y="209"/>
                    <a:pt x="85" y="212"/>
                    <a:pt x="85" y="216"/>
                  </a:cubicBezTo>
                  <a:cubicBezTo>
                    <a:pt x="85" y="219"/>
                    <a:pt x="86" y="223"/>
                    <a:pt x="86" y="225"/>
                  </a:cubicBezTo>
                  <a:cubicBezTo>
                    <a:pt x="88" y="229"/>
                    <a:pt x="89" y="231"/>
                    <a:pt x="90" y="233"/>
                  </a:cubicBezTo>
                  <a:cubicBezTo>
                    <a:pt x="91" y="236"/>
                    <a:pt x="92" y="238"/>
                    <a:pt x="94" y="241"/>
                  </a:cubicBezTo>
                  <a:cubicBezTo>
                    <a:pt x="95" y="243"/>
                    <a:pt x="96" y="244"/>
                    <a:pt x="98" y="246"/>
                  </a:cubicBezTo>
                  <a:cubicBezTo>
                    <a:pt x="99" y="248"/>
                    <a:pt x="102" y="249"/>
                    <a:pt x="103" y="250"/>
                  </a:cubicBezTo>
                  <a:cubicBezTo>
                    <a:pt x="105" y="251"/>
                    <a:pt x="107" y="252"/>
                    <a:pt x="109" y="252"/>
                  </a:cubicBezTo>
                  <a:cubicBezTo>
                    <a:pt x="111" y="254"/>
                    <a:pt x="114" y="254"/>
                    <a:pt x="115" y="254"/>
                  </a:cubicBezTo>
                  <a:cubicBezTo>
                    <a:pt x="117" y="254"/>
                    <a:pt x="120" y="254"/>
                    <a:pt x="122" y="254"/>
                  </a:cubicBezTo>
                  <a:cubicBezTo>
                    <a:pt x="124" y="252"/>
                    <a:pt x="127" y="252"/>
                    <a:pt x="128" y="251"/>
                  </a:cubicBezTo>
                  <a:cubicBezTo>
                    <a:pt x="130" y="250"/>
                    <a:pt x="131" y="249"/>
                    <a:pt x="134" y="248"/>
                  </a:cubicBezTo>
                  <a:cubicBezTo>
                    <a:pt x="135" y="246"/>
                    <a:pt x="137" y="244"/>
                    <a:pt x="138" y="243"/>
                  </a:cubicBezTo>
                  <a:cubicBezTo>
                    <a:pt x="140" y="241"/>
                    <a:pt x="141" y="238"/>
                    <a:pt x="142" y="236"/>
                  </a:cubicBezTo>
                  <a:cubicBezTo>
                    <a:pt x="143" y="232"/>
                    <a:pt x="144" y="230"/>
                    <a:pt x="146" y="226"/>
                  </a:cubicBezTo>
                  <a:cubicBezTo>
                    <a:pt x="147" y="224"/>
                    <a:pt x="147" y="220"/>
                    <a:pt x="147" y="217"/>
                  </a:cubicBezTo>
                  <a:cubicBezTo>
                    <a:pt x="148" y="213"/>
                    <a:pt x="148" y="210"/>
                    <a:pt x="148" y="206"/>
                  </a:cubicBezTo>
                  <a:cubicBezTo>
                    <a:pt x="148" y="202"/>
                    <a:pt x="148" y="198"/>
                    <a:pt x="147" y="195"/>
                  </a:cubicBezTo>
                  <a:cubicBezTo>
                    <a:pt x="147" y="191"/>
                    <a:pt x="147" y="187"/>
                    <a:pt x="146" y="184"/>
                  </a:cubicBezTo>
                  <a:close/>
                </a:path>
              </a:pathLst>
            </a:custGeom>
            <a:solidFill>
              <a:srgbClr val="1B375F"/>
            </a:solidFill>
            <a:ln>
              <a:noFill/>
            </a:ln>
          </p:spPr>
          <p:txBody>
            <a:bodyPr vert="horz" wrap="square" lIns="89642" tIns="44821" rIns="89642" bIns="44821" numCol="1" anchor="t" anchorCtr="0" compatLnSpc="1">
              <a:prstTxWarp prst="textNoShape">
                <a:avLst/>
              </a:prstTxWarp>
            </a:bodyPr>
            <a:lstStyle/>
            <a:p>
              <a:pPr defTabSz="914367">
                <a:defRPr/>
              </a:pPr>
              <a:endParaRPr lang="en-US" kern="0">
                <a:solidFill>
                  <a:srgbClr val="505050"/>
                </a:solidFill>
                <a:latin typeface="Segoe UI"/>
              </a:endParaRPr>
            </a:p>
          </p:txBody>
        </p:sp>
        <p:sp>
          <p:nvSpPr>
            <p:cNvPr id="530" name="Freeform 10"/>
            <p:cNvSpPr>
              <a:spLocks noChangeAspect="1" noEditPoints="1"/>
            </p:cNvSpPr>
            <p:nvPr/>
          </p:nvSpPr>
          <p:spPr bwMode="auto">
            <a:xfrm>
              <a:off x="1581499" y="4519042"/>
              <a:ext cx="610333" cy="1096369"/>
            </a:xfrm>
            <a:prstGeom prst="roundRect">
              <a:avLst>
                <a:gd name="adj" fmla="val 3431"/>
              </a:avLst>
            </a:prstGeom>
            <a:solidFill>
              <a:srgbClr val="333333"/>
            </a:solidFill>
            <a:ln>
              <a:noFill/>
            </a:ln>
            <a:extLst/>
          </p:spPr>
          <p:txBody>
            <a:bodyPr vert="horz" wrap="square" lIns="87845" tIns="43922" rIns="87845" bIns="43922" numCol="1" anchor="t" anchorCtr="0" compatLnSpc="1">
              <a:prstTxWarp prst="textNoShape">
                <a:avLst/>
              </a:prstTxWarp>
            </a:bodyPr>
            <a:lstStyle/>
            <a:p>
              <a:pPr defTabSz="895913">
                <a:defRPr/>
              </a:pPr>
              <a:endParaRPr lang="en-US" sz="1729">
                <a:solidFill>
                  <a:srgbClr val="FFFFFF"/>
                </a:solidFill>
                <a:latin typeface="Segoe UI"/>
              </a:endParaRPr>
            </a:p>
          </p:txBody>
        </p:sp>
        <p:sp>
          <p:nvSpPr>
            <p:cNvPr id="531" name="Rectangle 530"/>
            <p:cNvSpPr/>
            <p:nvPr/>
          </p:nvSpPr>
          <p:spPr bwMode="auto">
            <a:xfrm>
              <a:off x="1610385" y="4626798"/>
              <a:ext cx="552561" cy="853054"/>
            </a:xfrm>
            <a:prstGeom prst="rect">
              <a:avLst/>
            </a:prstGeom>
            <a:solidFill>
              <a:srgbClr val="5C2D9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89" tIns="140553" rIns="175689" bIns="140553" numCol="1" spcCol="0" rtlCol="0" fromWordArt="0" anchor="t" anchorCtr="0" forceAA="0" compatLnSpc="1">
              <a:prstTxWarp prst="textNoShape">
                <a:avLst/>
              </a:prstTxWarp>
              <a:noAutofit/>
            </a:bodyPr>
            <a:lstStyle/>
            <a:p>
              <a:pPr algn="ctr" defTabSz="895653" fontAlgn="base">
                <a:lnSpc>
                  <a:spcPct val="90000"/>
                </a:lnSpc>
                <a:spcBef>
                  <a:spcPct val="0"/>
                </a:spcBef>
                <a:spcAft>
                  <a:spcPct val="0"/>
                </a:spcAft>
                <a:defRPr/>
              </a:pPr>
              <a:endParaRPr lang="en-US" sz="2306"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32" name="Round Same Side Corner Rectangle 531"/>
            <p:cNvSpPr/>
            <p:nvPr/>
          </p:nvSpPr>
          <p:spPr bwMode="auto">
            <a:xfrm flipV="1">
              <a:off x="1840210" y="4535287"/>
              <a:ext cx="96570" cy="16095"/>
            </a:xfrm>
            <a:prstGeom prst="round2SameRect">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89" tIns="140553" rIns="175689" bIns="140553" numCol="1" spcCol="0" rtlCol="0" fromWordArt="0" anchor="t" anchorCtr="0" forceAA="0" compatLnSpc="1">
              <a:prstTxWarp prst="textNoShape">
                <a:avLst/>
              </a:prstTxWarp>
              <a:noAutofit/>
            </a:bodyPr>
            <a:lstStyle/>
            <a:p>
              <a:pPr algn="ctr" defTabSz="895653" fontAlgn="base">
                <a:lnSpc>
                  <a:spcPct val="90000"/>
                </a:lnSpc>
                <a:spcBef>
                  <a:spcPct val="0"/>
                </a:spcBef>
                <a:spcAft>
                  <a:spcPct val="0"/>
                </a:spcAft>
                <a:defRPr/>
              </a:pPr>
              <a:endParaRPr lang="en-US" sz="2306"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33" name="Oval 532"/>
            <p:cNvSpPr/>
            <p:nvPr/>
          </p:nvSpPr>
          <p:spPr bwMode="auto">
            <a:xfrm>
              <a:off x="2077612" y="4550265"/>
              <a:ext cx="16095" cy="16095"/>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89" tIns="140553" rIns="175689" bIns="140553" numCol="1" spcCol="0" rtlCol="0" fromWordArt="0" anchor="t" anchorCtr="0" forceAA="0" compatLnSpc="1">
              <a:prstTxWarp prst="textNoShape">
                <a:avLst/>
              </a:prstTxWarp>
              <a:noAutofit/>
            </a:bodyPr>
            <a:lstStyle/>
            <a:p>
              <a:pPr algn="ctr" defTabSz="895653" fontAlgn="base">
                <a:lnSpc>
                  <a:spcPct val="90000"/>
                </a:lnSpc>
                <a:spcBef>
                  <a:spcPct val="0"/>
                </a:spcBef>
                <a:spcAft>
                  <a:spcPct val="0"/>
                </a:spcAft>
                <a:defRPr/>
              </a:pPr>
              <a:endParaRPr lang="en-US" sz="2306"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43" name="Freeform 13"/>
            <p:cNvSpPr>
              <a:spLocks/>
            </p:cNvSpPr>
            <p:nvPr/>
          </p:nvSpPr>
          <p:spPr bwMode="auto">
            <a:xfrm>
              <a:off x="1885813" y="5520649"/>
              <a:ext cx="28567" cy="25260"/>
            </a:xfrm>
            <a:custGeom>
              <a:avLst/>
              <a:gdLst>
                <a:gd name="T0" fmla="*/ 0 w 1140"/>
                <a:gd name="T1" fmla="*/ 1008 h 1008"/>
                <a:gd name="T2" fmla="*/ 1140 w 1140"/>
                <a:gd name="T3" fmla="*/ 1008 h 1008"/>
                <a:gd name="T4" fmla="*/ 1140 w 1140"/>
                <a:gd name="T5" fmla="*/ 0 h 1008"/>
                <a:gd name="T6" fmla="*/ 0 w 1140"/>
                <a:gd name="T7" fmla="*/ 159 h 1008"/>
                <a:gd name="T8" fmla="*/ 0 w 1140"/>
                <a:gd name="T9" fmla="*/ 1008 h 1008"/>
              </a:gdLst>
              <a:ahLst/>
              <a:cxnLst>
                <a:cxn ang="0">
                  <a:pos x="T0" y="T1"/>
                </a:cxn>
                <a:cxn ang="0">
                  <a:pos x="T2" y="T3"/>
                </a:cxn>
                <a:cxn ang="0">
                  <a:pos x="T4" y="T5"/>
                </a:cxn>
                <a:cxn ang="0">
                  <a:pos x="T6" y="T7"/>
                </a:cxn>
                <a:cxn ang="0">
                  <a:pos x="T8" y="T9"/>
                </a:cxn>
              </a:cxnLst>
              <a:rect l="0" t="0" r="r" b="b"/>
              <a:pathLst>
                <a:path w="1140" h="1008">
                  <a:moveTo>
                    <a:pt x="0" y="1008"/>
                  </a:moveTo>
                  <a:lnTo>
                    <a:pt x="1140" y="1008"/>
                  </a:lnTo>
                  <a:lnTo>
                    <a:pt x="1140" y="0"/>
                  </a:lnTo>
                  <a:lnTo>
                    <a:pt x="0" y="159"/>
                  </a:lnTo>
                  <a:lnTo>
                    <a:pt x="0" y="1008"/>
                  </a:lnTo>
                  <a:close/>
                </a:path>
              </a:pathLst>
            </a:custGeom>
            <a:solidFill>
              <a:srgbClr val="4E4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44" name="Freeform 14"/>
            <p:cNvSpPr>
              <a:spLocks/>
            </p:cNvSpPr>
            <p:nvPr/>
          </p:nvSpPr>
          <p:spPr bwMode="auto">
            <a:xfrm>
              <a:off x="1858950" y="5524758"/>
              <a:ext cx="21877" cy="21150"/>
            </a:xfrm>
            <a:custGeom>
              <a:avLst/>
              <a:gdLst>
                <a:gd name="T0" fmla="*/ 873 w 873"/>
                <a:gd name="T1" fmla="*/ 844 h 844"/>
                <a:gd name="T2" fmla="*/ 873 w 873"/>
                <a:gd name="T3" fmla="*/ 0 h 844"/>
                <a:gd name="T4" fmla="*/ 0 w 873"/>
                <a:gd name="T5" fmla="*/ 123 h 844"/>
                <a:gd name="T6" fmla="*/ 0 w 873"/>
                <a:gd name="T7" fmla="*/ 844 h 844"/>
                <a:gd name="T8" fmla="*/ 873 w 873"/>
                <a:gd name="T9" fmla="*/ 844 h 844"/>
              </a:gdLst>
              <a:ahLst/>
              <a:cxnLst>
                <a:cxn ang="0">
                  <a:pos x="T0" y="T1"/>
                </a:cxn>
                <a:cxn ang="0">
                  <a:pos x="T2" y="T3"/>
                </a:cxn>
                <a:cxn ang="0">
                  <a:pos x="T4" y="T5"/>
                </a:cxn>
                <a:cxn ang="0">
                  <a:pos x="T6" y="T7"/>
                </a:cxn>
                <a:cxn ang="0">
                  <a:pos x="T8" y="T9"/>
                </a:cxn>
              </a:cxnLst>
              <a:rect l="0" t="0" r="r" b="b"/>
              <a:pathLst>
                <a:path w="873" h="844">
                  <a:moveTo>
                    <a:pt x="873" y="844"/>
                  </a:moveTo>
                  <a:lnTo>
                    <a:pt x="873" y="0"/>
                  </a:lnTo>
                  <a:lnTo>
                    <a:pt x="0" y="123"/>
                  </a:lnTo>
                  <a:lnTo>
                    <a:pt x="0" y="844"/>
                  </a:lnTo>
                  <a:lnTo>
                    <a:pt x="873" y="844"/>
                  </a:lnTo>
                  <a:close/>
                </a:path>
              </a:pathLst>
            </a:custGeom>
            <a:solidFill>
              <a:srgbClr val="4E4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45" name="Freeform 15"/>
            <p:cNvSpPr>
              <a:spLocks/>
            </p:cNvSpPr>
            <p:nvPr/>
          </p:nvSpPr>
          <p:spPr bwMode="auto">
            <a:xfrm>
              <a:off x="1858950" y="5550895"/>
              <a:ext cx="21877" cy="21100"/>
            </a:xfrm>
            <a:custGeom>
              <a:avLst/>
              <a:gdLst>
                <a:gd name="T0" fmla="*/ 873 w 873"/>
                <a:gd name="T1" fmla="*/ 0 h 842"/>
                <a:gd name="T2" fmla="*/ 0 w 873"/>
                <a:gd name="T3" fmla="*/ 0 h 842"/>
                <a:gd name="T4" fmla="*/ 0 w 873"/>
                <a:gd name="T5" fmla="*/ 721 h 842"/>
                <a:gd name="T6" fmla="*/ 873 w 873"/>
                <a:gd name="T7" fmla="*/ 842 h 842"/>
                <a:gd name="T8" fmla="*/ 873 w 873"/>
                <a:gd name="T9" fmla="*/ 0 h 842"/>
              </a:gdLst>
              <a:ahLst/>
              <a:cxnLst>
                <a:cxn ang="0">
                  <a:pos x="T0" y="T1"/>
                </a:cxn>
                <a:cxn ang="0">
                  <a:pos x="T2" y="T3"/>
                </a:cxn>
                <a:cxn ang="0">
                  <a:pos x="T4" y="T5"/>
                </a:cxn>
                <a:cxn ang="0">
                  <a:pos x="T6" y="T7"/>
                </a:cxn>
                <a:cxn ang="0">
                  <a:pos x="T8" y="T9"/>
                </a:cxn>
              </a:cxnLst>
              <a:rect l="0" t="0" r="r" b="b"/>
              <a:pathLst>
                <a:path w="873" h="842">
                  <a:moveTo>
                    <a:pt x="873" y="0"/>
                  </a:moveTo>
                  <a:lnTo>
                    <a:pt x="0" y="0"/>
                  </a:lnTo>
                  <a:lnTo>
                    <a:pt x="0" y="721"/>
                  </a:lnTo>
                  <a:lnTo>
                    <a:pt x="873" y="842"/>
                  </a:lnTo>
                  <a:lnTo>
                    <a:pt x="873" y="0"/>
                  </a:lnTo>
                  <a:close/>
                </a:path>
              </a:pathLst>
            </a:custGeom>
            <a:solidFill>
              <a:srgbClr val="4E4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46" name="Freeform 16"/>
            <p:cNvSpPr>
              <a:spLocks/>
            </p:cNvSpPr>
            <p:nvPr/>
          </p:nvSpPr>
          <p:spPr bwMode="auto">
            <a:xfrm>
              <a:off x="1885813" y="5550895"/>
              <a:ext cx="28567" cy="25184"/>
            </a:xfrm>
            <a:custGeom>
              <a:avLst/>
              <a:gdLst>
                <a:gd name="T0" fmla="*/ 0 w 1140"/>
                <a:gd name="T1" fmla="*/ 0 h 1005"/>
                <a:gd name="T2" fmla="*/ 0 w 1140"/>
                <a:gd name="T3" fmla="*/ 847 h 1005"/>
                <a:gd name="T4" fmla="*/ 1140 w 1140"/>
                <a:gd name="T5" fmla="*/ 1005 h 1005"/>
                <a:gd name="T6" fmla="*/ 1140 w 1140"/>
                <a:gd name="T7" fmla="*/ 0 h 1005"/>
                <a:gd name="T8" fmla="*/ 0 w 1140"/>
                <a:gd name="T9" fmla="*/ 0 h 1005"/>
              </a:gdLst>
              <a:ahLst/>
              <a:cxnLst>
                <a:cxn ang="0">
                  <a:pos x="T0" y="T1"/>
                </a:cxn>
                <a:cxn ang="0">
                  <a:pos x="T2" y="T3"/>
                </a:cxn>
                <a:cxn ang="0">
                  <a:pos x="T4" y="T5"/>
                </a:cxn>
                <a:cxn ang="0">
                  <a:pos x="T6" y="T7"/>
                </a:cxn>
                <a:cxn ang="0">
                  <a:pos x="T8" y="T9"/>
                </a:cxn>
              </a:cxnLst>
              <a:rect l="0" t="0" r="r" b="b"/>
              <a:pathLst>
                <a:path w="1140" h="1005">
                  <a:moveTo>
                    <a:pt x="0" y="0"/>
                  </a:moveTo>
                  <a:lnTo>
                    <a:pt x="0" y="847"/>
                  </a:lnTo>
                  <a:lnTo>
                    <a:pt x="1140" y="1005"/>
                  </a:lnTo>
                  <a:lnTo>
                    <a:pt x="1140" y="0"/>
                  </a:lnTo>
                  <a:lnTo>
                    <a:pt x="0" y="0"/>
                  </a:lnTo>
                  <a:close/>
                </a:path>
              </a:pathLst>
            </a:custGeom>
            <a:solidFill>
              <a:srgbClr val="4E4E4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35" name="Freeform 20"/>
            <p:cNvSpPr>
              <a:spLocks noEditPoints="1"/>
            </p:cNvSpPr>
            <p:nvPr/>
          </p:nvSpPr>
          <p:spPr bwMode="auto">
            <a:xfrm>
              <a:off x="2085660" y="5524861"/>
              <a:ext cx="45619" cy="47133"/>
            </a:xfrm>
            <a:custGeom>
              <a:avLst/>
              <a:gdLst>
                <a:gd name="T0" fmla="*/ 41 w 1845"/>
                <a:gd name="T1" fmla="*/ 1632 h 1907"/>
                <a:gd name="T2" fmla="*/ 552 w 1845"/>
                <a:gd name="T3" fmla="*/ 1102 h 1907"/>
                <a:gd name="T4" fmla="*/ 430 w 1845"/>
                <a:gd name="T5" fmla="*/ 709 h 1907"/>
                <a:gd name="T6" fmla="*/ 1135 w 1845"/>
                <a:gd name="T7" fmla="*/ 0 h 1907"/>
                <a:gd name="T8" fmla="*/ 1845 w 1845"/>
                <a:gd name="T9" fmla="*/ 709 h 1907"/>
                <a:gd name="T10" fmla="*/ 1135 w 1845"/>
                <a:gd name="T11" fmla="*/ 1413 h 1907"/>
                <a:gd name="T12" fmla="*/ 796 w 1845"/>
                <a:gd name="T13" fmla="*/ 1326 h 1907"/>
                <a:gd name="T14" fmla="*/ 281 w 1845"/>
                <a:gd name="T15" fmla="*/ 1862 h 1907"/>
                <a:gd name="T16" fmla="*/ 124 w 1845"/>
                <a:gd name="T17" fmla="*/ 1865 h 1907"/>
                <a:gd name="T18" fmla="*/ 45 w 1845"/>
                <a:gd name="T19" fmla="*/ 1789 h 1907"/>
                <a:gd name="T20" fmla="*/ 41 w 1845"/>
                <a:gd name="T21" fmla="*/ 1632 h 1907"/>
                <a:gd name="T22" fmla="*/ 1135 w 1845"/>
                <a:gd name="T23" fmla="*/ 1195 h 1907"/>
                <a:gd name="T24" fmla="*/ 1625 w 1845"/>
                <a:gd name="T25" fmla="*/ 709 h 1907"/>
                <a:gd name="T26" fmla="*/ 1135 w 1845"/>
                <a:gd name="T27" fmla="*/ 222 h 1907"/>
                <a:gd name="T28" fmla="*/ 648 w 1845"/>
                <a:gd name="T29" fmla="*/ 709 h 1907"/>
                <a:gd name="T30" fmla="*/ 1135 w 1845"/>
                <a:gd name="T31" fmla="*/ 1195 h 1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45" h="1907">
                  <a:moveTo>
                    <a:pt x="41" y="1632"/>
                  </a:moveTo>
                  <a:cubicBezTo>
                    <a:pt x="552" y="1102"/>
                    <a:pt x="552" y="1102"/>
                    <a:pt x="552" y="1102"/>
                  </a:cubicBezTo>
                  <a:cubicBezTo>
                    <a:pt x="475" y="989"/>
                    <a:pt x="430" y="853"/>
                    <a:pt x="430" y="709"/>
                  </a:cubicBezTo>
                  <a:cubicBezTo>
                    <a:pt x="430" y="319"/>
                    <a:pt x="745" y="0"/>
                    <a:pt x="1135" y="0"/>
                  </a:cubicBezTo>
                  <a:cubicBezTo>
                    <a:pt x="1528" y="0"/>
                    <a:pt x="1845" y="319"/>
                    <a:pt x="1845" y="709"/>
                  </a:cubicBezTo>
                  <a:cubicBezTo>
                    <a:pt x="1845" y="1097"/>
                    <a:pt x="1528" y="1413"/>
                    <a:pt x="1135" y="1413"/>
                  </a:cubicBezTo>
                  <a:cubicBezTo>
                    <a:pt x="1013" y="1413"/>
                    <a:pt x="897" y="1381"/>
                    <a:pt x="796" y="1326"/>
                  </a:cubicBezTo>
                  <a:cubicBezTo>
                    <a:pt x="281" y="1862"/>
                    <a:pt x="281" y="1862"/>
                    <a:pt x="281" y="1862"/>
                  </a:cubicBezTo>
                  <a:cubicBezTo>
                    <a:pt x="239" y="1907"/>
                    <a:pt x="170" y="1907"/>
                    <a:pt x="124" y="1865"/>
                  </a:cubicBezTo>
                  <a:cubicBezTo>
                    <a:pt x="45" y="1789"/>
                    <a:pt x="45" y="1789"/>
                    <a:pt x="45" y="1789"/>
                  </a:cubicBezTo>
                  <a:cubicBezTo>
                    <a:pt x="2" y="1748"/>
                    <a:pt x="0" y="1677"/>
                    <a:pt x="41" y="1632"/>
                  </a:cubicBezTo>
                  <a:close/>
                  <a:moveTo>
                    <a:pt x="1135" y="1195"/>
                  </a:moveTo>
                  <a:cubicBezTo>
                    <a:pt x="1406" y="1195"/>
                    <a:pt x="1625" y="976"/>
                    <a:pt x="1625" y="709"/>
                  </a:cubicBezTo>
                  <a:cubicBezTo>
                    <a:pt x="1625" y="438"/>
                    <a:pt x="1406" y="222"/>
                    <a:pt x="1135" y="222"/>
                  </a:cubicBezTo>
                  <a:cubicBezTo>
                    <a:pt x="867" y="222"/>
                    <a:pt x="648" y="438"/>
                    <a:pt x="648" y="709"/>
                  </a:cubicBezTo>
                  <a:cubicBezTo>
                    <a:pt x="648" y="976"/>
                    <a:pt x="867" y="1195"/>
                    <a:pt x="1135" y="1195"/>
                  </a:cubicBezTo>
                  <a:close/>
                </a:path>
              </a:pathLst>
            </a:custGeom>
            <a:solidFill>
              <a:srgbClr val="4E4E4E"/>
            </a:solidFill>
            <a:ln>
              <a:noFill/>
            </a:ln>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36" name="Freeform 24"/>
            <p:cNvSpPr>
              <a:spLocks/>
            </p:cNvSpPr>
            <p:nvPr/>
          </p:nvSpPr>
          <p:spPr bwMode="auto">
            <a:xfrm flipH="1">
              <a:off x="1646393" y="5524758"/>
              <a:ext cx="54539" cy="45619"/>
            </a:xfrm>
            <a:custGeom>
              <a:avLst/>
              <a:gdLst>
                <a:gd name="T0" fmla="*/ 2378 w 4084"/>
                <a:gd name="T1" fmla="*/ 0 h 3416"/>
                <a:gd name="T2" fmla="*/ 4084 w 4084"/>
                <a:gd name="T3" fmla="*/ 1709 h 3416"/>
                <a:gd name="T4" fmla="*/ 2378 w 4084"/>
                <a:gd name="T5" fmla="*/ 3416 h 3416"/>
                <a:gd name="T6" fmla="*/ 1259 w 4084"/>
                <a:gd name="T7" fmla="*/ 3416 h 3416"/>
                <a:gd name="T8" fmla="*/ 2553 w 4084"/>
                <a:gd name="T9" fmla="*/ 2116 h 3416"/>
                <a:gd name="T10" fmla="*/ 0 w 4084"/>
                <a:gd name="T11" fmla="*/ 2116 h 3416"/>
                <a:gd name="T12" fmla="*/ 0 w 4084"/>
                <a:gd name="T13" fmla="*/ 1290 h 3416"/>
                <a:gd name="T14" fmla="*/ 2541 w 4084"/>
                <a:gd name="T15" fmla="*/ 1290 h 3416"/>
                <a:gd name="T16" fmla="*/ 1245 w 4084"/>
                <a:gd name="T17" fmla="*/ 0 h 3416"/>
                <a:gd name="T18" fmla="*/ 2378 w 4084"/>
                <a:gd name="T19" fmla="*/ 0 h 3416"/>
                <a:gd name="T20" fmla="*/ 2378 w 4084"/>
                <a:gd name="T21" fmla="*/ 0 h 3416"/>
                <a:gd name="T22" fmla="*/ 2378 w 4084"/>
                <a:gd name="T23" fmla="*/ 0 h 3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84" h="3416">
                  <a:moveTo>
                    <a:pt x="2378" y="0"/>
                  </a:moveTo>
                  <a:lnTo>
                    <a:pt x="4084" y="1709"/>
                  </a:lnTo>
                  <a:lnTo>
                    <a:pt x="2378" y="3416"/>
                  </a:lnTo>
                  <a:lnTo>
                    <a:pt x="1259" y="3416"/>
                  </a:lnTo>
                  <a:lnTo>
                    <a:pt x="2553" y="2116"/>
                  </a:lnTo>
                  <a:lnTo>
                    <a:pt x="0" y="2116"/>
                  </a:lnTo>
                  <a:lnTo>
                    <a:pt x="0" y="1290"/>
                  </a:lnTo>
                  <a:lnTo>
                    <a:pt x="2541" y="1290"/>
                  </a:lnTo>
                  <a:lnTo>
                    <a:pt x="1245" y="0"/>
                  </a:lnTo>
                  <a:lnTo>
                    <a:pt x="2378" y="0"/>
                  </a:lnTo>
                  <a:lnTo>
                    <a:pt x="2378" y="0"/>
                  </a:lnTo>
                  <a:lnTo>
                    <a:pt x="2378" y="0"/>
                  </a:lnTo>
                  <a:close/>
                </a:path>
              </a:pathLst>
            </a:custGeom>
            <a:solidFill>
              <a:srgbClr val="4E4E4E"/>
            </a:solidFill>
            <a:ln>
              <a:noFill/>
            </a:ln>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539" name="Rectangle 538"/>
            <p:cNvSpPr/>
            <p:nvPr/>
          </p:nvSpPr>
          <p:spPr bwMode="auto">
            <a:xfrm flipH="1">
              <a:off x="2026087" y="5029441"/>
              <a:ext cx="136859" cy="136859"/>
            </a:xfrm>
            <a:prstGeom prst="rect">
              <a:avLst/>
            </a:prstGeom>
            <a:solidFill>
              <a:srgbClr val="32145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40" name="Rectangle 539"/>
            <p:cNvSpPr/>
            <p:nvPr/>
          </p:nvSpPr>
          <p:spPr bwMode="auto">
            <a:xfrm flipH="1">
              <a:off x="1709024" y="5029441"/>
              <a:ext cx="310896" cy="136859"/>
            </a:xfrm>
            <a:prstGeom prst="rect">
              <a:avLst/>
            </a:prstGeom>
            <a:solidFill>
              <a:srgbClr val="32145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41" name="Rectangle 540"/>
            <p:cNvSpPr/>
            <p:nvPr/>
          </p:nvSpPr>
          <p:spPr bwMode="auto">
            <a:xfrm flipH="1">
              <a:off x="2026087" y="5173631"/>
              <a:ext cx="136859" cy="136859"/>
            </a:xfrm>
            <a:prstGeom prst="rect">
              <a:avLst/>
            </a:prstGeom>
            <a:solidFill>
              <a:srgbClr val="32145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42" name="Rectangle 541"/>
            <p:cNvSpPr/>
            <p:nvPr/>
          </p:nvSpPr>
          <p:spPr bwMode="auto">
            <a:xfrm flipH="1">
              <a:off x="1709024" y="5173631"/>
              <a:ext cx="310896" cy="136859"/>
            </a:xfrm>
            <a:prstGeom prst="rect">
              <a:avLst/>
            </a:prstGeom>
            <a:solidFill>
              <a:srgbClr val="32145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525" name="Straight Connector 524"/>
            <p:cNvCxnSpPr/>
            <p:nvPr/>
          </p:nvCxnSpPr>
          <p:spPr>
            <a:xfrm>
              <a:off x="1930793" y="4670178"/>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6" name="Straight Connector 525"/>
            <p:cNvCxnSpPr/>
            <p:nvPr/>
          </p:nvCxnSpPr>
          <p:spPr>
            <a:xfrm>
              <a:off x="1930793" y="4741390"/>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7" name="Straight Connector 526"/>
            <p:cNvCxnSpPr/>
            <p:nvPr/>
          </p:nvCxnSpPr>
          <p:spPr>
            <a:xfrm>
              <a:off x="1930793" y="4805707"/>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8" name="Straight Connector 527"/>
            <p:cNvCxnSpPr/>
            <p:nvPr/>
          </p:nvCxnSpPr>
          <p:spPr>
            <a:xfrm>
              <a:off x="1930790" y="4870024"/>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9" name="Straight Connector 528"/>
            <p:cNvCxnSpPr/>
            <p:nvPr/>
          </p:nvCxnSpPr>
          <p:spPr>
            <a:xfrm>
              <a:off x="1930793" y="4934341"/>
              <a:ext cx="184419" cy="0"/>
            </a:xfrm>
            <a:prstGeom prst="line">
              <a:avLst/>
            </a:prstGeom>
            <a:ln>
              <a:solidFill>
                <a:srgbClr val="32145A"/>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18" name="Freeform 10"/>
            <p:cNvSpPr>
              <a:spLocks noChangeAspect="1" noEditPoints="1"/>
            </p:cNvSpPr>
            <p:nvPr/>
          </p:nvSpPr>
          <p:spPr bwMode="auto">
            <a:xfrm>
              <a:off x="540178" y="4549544"/>
              <a:ext cx="593354" cy="1065867"/>
            </a:xfrm>
            <a:prstGeom prst="roundRect">
              <a:avLst>
                <a:gd name="adj" fmla="val 7324"/>
              </a:avLst>
            </a:prstGeom>
            <a:solidFill>
              <a:srgbClr val="333333"/>
            </a:solidFill>
            <a:ln>
              <a:noFill/>
            </a:ln>
            <a:extLst/>
          </p:spPr>
          <p:txBody>
            <a:bodyPr vert="horz" wrap="square" lIns="87845" tIns="43922" rIns="87845" bIns="43922" numCol="1" anchor="t" anchorCtr="0" compatLnSpc="1">
              <a:prstTxWarp prst="textNoShape">
                <a:avLst/>
              </a:prstTxWarp>
            </a:bodyPr>
            <a:lstStyle/>
            <a:p>
              <a:pPr defTabSz="895913">
                <a:defRPr/>
              </a:pPr>
              <a:endParaRPr lang="en-US" sz="1729">
                <a:solidFill>
                  <a:srgbClr val="FFFFFF"/>
                </a:solidFill>
                <a:latin typeface="Segoe UI"/>
              </a:endParaRPr>
            </a:p>
          </p:txBody>
        </p:sp>
        <p:sp>
          <p:nvSpPr>
            <p:cNvPr id="519" name="Rounded Rectangle 518"/>
            <p:cNvSpPr/>
            <p:nvPr/>
          </p:nvSpPr>
          <p:spPr bwMode="auto">
            <a:xfrm>
              <a:off x="568261" y="4677551"/>
              <a:ext cx="537189" cy="801081"/>
            </a:xfrm>
            <a:prstGeom prst="roundRect">
              <a:avLst>
                <a:gd name="adj" fmla="val 1187"/>
              </a:avLst>
            </a:prstGeom>
            <a:solidFill>
              <a:srgbClr val="0072C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89" tIns="140553" rIns="175689" bIns="140553" numCol="1" spcCol="0" rtlCol="0" fromWordArt="0" anchor="t" anchorCtr="0" forceAA="0" compatLnSpc="1">
              <a:prstTxWarp prst="textNoShape">
                <a:avLst/>
              </a:prstTxWarp>
              <a:noAutofit/>
            </a:bodyPr>
            <a:lstStyle/>
            <a:p>
              <a:pPr algn="ctr" defTabSz="895653" fontAlgn="base">
                <a:lnSpc>
                  <a:spcPct val="90000"/>
                </a:lnSpc>
                <a:spcBef>
                  <a:spcPct val="0"/>
                </a:spcBef>
                <a:spcAft>
                  <a:spcPct val="0"/>
                </a:spcAft>
                <a:defRPr/>
              </a:pPr>
              <a:endParaRPr lang="en-US" sz="2306"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520" name="Group 519"/>
            <p:cNvGrpSpPr/>
            <p:nvPr/>
          </p:nvGrpSpPr>
          <p:grpSpPr>
            <a:xfrm>
              <a:off x="751181" y="4641194"/>
              <a:ext cx="134394" cy="15647"/>
              <a:chOff x="5596078" y="2180378"/>
              <a:chExt cx="138544" cy="16130"/>
            </a:xfrm>
            <a:solidFill>
              <a:schemeClr val="tx1">
                <a:lumMod val="50000"/>
              </a:schemeClr>
            </a:solidFill>
          </p:grpSpPr>
          <p:sp>
            <p:nvSpPr>
              <p:cNvPr id="523" name="Rounded Rectangle 522"/>
              <p:cNvSpPr/>
              <p:nvPr/>
            </p:nvSpPr>
            <p:spPr bwMode="auto">
              <a:xfrm>
                <a:off x="5637840" y="2180378"/>
                <a:ext cx="96782" cy="16130"/>
              </a:xfrm>
              <a:prstGeom prst="roundRect">
                <a:avLst>
                  <a:gd name="adj" fmla="val 50000"/>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89" tIns="140553" rIns="175689" bIns="140553" numCol="1" spcCol="0" rtlCol="0" fromWordArt="0" anchor="t" anchorCtr="0" forceAA="0" compatLnSpc="1">
                <a:prstTxWarp prst="textNoShape">
                  <a:avLst/>
                </a:prstTxWarp>
                <a:noAutofit/>
              </a:bodyPr>
              <a:lstStyle/>
              <a:p>
                <a:pPr algn="ctr" defTabSz="895653" fontAlgn="base">
                  <a:lnSpc>
                    <a:spcPct val="90000"/>
                  </a:lnSpc>
                  <a:spcBef>
                    <a:spcPct val="0"/>
                  </a:spcBef>
                  <a:spcAft>
                    <a:spcPct val="0"/>
                  </a:spcAft>
                  <a:defRPr/>
                </a:pPr>
                <a:endParaRPr lang="en-US" sz="2306"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24" name="Oval 523"/>
              <p:cNvSpPr/>
              <p:nvPr/>
            </p:nvSpPr>
            <p:spPr bwMode="auto">
              <a:xfrm>
                <a:off x="5596078" y="2180378"/>
                <a:ext cx="16130" cy="16130"/>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89" tIns="140553" rIns="175689" bIns="140553" numCol="1" spcCol="0" rtlCol="0" fromWordArt="0" anchor="t" anchorCtr="0" forceAA="0" compatLnSpc="1">
                <a:prstTxWarp prst="textNoShape">
                  <a:avLst/>
                </a:prstTxWarp>
                <a:noAutofit/>
              </a:bodyPr>
              <a:lstStyle/>
              <a:p>
                <a:pPr algn="ctr" defTabSz="895653" fontAlgn="base">
                  <a:lnSpc>
                    <a:spcPct val="90000"/>
                  </a:lnSpc>
                  <a:spcBef>
                    <a:spcPct val="0"/>
                  </a:spcBef>
                  <a:spcAft>
                    <a:spcPct val="0"/>
                  </a:spcAft>
                  <a:defRPr/>
                </a:pPr>
                <a:endParaRPr lang="en-US" sz="2306"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sp>
          <p:nvSpPr>
            <p:cNvPr id="521" name="Oval 520"/>
            <p:cNvSpPr/>
            <p:nvPr/>
          </p:nvSpPr>
          <p:spPr bwMode="auto">
            <a:xfrm>
              <a:off x="823550" y="4593872"/>
              <a:ext cx="26610" cy="26610"/>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89" tIns="140553" rIns="175689" bIns="140553" numCol="1" spcCol="0" rtlCol="0" fromWordArt="0" anchor="t" anchorCtr="0" forceAA="0" compatLnSpc="1">
              <a:prstTxWarp prst="textNoShape">
                <a:avLst/>
              </a:prstTxWarp>
              <a:noAutofit/>
            </a:bodyPr>
            <a:lstStyle/>
            <a:p>
              <a:pPr algn="ctr" defTabSz="895653" fontAlgn="base">
                <a:lnSpc>
                  <a:spcPct val="90000"/>
                </a:lnSpc>
                <a:spcBef>
                  <a:spcPct val="0"/>
                </a:spcBef>
                <a:spcAft>
                  <a:spcPct val="0"/>
                </a:spcAft>
                <a:defRPr/>
              </a:pPr>
              <a:endParaRPr lang="en-US" sz="2306"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22" name="Oval 521"/>
            <p:cNvSpPr/>
            <p:nvPr/>
          </p:nvSpPr>
          <p:spPr bwMode="auto">
            <a:xfrm>
              <a:off x="796940" y="5508692"/>
              <a:ext cx="79831" cy="79831"/>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89" tIns="140553" rIns="175689" bIns="140553" numCol="1" spcCol="0" rtlCol="0" fromWordArt="0" anchor="t" anchorCtr="0" forceAA="0" compatLnSpc="1">
              <a:prstTxWarp prst="textNoShape">
                <a:avLst/>
              </a:prstTxWarp>
              <a:noAutofit/>
            </a:bodyPr>
            <a:lstStyle/>
            <a:p>
              <a:pPr algn="ctr" defTabSz="895653" fontAlgn="base">
                <a:lnSpc>
                  <a:spcPct val="90000"/>
                </a:lnSpc>
                <a:spcBef>
                  <a:spcPct val="0"/>
                </a:spcBef>
                <a:spcAft>
                  <a:spcPct val="0"/>
                </a:spcAft>
                <a:defRPr/>
              </a:pPr>
              <a:endParaRPr lang="en-US" sz="2306"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08" name="Rectangle 507"/>
            <p:cNvSpPr/>
            <p:nvPr/>
          </p:nvSpPr>
          <p:spPr bwMode="auto">
            <a:xfrm>
              <a:off x="598225" y="4704721"/>
              <a:ext cx="476049" cy="77299"/>
            </a:xfrm>
            <a:prstGeom prst="rect">
              <a:avLst/>
            </a:prstGeom>
            <a:solidFill>
              <a:srgbClr val="005A9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09" name="Rectangle 508"/>
            <p:cNvSpPr/>
            <p:nvPr/>
          </p:nvSpPr>
          <p:spPr bwMode="auto">
            <a:xfrm>
              <a:off x="602651" y="4841407"/>
              <a:ext cx="467196" cy="599127"/>
            </a:xfrm>
            <a:prstGeom prst="rect">
              <a:avLst/>
            </a:prstGeom>
            <a:noFill/>
            <a:ln w="12700">
              <a:solidFill>
                <a:srgbClr val="005A9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510" name="Straight Connector 509"/>
            <p:cNvCxnSpPr/>
            <p:nvPr/>
          </p:nvCxnSpPr>
          <p:spPr>
            <a:xfrm>
              <a:off x="644407" y="4907348"/>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1" name="Straight Connector 510"/>
            <p:cNvCxnSpPr/>
            <p:nvPr/>
          </p:nvCxnSpPr>
          <p:spPr>
            <a:xfrm>
              <a:off x="644407" y="4971823"/>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2" name="Straight Connector 511"/>
            <p:cNvCxnSpPr/>
            <p:nvPr/>
          </p:nvCxnSpPr>
          <p:spPr>
            <a:xfrm>
              <a:off x="644407" y="5030056"/>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3" name="Straight Connector 512"/>
            <p:cNvCxnSpPr/>
            <p:nvPr/>
          </p:nvCxnSpPr>
          <p:spPr>
            <a:xfrm>
              <a:off x="644404" y="5088289"/>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4" name="Straight Connector 513"/>
            <p:cNvCxnSpPr/>
            <p:nvPr/>
          </p:nvCxnSpPr>
          <p:spPr>
            <a:xfrm>
              <a:off x="644407" y="5262987"/>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6" name="Straight Connector 515"/>
            <p:cNvCxnSpPr/>
            <p:nvPr/>
          </p:nvCxnSpPr>
          <p:spPr>
            <a:xfrm>
              <a:off x="644407" y="5146522"/>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7" name="Straight Connector 516"/>
            <p:cNvCxnSpPr/>
            <p:nvPr/>
          </p:nvCxnSpPr>
          <p:spPr>
            <a:xfrm>
              <a:off x="644405" y="5204755"/>
              <a:ext cx="245893" cy="0"/>
            </a:xfrm>
            <a:prstGeom prst="line">
              <a:avLst/>
            </a:prstGeom>
            <a:ln>
              <a:solidFill>
                <a:srgbClr val="005A9E"/>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498" name="Group 497"/>
            <p:cNvGrpSpPr/>
            <p:nvPr/>
          </p:nvGrpSpPr>
          <p:grpSpPr>
            <a:xfrm>
              <a:off x="1022496" y="4379028"/>
              <a:ext cx="651017" cy="1236383"/>
              <a:chOff x="5651685" y="-476444"/>
              <a:chExt cx="1669255" cy="2809977"/>
            </a:xfrm>
          </p:grpSpPr>
          <p:sp>
            <p:nvSpPr>
              <p:cNvPr id="500" name="Rectangle 499"/>
              <p:cNvSpPr/>
              <p:nvPr/>
            </p:nvSpPr>
            <p:spPr bwMode="auto">
              <a:xfrm>
                <a:off x="6203006" y="-476444"/>
                <a:ext cx="566612" cy="171451"/>
              </a:xfrm>
              <a:prstGeom prst="rect">
                <a:avLst/>
              </a:prstGeom>
              <a:solidFill>
                <a:schemeClr val="tx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89" tIns="140553" rIns="175689" bIns="140553" numCol="1" spcCol="0" rtlCol="0" fromWordArt="0" anchor="t" anchorCtr="0" forceAA="0" compatLnSpc="1">
                <a:prstTxWarp prst="textNoShape">
                  <a:avLst/>
                </a:prstTxWarp>
                <a:noAutofit/>
              </a:bodyPr>
              <a:lstStyle/>
              <a:p>
                <a:pPr algn="ctr" defTabSz="895653" fontAlgn="base">
                  <a:lnSpc>
                    <a:spcPct val="90000"/>
                  </a:lnSpc>
                  <a:spcBef>
                    <a:spcPct val="0"/>
                  </a:spcBef>
                  <a:spcAft>
                    <a:spcPct val="0"/>
                  </a:spcAft>
                  <a:defRPr/>
                </a:pPr>
                <a:endParaRPr lang="en-US" sz="2306"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01" name="Freeform 500"/>
              <p:cNvSpPr/>
              <p:nvPr/>
            </p:nvSpPr>
            <p:spPr bwMode="auto">
              <a:xfrm>
                <a:off x="5651685" y="-476444"/>
                <a:ext cx="1669255" cy="2809977"/>
              </a:xfrm>
              <a:custGeom>
                <a:avLst/>
                <a:gdLst>
                  <a:gd name="connsiteX0" fmla="*/ 239948 w 1715629"/>
                  <a:gd name="connsiteY0" fmla="*/ 0 h 2809977"/>
                  <a:gd name="connsiteX1" fmla="*/ 622279 w 1715629"/>
                  <a:gd name="connsiteY1" fmla="*/ 0 h 2809977"/>
                  <a:gd name="connsiteX2" fmla="*/ 626704 w 1715629"/>
                  <a:gd name="connsiteY2" fmla="*/ 21916 h 2809977"/>
                  <a:gd name="connsiteX3" fmla="*/ 705692 w 1715629"/>
                  <a:gd name="connsiteY3" fmla="*/ 74273 h 2809977"/>
                  <a:gd name="connsiteX4" fmla="*/ 1009937 w 1715629"/>
                  <a:gd name="connsiteY4" fmla="*/ 74273 h 2809977"/>
                  <a:gd name="connsiteX5" fmla="*/ 1088926 w 1715629"/>
                  <a:gd name="connsiteY5" fmla="*/ 21916 h 2809977"/>
                  <a:gd name="connsiteX6" fmla="*/ 1093350 w 1715629"/>
                  <a:gd name="connsiteY6" fmla="*/ 0 h 2809977"/>
                  <a:gd name="connsiteX7" fmla="*/ 1475681 w 1715629"/>
                  <a:gd name="connsiteY7" fmla="*/ 0 h 2809977"/>
                  <a:gd name="connsiteX8" fmla="*/ 1715629 w 1715629"/>
                  <a:gd name="connsiteY8" fmla="*/ 239948 h 2809977"/>
                  <a:gd name="connsiteX9" fmla="*/ 1715629 w 1715629"/>
                  <a:gd name="connsiteY9" fmla="*/ 2570029 h 2809977"/>
                  <a:gd name="connsiteX10" fmla="*/ 1475681 w 1715629"/>
                  <a:gd name="connsiteY10" fmla="*/ 2809977 h 2809977"/>
                  <a:gd name="connsiteX11" fmla="*/ 239948 w 1715629"/>
                  <a:gd name="connsiteY11" fmla="*/ 2809977 h 2809977"/>
                  <a:gd name="connsiteX12" fmla="*/ 0 w 1715629"/>
                  <a:gd name="connsiteY12" fmla="*/ 2570029 h 2809977"/>
                  <a:gd name="connsiteX13" fmla="*/ 0 w 1715629"/>
                  <a:gd name="connsiteY13" fmla="*/ 239948 h 2809977"/>
                  <a:gd name="connsiteX14" fmla="*/ 239948 w 1715629"/>
                  <a:gd name="connsiteY14" fmla="*/ 0 h 2809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15629" h="2809977">
                    <a:moveTo>
                      <a:pt x="239948" y="0"/>
                    </a:moveTo>
                    <a:lnTo>
                      <a:pt x="622279" y="0"/>
                    </a:lnTo>
                    <a:lnTo>
                      <a:pt x="626704" y="21916"/>
                    </a:lnTo>
                    <a:cubicBezTo>
                      <a:pt x="639718" y="52684"/>
                      <a:pt x="670184" y="74273"/>
                      <a:pt x="705692" y="74273"/>
                    </a:cubicBezTo>
                    <a:lnTo>
                      <a:pt x="1009937" y="74273"/>
                    </a:lnTo>
                    <a:cubicBezTo>
                      <a:pt x="1045446" y="74273"/>
                      <a:pt x="1075912" y="52684"/>
                      <a:pt x="1088926" y="21916"/>
                    </a:cubicBezTo>
                    <a:lnTo>
                      <a:pt x="1093350" y="0"/>
                    </a:lnTo>
                    <a:lnTo>
                      <a:pt x="1475681" y="0"/>
                    </a:lnTo>
                    <a:cubicBezTo>
                      <a:pt x="1608201" y="0"/>
                      <a:pt x="1715629" y="107428"/>
                      <a:pt x="1715629" y="239948"/>
                    </a:cubicBezTo>
                    <a:lnTo>
                      <a:pt x="1715629" y="2570029"/>
                    </a:lnTo>
                    <a:cubicBezTo>
                      <a:pt x="1715629" y="2702549"/>
                      <a:pt x="1608201" y="2809977"/>
                      <a:pt x="1475681" y="2809977"/>
                    </a:cubicBezTo>
                    <a:lnTo>
                      <a:pt x="239948" y="2809977"/>
                    </a:lnTo>
                    <a:cubicBezTo>
                      <a:pt x="107428" y="2809977"/>
                      <a:pt x="0" y="2702549"/>
                      <a:pt x="0" y="2570029"/>
                    </a:cubicBezTo>
                    <a:lnTo>
                      <a:pt x="0" y="239948"/>
                    </a:lnTo>
                    <a:cubicBezTo>
                      <a:pt x="0" y="107428"/>
                      <a:pt x="107428" y="0"/>
                      <a:pt x="239948" y="0"/>
                    </a:cubicBezTo>
                    <a:close/>
                  </a:path>
                </a:pathLst>
              </a:custGeom>
              <a:solidFill>
                <a:srgbClr val="33333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89" tIns="140553" rIns="175689" bIns="140553" numCol="1" spcCol="0" rtlCol="0" fromWordArt="0" anchor="t" anchorCtr="0" forceAA="0" compatLnSpc="1">
                <a:prstTxWarp prst="textNoShape">
                  <a:avLst/>
                </a:prstTxWarp>
                <a:noAutofit/>
              </a:bodyPr>
              <a:lstStyle/>
              <a:p>
                <a:pPr algn="ctr" defTabSz="895653" fontAlgn="base">
                  <a:lnSpc>
                    <a:spcPct val="90000"/>
                  </a:lnSpc>
                  <a:spcBef>
                    <a:spcPct val="0"/>
                  </a:spcBef>
                  <a:spcAft>
                    <a:spcPct val="0"/>
                  </a:spcAft>
                  <a:defRPr/>
                </a:pPr>
                <a:endParaRPr lang="en-US" sz="2306"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502" name="Group 501"/>
              <p:cNvGrpSpPr/>
              <p:nvPr/>
            </p:nvGrpSpPr>
            <p:grpSpPr>
              <a:xfrm>
                <a:off x="6124436" y="2123612"/>
                <a:ext cx="723752" cy="98117"/>
                <a:chOff x="6147223" y="2123612"/>
                <a:chExt cx="723752" cy="98117"/>
              </a:xfrm>
            </p:grpSpPr>
            <p:sp>
              <p:nvSpPr>
                <p:cNvPr id="503" name="Rounded Rectangle 502"/>
                <p:cNvSpPr/>
                <p:nvPr/>
              </p:nvSpPr>
              <p:spPr bwMode="auto">
                <a:xfrm>
                  <a:off x="6366215" y="2123612"/>
                  <a:ext cx="285769" cy="98117"/>
                </a:xfrm>
                <a:prstGeom prst="roundRect">
                  <a:avLst>
                    <a:gd name="adj" fmla="val 50000"/>
                  </a:avLst>
                </a:prstGeom>
                <a:solidFill>
                  <a:schemeClr val="tx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89" tIns="140553" rIns="175689" bIns="140553" numCol="1" spcCol="0" rtlCol="0" fromWordArt="0" anchor="t" anchorCtr="0" forceAA="0" compatLnSpc="1">
                  <a:prstTxWarp prst="textNoShape">
                    <a:avLst/>
                  </a:prstTxWarp>
                  <a:noAutofit/>
                </a:bodyPr>
                <a:lstStyle/>
                <a:p>
                  <a:pPr algn="ctr" defTabSz="895653" fontAlgn="base">
                    <a:lnSpc>
                      <a:spcPct val="90000"/>
                    </a:lnSpc>
                    <a:spcBef>
                      <a:spcPct val="0"/>
                    </a:spcBef>
                    <a:spcAft>
                      <a:spcPct val="0"/>
                    </a:spcAft>
                    <a:defRPr/>
                  </a:pPr>
                  <a:endParaRPr lang="en-US" sz="2306"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04" name="Oval 503"/>
                <p:cNvSpPr/>
                <p:nvPr/>
              </p:nvSpPr>
              <p:spPr bwMode="auto">
                <a:xfrm>
                  <a:off x="6147223" y="2137745"/>
                  <a:ext cx="69850" cy="69850"/>
                </a:xfrm>
                <a:prstGeom prst="ellipse">
                  <a:avLst/>
                </a:prstGeom>
                <a:solidFill>
                  <a:schemeClr val="tx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89" tIns="140553" rIns="175689" bIns="140553" numCol="1" spcCol="0" rtlCol="0" fromWordArt="0" anchor="t" anchorCtr="0" forceAA="0" compatLnSpc="1">
                  <a:prstTxWarp prst="textNoShape">
                    <a:avLst/>
                  </a:prstTxWarp>
                  <a:noAutofit/>
                </a:bodyPr>
                <a:lstStyle/>
                <a:p>
                  <a:pPr algn="ctr" defTabSz="895653" fontAlgn="base">
                    <a:lnSpc>
                      <a:spcPct val="90000"/>
                    </a:lnSpc>
                    <a:spcBef>
                      <a:spcPct val="0"/>
                    </a:spcBef>
                    <a:spcAft>
                      <a:spcPct val="0"/>
                    </a:spcAft>
                    <a:defRPr/>
                  </a:pPr>
                  <a:endParaRPr lang="en-US" sz="2306"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05" name="Oval 504"/>
                <p:cNvSpPr/>
                <p:nvPr/>
              </p:nvSpPr>
              <p:spPr bwMode="auto">
                <a:xfrm>
                  <a:off x="6801125" y="2137745"/>
                  <a:ext cx="69850" cy="69850"/>
                </a:xfrm>
                <a:prstGeom prst="ellipse">
                  <a:avLst/>
                </a:prstGeom>
                <a:solidFill>
                  <a:schemeClr val="tx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89" tIns="140553" rIns="175689" bIns="140553" numCol="1" spcCol="0" rtlCol="0" fromWordArt="0" anchor="t" anchorCtr="0" forceAA="0" compatLnSpc="1">
                  <a:prstTxWarp prst="textNoShape">
                    <a:avLst/>
                  </a:prstTxWarp>
                  <a:noAutofit/>
                </a:bodyPr>
                <a:lstStyle/>
                <a:p>
                  <a:pPr algn="ctr" defTabSz="895653" fontAlgn="base">
                    <a:lnSpc>
                      <a:spcPct val="90000"/>
                    </a:lnSpc>
                    <a:spcBef>
                      <a:spcPct val="0"/>
                    </a:spcBef>
                    <a:spcAft>
                      <a:spcPct val="0"/>
                    </a:spcAft>
                    <a:defRPr/>
                  </a:pPr>
                  <a:endParaRPr lang="en-US" sz="2306"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sp>
          <p:nvSpPr>
            <p:cNvPr id="499" name="Rounded Rectangle 498"/>
            <p:cNvSpPr/>
            <p:nvPr/>
          </p:nvSpPr>
          <p:spPr bwMode="auto">
            <a:xfrm>
              <a:off x="1063534" y="4483208"/>
              <a:ext cx="566284" cy="959409"/>
            </a:xfrm>
            <a:prstGeom prst="roundRect">
              <a:avLst>
                <a:gd name="adj" fmla="val 6832"/>
              </a:avLst>
            </a:prstGeom>
            <a:solidFill>
              <a:srgbClr val="BAD80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5665" tIns="140532" rIns="175665" bIns="140532" numCol="1" spcCol="0" rtlCol="0" fromWordArt="0" anchor="t" anchorCtr="0" forceAA="0" compatLnSpc="1">
              <a:prstTxWarp prst="textNoShape">
                <a:avLst/>
              </a:prstTxWarp>
              <a:noAutofit/>
            </a:bodyPr>
            <a:lstStyle/>
            <a:p>
              <a:pPr algn="ctr" defTabSz="895482" fontAlgn="base">
                <a:lnSpc>
                  <a:spcPct val="90000"/>
                </a:lnSpc>
                <a:spcBef>
                  <a:spcPct val="0"/>
                </a:spcBef>
                <a:spcAft>
                  <a:spcPct val="0"/>
                </a:spcAft>
                <a:defRPr/>
              </a:pPr>
              <a:endParaRPr lang="en-US" sz="2306"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90" name="Rectangle 489"/>
            <p:cNvSpPr/>
            <p:nvPr/>
          </p:nvSpPr>
          <p:spPr bwMode="auto">
            <a:xfrm>
              <a:off x="1109980" y="4540246"/>
              <a:ext cx="476049" cy="91833"/>
            </a:xfrm>
            <a:prstGeom prst="rect">
              <a:avLst/>
            </a:prstGeom>
            <a:solidFill>
              <a:srgbClr val="95AC0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91" name="Rectangle 490"/>
            <p:cNvSpPr/>
            <p:nvPr/>
          </p:nvSpPr>
          <p:spPr bwMode="auto">
            <a:xfrm>
              <a:off x="1114406" y="4702633"/>
              <a:ext cx="467196" cy="711776"/>
            </a:xfrm>
            <a:prstGeom prst="rect">
              <a:avLst/>
            </a:prstGeom>
            <a:noFill/>
            <a:ln w="12700">
              <a:solidFill>
                <a:srgbClr val="95AC0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492" name="Straight Connector 491"/>
            <p:cNvCxnSpPr/>
            <p:nvPr/>
          </p:nvCxnSpPr>
          <p:spPr>
            <a:xfrm>
              <a:off x="1156162" y="4788387"/>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3" name="Straight Connector 492"/>
            <p:cNvCxnSpPr/>
            <p:nvPr/>
          </p:nvCxnSpPr>
          <p:spPr>
            <a:xfrm>
              <a:off x="1156162" y="4873973"/>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4" name="Straight Connector 493"/>
            <p:cNvCxnSpPr/>
            <p:nvPr/>
          </p:nvCxnSpPr>
          <p:spPr>
            <a:xfrm>
              <a:off x="1156162" y="4959511"/>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5" name="Straight Connector 494"/>
            <p:cNvCxnSpPr/>
            <p:nvPr/>
          </p:nvCxnSpPr>
          <p:spPr>
            <a:xfrm>
              <a:off x="1156162" y="5358752"/>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6" name="Straight Connector 495"/>
            <p:cNvCxnSpPr/>
            <p:nvPr/>
          </p:nvCxnSpPr>
          <p:spPr>
            <a:xfrm>
              <a:off x="1156162" y="5203478"/>
              <a:ext cx="383687" cy="0"/>
            </a:xfrm>
            <a:prstGeom prst="line">
              <a:avLst/>
            </a:prstGeom>
            <a:ln>
              <a:solidFill>
                <a:srgbClr val="95AC08"/>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610" name="Rectangle 609"/>
          <p:cNvSpPr/>
          <p:nvPr/>
        </p:nvSpPr>
        <p:spPr>
          <a:xfrm>
            <a:off x="5127658" y="5032428"/>
            <a:ext cx="486047" cy="226374"/>
          </a:xfrm>
          <a:prstGeom prst="rect">
            <a:avLst/>
          </a:prstGeom>
          <a:solidFill>
            <a:srgbClr val="FFB900"/>
          </a:solidFill>
          <a:ln>
            <a:noFill/>
          </a:ln>
        </p:spPr>
        <p:style>
          <a:lnRef idx="2">
            <a:schemeClr val="accent1">
              <a:shade val="50000"/>
            </a:schemeClr>
          </a:lnRef>
          <a:fillRef idx="1">
            <a:schemeClr val="accent1"/>
          </a:fillRef>
          <a:effectRef idx="0">
            <a:schemeClr val="accent1"/>
          </a:effectRef>
          <a:fontRef idx="minor">
            <a:schemeClr val="lt1"/>
          </a:fontRef>
        </p:style>
        <p:txBody>
          <a:bodyPr lIns="91387" tIns="45694" rIns="91387" bIns="45694" rtlCol="0" anchor="ctr"/>
          <a:lstStyle/>
          <a:p>
            <a:pPr algn="ctr" defTabSz="914098">
              <a:defRPr/>
            </a:pPr>
            <a:endParaRPr lang="en-US" sz="1799">
              <a:solidFill>
                <a:srgbClr val="000000"/>
              </a:solidFill>
              <a:latin typeface="Segoe UI"/>
            </a:endParaRPr>
          </a:p>
        </p:txBody>
      </p:sp>
      <p:sp>
        <p:nvSpPr>
          <p:cNvPr id="574" name="Rectangle 573"/>
          <p:cNvSpPr/>
          <p:nvPr/>
        </p:nvSpPr>
        <p:spPr bwMode="auto">
          <a:xfrm>
            <a:off x="2848254" y="3525305"/>
            <a:ext cx="418634" cy="235930"/>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75" name="Rectangle 574"/>
          <p:cNvSpPr/>
          <p:nvPr/>
        </p:nvSpPr>
        <p:spPr bwMode="auto">
          <a:xfrm>
            <a:off x="3326276" y="3790608"/>
            <a:ext cx="418634" cy="235930"/>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59" name="Rectangle 558"/>
          <p:cNvSpPr/>
          <p:nvPr/>
        </p:nvSpPr>
        <p:spPr>
          <a:xfrm>
            <a:off x="3984443" y="4330812"/>
            <a:ext cx="835660" cy="202802"/>
          </a:xfrm>
          <a:prstGeom prst="rect">
            <a:avLst/>
          </a:prstGeom>
          <a:solidFill>
            <a:srgbClr val="FFB900"/>
          </a:solidFill>
          <a:ln>
            <a:noFill/>
          </a:ln>
        </p:spPr>
        <p:style>
          <a:lnRef idx="2">
            <a:schemeClr val="accent1">
              <a:shade val="50000"/>
            </a:schemeClr>
          </a:lnRef>
          <a:fillRef idx="1">
            <a:schemeClr val="accent1"/>
          </a:fillRef>
          <a:effectRef idx="0">
            <a:schemeClr val="accent1"/>
          </a:effectRef>
          <a:fontRef idx="minor">
            <a:schemeClr val="lt1"/>
          </a:fontRef>
        </p:style>
        <p:txBody>
          <a:bodyPr lIns="91387" tIns="45694" rIns="91387" bIns="45694" rtlCol="0" anchor="ctr"/>
          <a:lstStyle/>
          <a:p>
            <a:pPr algn="ctr" defTabSz="914098">
              <a:defRPr/>
            </a:pPr>
            <a:endParaRPr lang="en-US" sz="1799">
              <a:solidFill>
                <a:srgbClr val="000000"/>
              </a:solidFill>
              <a:latin typeface="Segoe UI"/>
            </a:endParaRPr>
          </a:p>
        </p:txBody>
      </p:sp>
      <p:sp>
        <p:nvSpPr>
          <p:cNvPr id="537" name="Rectangle 536"/>
          <p:cNvSpPr/>
          <p:nvPr/>
        </p:nvSpPr>
        <p:spPr bwMode="auto">
          <a:xfrm flipH="1">
            <a:off x="1758875" y="4603252"/>
            <a:ext cx="208025" cy="268337"/>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15" name="Rectangle 514"/>
          <p:cNvSpPr/>
          <p:nvPr/>
        </p:nvSpPr>
        <p:spPr bwMode="auto">
          <a:xfrm>
            <a:off x="1029042" y="4878287"/>
            <a:ext cx="90516" cy="476780"/>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97" name="Rectangle 496"/>
          <p:cNvSpPr/>
          <p:nvPr/>
        </p:nvSpPr>
        <p:spPr bwMode="auto">
          <a:xfrm>
            <a:off x="1253269" y="4971556"/>
            <a:ext cx="211262" cy="154906"/>
          </a:xfrm>
          <a:prstGeom prst="rect">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4" name="Oval 23"/>
          <p:cNvSpPr/>
          <p:nvPr/>
        </p:nvSpPr>
        <p:spPr bwMode="auto">
          <a:xfrm>
            <a:off x="6892424" y="2236433"/>
            <a:ext cx="836375" cy="836375"/>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32" name="Freeform 18"/>
          <p:cNvSpPr>
            <a:spLocks noChangeAspect="1" noEditPoints="1"/>
          </p:cNvSpPr>
          <p:nvPr/>
        </p:nvSpPr>
        <p:spPr bwMode="auto">
          <a:xfrm>
            <a:off x="7037238" y="2452813"/>
            <a:ext cx="546750" cy="403620"/>
          </a:xfrm>
          <a:custGeom>
            <a:avLst/>
            <a:gdLst>
              <a:gd name="T0" fmla="*/ 364 w 780"/>
              <a:gd name="T1" fmla="*/ 241 h 440"/>
              <a:gd name="T2" fmla="*/ 5 w 780"/>
              <a:gd name="T3" fmla="*/ 27 h 440"/>
              <a:gd name="T4" fmla="*/ 48 w 780"/>
              <a:gd name="T5" fmla="*/ 0 h 440"/>
              <a:gd name="T6" fmla="*/ 732 w 780"/>
              <a:gd name="T7" fmla="*/ 0 h 440"/>
              <a:gd name="T8" fmla="*/ 775 w 780"/>
              <a:gd name="T9" fmla="*/ 27 h 440"/>
              <a:gd name="T10" fmla="*/ 416 w 780"/>
              <a:gd name="T11" fmla="*/ 240 h 440"/>
              <a:gd name="T12" fmla="*/ 416 w 780"/>
              <a:gd name="T13" fmla="*/ 241 h 440"/>
              <a:gd name="T14" fmla="*/ 390 w 780"/>
              <a:gd name="T15" fmla="*/ 247 h 440"/>
              <a:gd name="T16" fmla="*/ 364 w 780"/>
              <a:gd name="T17" fmla="*/ 241 h 440"/>
              <a:gd name="T18" fmla="*/ 780 w 780"/>
              <a:gd name="T19" fmla="*/ 324 h 440"/>
              <a:gd name="T20" fmla="*/ 780 w 780"/>
              <a:gd name="T21" fmla="*/ 66 h 440"/>
              <a:gd name="T22" fmla="*/ 563 w 780"/>
              <a:gd name="T23" fmla="*/ 195 h 440"/>
              <a:gd name="T24" fmla="*/ 780 w 780"/>
              <a:gd name="T25" fmla="*/ 324 h 440"/>
              <a:gd name="T26" fmla="*/ 0 w 780"/>
              <a:gd name="T27" fmla="*/ 392 h 440"/>
              <a:gd name="T28" fmla="*/ 48 w 780"/>
              <a:gd name="T29" fmla="*/ 440 h 440"/>
              <a:gd name="T30" fmla="*/ 732 w 780"/>
              <a:gd name="T31" fmla="*/ 440 h 440"/>
              <a:gd name="T32" fmla="*/ 780 w 780"/>
              <a:gd name="T33" fmla="*/ 392 h 440"/>
              <a:gd name="T34" fmla="*/ 780 w 780"/>
              <a:gd name="T35" fmla="*/ 366 h 440"/>
              <a:gd name="T36" fmla="*/ 528 w 780"/>
              <a:gd name="T37" fmla="*/ 216 h 440"/>
              <a:gd name="T38" fmla="*/ 435 w 780"/>
              <a:gd name="T39" fmla="*/ 271 h 440"/>
              <a:gd name="T40" fmla="*/ 390 w 780"/>
              <a:gd name="T41" fmla="*/ 283 h 440"/>
              <a:gd name="T42" fmla="*/ 390 w 780"/>
              <a:gd name="T43" fmla="*/ 283 h 440"/>
              <a:gd name="T44" fmla="*/ 344 w 780"/>
              <a:gd name="T45" fmla="*/ 271 h 440"/>
              <a:gd name="T46" fmla="*/ 252 w 780"/>
              <a:gd name="T47" fmla="*/ 216 h 440"/>
              <a:gd name="T48" fmla="*/ 0 w 780"/>
              <a:gd name="T49" fmla="*/ 366 h 440"/>
              <a:gd name="T50" fmla="*/ 0 w 780"/>
              <a:gd name="T51" fmla="*/ 392 h 440"/>
              <a:gd name="T52" fmla="*/ 217 w 780"/>
              <a:gd name="T53" fmla="*/ 195 h 440"/>
              <a:gd name="T54" fmla="*/ 0 w 780"/>
              <a:gd name="T55" fmla="*/ 66 h 440"/>
              <a:gd name="T56" fmla="*/ 0 w 780"/>
              <a:gd name="T57" fmla="*/ 324 h 440"/>
              <a:gd name="T58" fmla="*/ 217 w 780"/>
              <a:gd name="T59" fmla="*/ 195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80" h="440">
                <a:moveTo>
                  <a:pt x="364" y="241"/>
                </a:moveTo>
                <a:cubicBezTo>
                  <a:pt x="5" y="27"/>
                  <a:pt x="5" y="27"/>
                  <a:pt x="5" y="27"/>
                </a:cubicBezTo>
                <a:cubicBezTo>
                  <a:pt x="13" y="11"/>
                  <a:pt x="29" y="0"/>
                  <a:pt x="48" y="0"/>
                </a:cubicBezTo>
                <a:cubicBezTo>
                  <a:pt x="732" y="0"/>
                  <a:pt x="732" y="0"/>
                  <a:pt x="732" y="0"/>
                </a:cubicBezTo>
                <a:cubicBezTo>
                  <a:pt x="751" y="0"/>
                  <a:pt x="767" y="11"/>
                  <a:pt x="775" y="27"/>
                </a:cubicBezTo>
                <a:cubicBezTo>
                  <a:pt x="416" y="240"/>
                  <a:pt x="416" y="240"/>
                  <a:pt x="416" y="240"/>
                </a:cubicBezTo>
                <a:cubicBezTo>
                  <a:pt x="416" y="241"/>
                  <a:pt x="416" y="241"/>
                  <a:pt x="416" y="241"/>
                </a:cubicBezTo>
                <a:cubicBezTo>
                  <a:pt x="409" y="245"/>
                  <a:pt x="400" y="247"/>
                  <a:pt x="390" y="247"/>
                </a:cubicBezTo>
                <a:cubicBezTo>
                  <a:pt x="380" y="247"/>
                  <a:pt x="370" y="245"/>
                  <a:pt x="364" y="241"/>
                </a:cubicBezTo>
                <a:close/>
                <a:moveTo>
                  <a:pt x="780" y="324"/>
                </a:moveTo>
                <a:cubicBezTo>
                  <a:pt x="780" y="66"/>
                  <a:pt x="780" y="66"/>
                  <a:pt x="780" y="66"/>
                </a:cubicBezTo>
                <a:cubicBezTo>
                  <a:pt x="563" y="195"/>
                  <a:pt x="563" y="195"/>
                  <a:pt x="563" y="195"/>
                </a:cubicBezTo>
                <a:lnTo>
                  <a:pt x="780" y="324"/>
                </a:lnTo>
                <a:close/>
                <a:moveTo>
                  <a:pt x="0" y="392"/>
                </a:moveTo>
                <a:cubicBezTo>
                  <a:pt x="0" y="419"/>
                  <a:pt x="21" y="440"/>
                  <a:pt x="48" y="440"/>
                </a:cubicBezTo>
                <a:cubicBezTo>
                  <a:pt x="732" y="440"/>
                  <a:pt x="732" y="440"/>
                  <a:pt x="732" y="440"/>
                </a:cubicBezTo>
                <a:cubicBezTo>
                  <a:pt x="758" y="440"/>
                  <a:pt x="780" y="419"/>
                  <a:pt x="780" y="392"/>
                </a:cubicBezTo>
                <a:cubicBezTo>
                  <a:pt x="780" y="366"/>
                  <a:pt x="780" y="366"/>
                  <a:pt x="780" y="366"/>
                </a:cubicBezTo>
                <a:cubicBezTo>
                  <a:pt x="528" y="216"/>
                  <a:pt x="528" y="216"/>
                  <a:pt x="528" y="216"/>
                </a:cubicBezTo>
                <a:cubicBezTo>
                  <a:pt x="435" y="271"/>
                  <a:pt x="435" y="271"/>
                  <a:pt x="435" y="271"/>
                </a:cubicBezTo>
                <a:cubicBezTo>
                  <a:pt x="423" y="279"/>
                  <a:pt x="407" y="283"/>
                  <a:pt x="390" y="283"/>
                </a:cubicBezTo>
                <a:cubicBezTo>
                  <a:pt x="390" y="283"/>
                  <a:pt x="390" y="283"/>
                  <a:pt x="390" y="283"/>
                </a:cubicBezTo>
                <a:cubicBezTo>
                  <a:pt x="373" y="283"/>
                  <a:pt x="357" y="279"/>
                  <a:pt x="344" y="271"/>
                </a:cubicBezTo>
                <a:cubicBezTo>
                  <a:pt x="252" y="216"/>
                  <a:pt x="252" y="216"/>
                  <a:pt x="252" y="216"/>
                </a:cubicBezTo>
                <a:cubicBezTo>
                  <a:pt x="0" y="366"/>
                  <a:pt x="0" y="366"/>
                  <a:pt x="0" y="366"/>
                </a:cubicBezTo>
                <a:lnTo>
                  <a:pt x="0" y="392"/>
                </a:lnTo>
                <a:close/>
                <a:moveTo>
                  <a:pt x="217" y="195"/>
                </a:moveTo>
                <a:cubicBezTo>
                  <a:pt x="0" y="66"/>
                  <a:pt x="0" y="66"/>
                  <a:pt x="0" y="66"/>
                </a:cubicBezTo>
                <a:cubicBezTo>
                  <a:pt x="0" y="324"/>
                  <a:pt x="0" y="324"/>
                  <a:pt x="0" y="324"/>
                </a:cubicBezTo>
                <a:lnTo>
                  <a:pt x="217" y="195"/>
                </a:lnTo>
                <a:close/>
              </a:path>
            </a:pathLst>
          </a:custGeom>
          <a:solidFill>
            <a:schemeClr val="bg1"/>
          </a:solidFill>
          <a:ln>
            <a:noFill/>
            <a:headEnd type="none" w="med" len="med"/>
            <a:tailEnd type="none" w="med" len="med"/>
          </a:ln>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6071" tIns="43900" rIns="0" bIns="43900" numCol="1" spcCol="0" rtlCol="0" fromWordArt="0" anchor="ctr" anchorCtr="0" forceAA="0" compatLnSpc="1">
            <a:prstTxWarp prst="textNoShape">
              <a:avLst/>
            </a:prstTxWarp>
            <a:noAutofit/>
          </a:bodyPr>
          <a:lstStyle/>
          <a:p>
            <a:pPr defTabSz="895302">
              <a:lnSpc>
                <a:spcPct val="90000"/>
              </a:lnSpc>
              <a:spcAft>
                <a:spcPts val="576"/>
              </a:spcAft>
              <a:defRPr/>
            </a:pPr>
            <a:endParaRPr lang="en-US" sz="1342" b="1" dirty="0">
              <a:gradFill>
                <a:gsLst>
                  <a:gs pos="50427">
                    <a:srgbClr val="FFFFFF"/>
                  </a:gs>
                  <a:gs pos="30000">
                    <a:srgbClr val="FFFFFF"/>
                  </a:gs>
                </a:gsLst>
                <a:lin ang="5400000" scaled="0"/>
              </a:gradFill>
              <a:latin typeface="Segoe UI"/>
            </a:endParaRPr>
          </a:p>
        </p:txBody>
      </p:sp>
      <p:sp>
        <p:nvSpPr>
          <p:cNvPr id="333" name="Oval 332"/>
          <p:cNvSpPr/>
          <p:nvPr/>
        </p:nvSpPr>
        <p:spPr bwMode="auto">
          <a:xfrm>
            <a:off x="8095789" y="2236433"/>
            <a:ext cx="836375" cy="836375"/>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34" name="Freeform 17"/>
          <p:cNvSpPr>
            <a:spLocks noEditPoints="1"/>
          </p:cNvSpPr>
          <p:nvPr/>
        </p:nvSpPr>
        <p:spPr bwMode="auto">
          <a:xfrm>
            <a:off x="8283616" y="2361873"/>
            <a:ext cx="460722" cy="585500"/>
          </a:xfrm>
          <a:custGeom>
            <a:avLst/>
            <a:gdLst>
              <a:gd name="T0" fmla="*/ 718 w 3648"/>
              <a:gd name="T1" fmla="*/ 1195 h 4636"/>
              <a:gd name="T2" fmla="*/ 2791 w 3648"/>
              <a:gd name="T3" fmla="*/ 1195 h 4636"/>
              <a:gd name="T4" fmla="*/ 2791 w 3648"/>
              <a:gd name="T5" fmla="*/ 1358 h 4636"/>
              <a:gd name="T6" fmla="*/ 718 w 3648"/>
              <a:gd name="T7" fmla="*/ 1358 h 4636"/>
              <a:gd name="T8" fmla="*/ 718 w 3648"/>
              <a:gd name="T9" fmla="*/ 1195 h 4636"/>
              <a:gd name="T10" fmla="*/ 718 w 3648"/>
              <a:gd name="T11" fmla="*/ 1195 h 4636"/>
              <a:gd name="T12" fmla="*/ 718 w 3648"/>
              <a:gd name="T13" fmla="*/ 1195 h 4636"/>
              <a:gd name="T14" fmla="*/ 718 w 3648"/>
              <a:gd name="T15" fmla="*/ 1885 h 4636"/>
              <a:gd name="T16" fmla="*/ 2791 w 3648"/>
              <a:gd name="T17" fmla="*/ 1885 h 4636"/>
              <a:gd name="T18" fmla="*/ 2791 w 3648"/>
              <a:gd name="T19" fmla="*/ 1748 h 4636"/>
              <a:gd name="T20" fmla="*/ 718 w 3648"/>
              <a:gd name="T21" fmla="*/ 1748 h 4636"/>
              <a:gd name="T22" fmla="*/ 718 w 3648"/>
              <a:gd name="T23" fmla="*/ 1885 h 4636"/>
              <a:gd name="T24" fmla="*/ 718 w 3648"/>
              <a:gd name="T25" fmla="*/ 1885 h 4636"/>
              <a:gd name="T26" fmla="*/ 718 w 3648"/>
              <a:gd name="T27" fmla="*/ 1885 h 4636"/>
              <a:gd name="T28" fmla="*/ 718 w 3648"/>
              <a:gd name="T29" fmla="*/ 2439 h 4636"/>
              <a:gd name="T30" fmla="*/ 2791 w 3648"/>
              <a:gd name="T31" fmla="*/ 2439 h 4636"/>
              <a:gd name="T32" fmla="*/ 2791 w 3648"/>
              <a:gd name="T33" fmla="*/ 2276 h 4636"/>
              <a:gd name="T34" fmla="*/ 718 w 3648"/>
              <a:gd name="T35" fmla="*/ 2276 h 4636"/>
              <a:gd name="T36" fmla="*/ 718 w 3648"/>
              <a:gd name="T37" fmla="*/ 2439 h 4636"/>
              <a:gd name="T38" fmla="*/ 718 w 3648"/>
              <a:gd name="T39" fmla="*/ 2439 h 4636"/>
              <a:gd name="T40" fmla="*/ 718 w 3648"/>
              <a:gd name="T41" fmla="*/ 2439 h 4636"/>
              <a:gd name="T42" fmla="*/ 718 w 3648"/>
              <a:gd name="T43" fmla="*/ 2966 h 4636"/>
              <a:gd name="T44" fmla="*/ 2791 w 3648"/>
              <a:gd name="T45" fmla="*/ 2966 h 4636"/>
              <a:gd name="T46" fmla="*/ 2791 w 3648"/>
              <a:gd name="T47" fmla="*/ 2803 h 4636"/>
              <a:gd name="T48" fmla="*/ 718 w 3648"/>
              <a:gd name="T49" fmla="*/ 2803 h 4636"/>
              <a:gd name="T50" fmla="*/ 718 w 3648"/>
              <a:gd name="T51" fmla="*/ 2966 h 4636"/>
              <a:gd name="T52" fmla="*/ 718 w 3648"/>
              <a:gd name="T53" fmla="*/ 2966 h 4636"/>
              <a:gd name="T54" fmla="*/ 718 w 3648"/>
              <a:gd name="T55" fmla="*/ 2966 h 4636"/>
              <a:gd name="T56" fmla="*/ 3648 w 3648"/>
              <a:gd name="T57" fmla="*/ 1131 h 4636"/>
              <a:gd name="T58" fmla="*/ 3648 w 3648"/>
              <a:gd name="T59" fmla="*/ 4636 h 4636"/>
              <a:gd name="T60" fmla="*/ 0 w 3648"/>
              <a:gd name="T61" fmla="*/ 4636 h 4636"/>
              <a:gd name="T62" fmla="*/ 0 w 3648"/>
              <a:gd name="T63" fmla="*/ 14 h 4636"/>
              <a:gd name="T64" fmla="*/ 2718 w 3648"/>
              <a:gd name="T65" fmla="*/ 14 h 4636"/>
              <a:gd name="T66" fmla="*/ 2718 w 3648"/>
              <a:gd name="T67" fmla="*/ 0 h 4636"/>
              <a:gd name="T68" fmla="*/ 3648 w 3648"/>
              <a:gd name="T69" fmla="*/ 1131 h 4636"/>
              <a:gd name="T70" fmla="*/ 3648 w 3648"/>
              <a:gd name="T71" fmla="*/ 1131 h 4636"/>
              <a:gd name="T72" fmla="*/ 3648 w 3648"/>
              <a:gd name="T73" fmla="*/ 1131 h 4636"/>
              <a:gd name="T74" fmla="*/ 3409 w 3648"/>
              <a:gd name="T75" fmla="*/ 994 h 4636"/>
              <a:gd name="T76" fmla="*/ 2692 w 3648"/>
              <a:gd name="T77" fmla="*/ 994 h 4636"/>
              <a:gd name="T78" fmla="*/ 2718 w 3648"/>
              <a:gd name="T79" fmla="*/ 265 h 4636"/>
              <a:gd name="T80" fmla="*/ 251 w 3648"/>
              <a:gd name="T81" fmla="*/ 265 h 4636"/>
              <a:gd name="T82" fmla="*/ 251 w 3648"/>
              <a:gd name="T83" fmla="*/ 4386 h 4636"/>
              <a:gd name="T84" fmla="*/ 3409 w 3648"/>
              <a:gd name="T85" fmla="*/ 4386 h 4636"/>
              <a:gd name="T86" fmla="*/ 3409 w 3648"/>
              <a:gd name="T87" fmla="*/ 994 h 4636"/>
              <a:gd name="T88" fmla="*/ 3409 w 3648"/>
              <a:gd name="T89" fmla="*/ 994 h 4636"/>
              <a:gd name="T90" fmla="*/ 3409 w 3648"/>
              <a:gd name="T91" fmla="*/ 994 h 4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648" h="4636">
                <a:moveTo>
                  <a:pt x="718" y="1195"/>
                </a:moveTo>
                <a:lnTo>
                  <a:pt x="2791" y="1195"/>
                </a:lnTo>
                <a:lnTo>
                  <a:pt x="2791" y="1358"/>
                </a:lnTo>
                <a:lnTo>
                  <a:pt x="718" y="1358"/>
                </a:lnTo>
                <a:lnTo>
                  <a:pt x="718" y="1195"/>
                </a:lnTo>
                <a:lnTo>
                  <a:pt x="718" y="1195"/>
                </a:lnTo>
                <a:lnTo>
                  <a:pt x="718" y="1195"/>
                </a:lnTo>
                <a:close/>
                <a:moveTo>
                  <a:pt x="718" y="1885"/>
                </a:moveTo>
                <a:lnTo>
                  <a:pt x="2791" y="1885"/>
                </a:lnTo>
                <a:lnTo>
                  <a:pt x="2791" y="1748"/>
                </a:lnTo>
                <a:lnTo>
                  <a:pt x="718" y="1748"/>
                </a:lnTo>
                <a:lnTo>
                  <a:pt x="718" y="1885"/>
                </a:lnTo>
                <a:lnTo>
                  <a:pt x="718" y="1885"/>
                </a:lnTo>
                <a:lnTo>
                  <a:pt x="718" y="1885"/>
                </a:lnTo>
                <a:close/>
                <a:moveTo>
                  <a:pt x="718" y="2439"/>
                </a:moveTo>
                <a:lnTo>
                  <a:pt x="2791" y="2439"/>
                </a:lnTo>
                <a:lnTo>
                  <a:pt x="2791" y="2276"/>
                </a:lnTo>
                <a:lnTo>
                  <a:pt x="718" y="2276"/>
                </a:lnTo>
                <a:lnTo>
                  <a:pt x="718" y="2439"/>
                </a:lnTo>
                <a:lnTo>
                  <a:pt x="718" y="2439"/>
                </a:lnTo>
                <a:lnTo>
                  <a:pt x="718" y="2439"/>
                </a:lnTo>
                <a:close/>
                <a:moveTo>
                  <a:pt x="718" y="2966"/>
                </a:moveTo>
                <a:lnTo>
                  <a:pt x="2791" y="2966"/>
                </a:lnTo>
                <a:lnTo>
                  <a:pt x="2791" y="2803"/>
                </a:lnTo>
                <a:lnTo>
                  <a:pt x="718" y="2803"/>
                </a:lnTo>
                <a:lnTo>
                  <a:pt x="718" y="2966"/>
                </a:lnTo>
                <a:lnTo>
                  <a:pt x="718" y="2966"/>
                </a:lnTo>
                <a:lnTo>
                  <a:pt x="718" y="2966"/>
                </a:lnTo>
                <a:close/>
                <a:moveTo>
                  <a:pt x="3648" y="1131"/>
                </a:moveTo>
                <a:lnTo>
                  <a:pt x="3648" y="4636"/>
                </a:lnTo>
                <a:lnTo>
                  <a:pt x="0" y="4636"/>
                </a:lnTo>
                <a:lnTo>
                  <a:pt x="0" y="14"/>
                </a:lnTo>
                <a:lnTo>
                  <a:pt x="2718" y="14"/>
                </a:lnTo>
                <a:lnTo>
                  <a:pt x="2718" y="0"/>
                </a:lnTo>
                <a:lnTo>
                  <a:pt x="3648" y="1131"/>
                </a:lnTo>
                <a:lnTo>
                  <a:pt x="3648" y="1131"/>
                </a:lnTo>
                <a:lnTo>
                  <a:pt x="3648" y="1131"/>
                </a:lnTo>
                <a:close/>
                <a:moveTo>
                  <a:pt x="3409" y="994"/>
                </a:moveTo>
                <a:lnTo>
                  <a:pt x="2692" y="994"/>
                </a:lnTo>
                <a:lnTo>
                  <a:pt x="2718" y="265"/>
                </a:lnTo>
                <a:lnTo>
                  <a:pt x="251" y="265"/>
                </a:lnTo>
                <a:lnTo>
                  <a:pt x="251" y="4386"/>
                </a:lnTo>
                <a:lnTo>
                  <a:pt x="3409" y="4386"/>
                </a:lnTo>
                <a:lnTo>
                  <a:pt x="3409" y="994"/>
                </a:lnTo>
                <a:lnTo>
                  <a:pt x="3409" y="994"/>
                </a:lnTo>
                <a:lnTo>
                  <a:pt x="3409" y="994"/>
                </a:lnTo>
                <a:close/>
              </a:path>
            </a:pathLst>
          </a:custGeom>
          <a:solidFill>
            <a:schemeClr val="bg1"/>
          </a:solidFill>
          <a:ln>
            <a:noFill/>
          </a:ln>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337" name="Oval 336"/>
          <p:cNvSpPr/>
          <p:nvPr/>
        </p:nvSpPr>
        <p:spPr bwMode="auto">
          <a:xfrm>
            <a:off x="9299154" y="2236433"/>
            <a:ext cx="836375" cy="836375"/>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38" name="Freeform 337"/>
          <p:cNvSpPr>
            <a:spLocks noEditPoints="1"/>
          </p:cNvSpPr>
          <p:nvPr/>
        </p:nvSpPr>
        <p:spPr bwMode="auto">
          <a:xfrm>
            <a:off x="9428123" y="2406610"/>
            <a:ext cx="578442" cy="496022"/>
          </a:xfrm>
          <a:custGeom>
            <a:avLst/>
            <a:gdLst>
              <a:gd name="T0" fmla="*/ 1173 w 1958"/>
              <a:gd name="T1" fmla="*/ 413 h 1678"/>
              <a:gd name="T2" fmla="*/ 1292 w 1958"/>
              <a:gd name="T3" fmla="*/ 532 h 1678"/>
              <a:gd name="T4" fmla="*/ 1292 w 1958"/>
              <a:gd name="T5" fmla="*/ 1063 h 1678"/>
              <a:gd name="T6" fmla="*/ 1173 w 1958"/>
              <a:gd name="T7" fmla="*/ 1182 h 1678"/>
              <a:gd name="T8" fmla="*/ 1173 w 1958"/>
              <a:gd name="T9" fmla="*/ 1182 h 1678"/>
              <a:gd name="T10" fmla="*/ 1173 w 1958"/>
              <a:gd name="T11" fmla="*/ 1559 h 1678"/>
              <a:gd name="T12" fmla="*/ 1061 w 1958"/>
              <a:gd name="T13" fmla="*/ 1678 h 1678"/>
              <a:gd name="T14" fmla="*/ 893 w 1958"/>
              <a:gd name="T15" fmla="*/ 1678 h 1678"/>
              <a:gd name="T16" fmla="*/ 781 w 1958"/>
              <a:gd name="T17" fmla="*/ 1559 h 1678"/>
              <a:gd name="T18" fmla="*/ 781 w 1958"/>
              <a:gd name="T19" fmla="*/ 1182 h 1678"/>
              <a:gd name="T20" fmla="*/ 781 w 1958"/>
              <a:gd name="T21" fmla="*/ 1182 h 1678"/>
              <a:gd name="T22" fmla="*/ 662 w 1958"/>
              <a:gd name="T23" fmla="*/ 1063 h 1678"/>
              <a:gd name="T24" fmla="*/ 662 w 1958"/>
              <a:gd name="T25" fmla="*/ 532 h 1678"/>
              <a:gd name="T26" fmla="*/ 781 w 1958"/>
              <a:gd name="T27" fmla="*/ 413 h 1678"/>
              <a:gd name="T28" fmla="*/ 1173 w 1958"/>
              <a:gd name="T29" fmla="*/ 413 h 1678"/>
              <a:gd name="T30" fmla="*/ 789 w 1958"/>
              <a:gd name="T31" fmla="*/ 188 h 1678"/>
              <a:gd name="T32" fmla="*/ 977 w 1958"/>
              <a:gd name="T33" fmla="*/ 376 h 1678"/>
              <a:gd name="T34" fmla="*/ 1164 w 1958"/>
              <a:gd name="T35" fmla="*/ 188 h 1678"/>
              <a:gd name="T36" fmla="*/ 977 w 1958"/>
              <a:gd name="T37" fmla="*/ 0 h 1678"/>
              <a:gd name="T38" fmla="*/ 789 w 1958"/>
              <a:gd name="T39" fmla="*/ 188 h 1678"/>
              <a:gd name="T40" fmla="*/ 1861 w 1958"/>
              <a:gd name="T41" fmla="*/ 461 h 1678"/>
              <a:gd name="T42" fmla="*/ 1527 w 1958"/>
              <a:gd name="T43" fmla="*/ 461 h 1678"/>
              <a:gd name="T44" fmla="*/ 1429 w 1958"/>
              <a:gd name="T45" fmla="*/ 559 h 1678"/>
              <a:gd name="T46" fmla="*/ 1429 w 1958"/>
              <a:gd name="T47" fmla="*/ 1015 h 1678"/>
              <a:gd name="T48" fmla="*/ 1527 w 1958"/>
              <a:gd name="T49" fmla="*/ 1113 h 1678"/>
              <a:gd name="T50" fmla="*/ 1527 w 1958"/>
              <a:gd name="T51" fmla="*/ 1113 h 1678"/>
              <a:gd name="T52" fmla="*/ 1527 w 1958"/>
              <a:gd name="T53" fmla="*/ 1442 h 1678"/>
              <a:gd name="T54" fmla="*/ 1617 w 1958"/>
              <a:gd name="T55" fmla="*/ 1541 h 1678"/>
              <a:gd name="T56" fmla="*/ 1763 w 1958"/>
              <a:gd name="T57" fmla="*/ 1541 h 1678"/>
              <a:gd name="T58" fmla="*/ 1861 w 1958"/>
              <a:gd name="T59" fmla="*/ 1442 h 1678"/>
              <a:gd name="T60" fmla="*/ 1861 w 1958"/>
              <a:gd name="T61" fmla="*/ 1113 h 1678"/>
              <a:gd name="T62" fmla="*/ 1861 w 1958"/>
              <a:gd name="T63" fmla="*/ 1113 h 1678"/>
              <a:gd name="T64" fmla="*/ 1958 w 1958"/>
              <a:gd name="T65" fmla="*/ 1015 h 1678"/>
              <a:gd name="T66" fmla="*/ 1958 w 1958"/>
              <a:gd name="T67" fmla="*/ 559 h 1678"/>
              <a:gd name="T68" fmla="*/ 1861 w 1958"/>
              <a:gd name="T69" fmla="*/ 461 h 1678"/>
              <a:gd name="T70" fmla="*/ 1530 w 1958"/>
              <a:gd name="T71" fmla="*/ 265 h 1678"/>
              <a:gd name="T72" fmla="*/ 1691 w 1958"/>
              <a:gd name="T73" fmla="*/ 424 h 1678"/>
              <a:gd name="T74" fmla="*/ 1853 w 1958"/>
              <a:gd name="T75" fmla="*/ 265 h 1678"/>
              <a:gd name="T76" fmla="*/ 1691 w 1958"/>
              <a:gd name="T77" fmla="*/ 106 h 1678"/>
              <a:gd name="T78" fmla="*/ 1530 w 1958"/>
              <a:gd name="T79" fmla="*/ 265 h 1678"/>
              <a:gd name="T80" fmla="*/ 432 w 1958"/>
              <a:gd name="T81" fmla="*/ 461 h 1678"/>
              <a:gd name="T82" fmla="*/ 98 w 1958"/>
              <a:gd name="T83" fmla="*/ 461 h 1678"/>
              <a:gd name="T84" fmla="*/ 0 w 1958"/>
              <a:gd name="T85" fmla="*/ 559 h 1678"/>
              <a:gd name="T86" fmla="*/ 0 w 1958"/>
              <a:gd name="T87" fmla="*/ 1015 h 1678"/>
              <a:gd name="T88" fmla="*/ 98 w 1958"/>
              <a:gd name="T89" fmla="*/ 1113 h 1678"/>
              <a:gd name="T90" fmla="*/ 98 w 1958"/>
              <a:gd name="T91" fmla="*/ 1113 h 1678"/>
              <a:gd name="T92" fmla="*/ 98 w 1958"/>
              <a:gd name="T93" fmla="*/ 1442 h 1678"/>
              <a:gd name="T94" fmla="*/ 195 w 1958"/>
              <a:gd name="T95" fmla="*/ 1541 h 1678"/>
              <a:gd name="T96" fmla="*/ 341 w 1958"/>
              <a:gd name="T97" fmla="*/ 1541 h 1678"/>
              <a:gd name="T98" fmla="*/ 432 w 1958"/>
              <a:gd name="T99" fmla="*/ 1442 h 1678"/>
              <a:gd name="T100" fmla="*/ 432 w 1958"/>
              <a:gd name="T101" fmla="*/ 1113 h 1678"/>
              <a:gd name="T102" fmla="*/ 432 w 1958"/>
              <a:gd name="T103" fmla="*/ 1113 h 1678"/>
              <a:gd name="T104" fmla="*/ 529 w 1958"/>
              <a:gd name="T105" fmla="*/ 1015 h 1678"/>
              <a:gd name="T106" fmla="*/ 529 w 1958"/>
              <a:gd name="T107" fmla="*/ 559 h 1678"/>
              <a:gd name="T108" fmla="*/ 432 w 1958"/>
              <a:gd name="T109" fmla="*/ 461 h 1678"/>
              <a:gd name="T110" fmla="*/ 101 w 1958"/>
              <a:gd name="T111" fmla="*/ 265 h 1678"/>
              <a:gd name="T112" fmla="*/ 262 w 1958"/>
              <a:gd name="T113" fmla="*/ 424 h 1678"/>
              <a:gd name="T114" fmla="*/ 423 w 1958"/>
              <a:gd name="T115" fmla="*/ 265 h 1678"/>
              <a:gd name="T116" fmla="*/ 262 w 1958"/>
              <a:gd name="T117" fmla="*/ 106 h 1678"/>
              <a:gd name="T118" fmla="*/ 101 w 1958"/>
              <a:gd name="T119" fmla="*/ 265 h 1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58" h="1678">
                <a:moveTo>
                  <a:pt x="1173" y="413"/>
                </a:moveTo>
                <a:cubicBezTo>
                  <a:pt x="1236" y="413"/>
                  <a:pt x="1292" y="469"/>
                  <a:pt x="1292" y="532"/>
                </a:cubicBezTo>
                <a:cubicBezTo>
                  <a:pt x="1292" y="532"/>
                  <a:pt x="1292" y="532"/>
                  <a:pt x="1292" y="1063"/>
                </a:cubicBezTo>
                <a:cubicBezTo>
                  <a:pt x="1292" y="1126"/>
                  <a:pt x="1236" y="1182"/>
                  <a:pt x="1173" y="1182"/>
                </a:cubicBezTo>
                <a:cubicBezTo>
                  <a:pt x="1173" y="1182"/>
                  <a:pt x="1173" y="1182"/>
                  <a:pt x="1173" y="1182"/>
                </a:cubicBezTo>
                <a:cubicBezTo>
                  <a:pt x="1173" y="1182"/>
                  <a:pt x="1173" y="1182"/>
                  <a:pt x="1173" y="1559"/>
                </a:cubicBezTo>
                <a:cubicBezTo>
                  <a:pt x="1173" y="1622"/>
                  <a:pt x="1124" y="1678"/>
                  <a:pt x="1061" y="1678"/>
                </a:cubicBezTo>
                <a:cubicBezTo>
                  <a:pt x="1061" y="1678"/>
                  <a:pt x="1061" y="1678"/>
                  <a:pt x="893" y="1678"/>
                </a:cubicBezTo>
                <a:cubicBezTo>
                  <a:pt x="830" y="1678"/>
                  <a:pt x="781" y="1622"/>
                  <a:pt x="781" y="1559"/>
                </a:cubicBezTo>
                <a:cubicBezTo>
                  <a:pt x="781" y="1559"/>
                  <a:pt x="781" y="1559"/>
                  <a:pt x="781" y="1182"/>
                </a:cubicBezTo>
                <a:cubicBezTo>
                  <a:pt x="781" y="1182"/>
                  <a:pt x="781" y="1182"/>
                  <a:pt x="781" y="1182"/>
                </a:cubicBezTo>
                <a:cubicBezTo>
                  <a:pt x="718" y="1182"/>
                  <a:pt x="662" y="1126"/>
                  <a:pt x="662" y="1063"/>
                </a:cubicBezTo>
                <a:cubicBezTo>
                  <a:pt x="662" y="1063"/>
                  <a:pt x="662" y="1063"/>
                  <a:pt x="662" y="532"/>
                </a:cubicBezTo>
                <a:cubicBezTo>
                  <a:pt x="662" y="469"/>
                  <a:pt x="718" y="413"/>
                  <a:pt x="781" y="413"/>
                </a:cubicBezTo>
                <a:cubicBezTo>
                  <a:pt x="781" y="413"/>
                  <a:pt x="781" y="413"/>
                  <a:pt x="1173" y="413"/>
                </a:cubicBezTo>
                <a:close/>
                <a:moveTo>
                  <a:pt x="789" y="188"/>
                </a:moveTo>
                <a:cubicBezTo>
                  <a:pt x="789" y="292"/>
                  <a:pt x="873" y="376"/>
                  <a:pt x="977" y="376"/>
                </a:cubicBezTo>
                <a:cubicBezTo>
                  <a:pt x="1080" y="376"/>
                  <a:pt x="1164" y="292"/>
                  <a:pt x="1164" y="188"/>
                </a:cubicBezTo>
                <a:cubicBezTo>
                  <a:pt x="1164" y="84"/>
                  <a:pt x="1080" y="0"/>
                  <a:pt x="977" y="0"/>
                </a:cubicBezTo>
                <a:cubicBezTo>
                  <a:pt x="873" y="0"/>
                  <a:pt x="789" y="84"/>
                  <a:pt x="789" y="188"/>
                </a:cubicBezTo>
                <a:close/>
                <a:moveTo>
                  <a:pt x="1861" y="461"/>
                </a:moveTo>
                <a:cubicBezTo>
                  <a:pt x="1527" y="461"/>
                  <a:pt x="1527" y="461"/>
                  <a:pt x="1527" y="461"/>
                </a:cubicBezTo>
                <a:cubicBezTo>
                  <a:pt x="1471" y="461"/>
                  <a:pt x="1429" y="503"/>
                  <a:pt x="1429" y="559"/>
                </a:cubicBezTo>
                <a:cubicBezTo>
                  <a:pt x="1429" y="1015"/>
                  <a:pt x="1429" y="1015"/>
                  <a:pt x="1429" y="1015"/>
                </a:cubicBezTo>
                <a:cubicBezTo>
                  <a:pt x="1429" y="1071"/>
                  <a:pt x="1471" y="1113"/>
                  <a:pt x="1527" y="1113"/>
                </a:cubicBezTo>
                <a:cubicBezTo>
                  <a:pt x="1527" y="1113"/>
                  <a:pt x="1527" y="1113"/>
                  <a:pt x="1527" y="1113"/>
                </a:cubicBezTo>
                <a:cubicBezTo>
                  <a:pt x="1527" y="1442"/>
                  <a:pt x="1527" y="1442"/>
                  <a:pt x="1527" y="1442"/>
                </a:cubicBezTo>
                <a:cubicBezTo>
                  <a:pt x="1527" y="1499"/>
                  <a:pt x="1568" y="1541"/>
                  <a:pt x="1617" y="1541"/>
                </a:cubicBezTo>
                <a:cubicBezTo>
                  <a:pt x="1763" y="1541"/>
                  <a:pt x="1763" y="1541"/>
                  <a:pt x="1763" y="1541"/>
                </a:cubicBezTo>
                <a:cubicBezTo>
                  <a:pt x="1819" y="1541"/>
                  <a:pt x="1861" y="1499"/>
                  <a:pt x="1861" y="1442"/>
                </a:cubicBezTo>
                <a:cubicBezTo>
                  <a:pt x="1861" y="1113"/>
                  <a:pt x="1861" y="1113"/>
                  <a:pt x="1861" y="1113"/>
                </a:cubicBezTo>
                <a:cubicBezTo>
                  <a:pt x="1861" y="1113"/>
                  <a:pt x="1861" y="1113"/>
                  <a:pt x="1861" y="1113"/>
                </a:cubicBezTo>
                <a:cubicBezTo>
                  <a:pt x="1917" y="1113"/>
                  <a:pt x="1958" y="1071"/>
                  <a:pt x="1958" y="1015"/>
                </a:cubicBezTo>
                <a:cubicBezTo>
                  <a:pt x="1958" y="559"/>
                  <a:pt x="1958" y="559"/>
                  <a:pt x="1958" y="559"/>
                </a:cubicBezTo>
                <a:cubicBezTo>
                  <a:pt x="1958" y="503"/>
                  <a:pt x="1917" y="461"/>
                  <a:pt x="1861" y="461"/>
                </a:cubicBezTo>
                <a:close/>
                <a:moveTo>
                  <a:pt x="1530" y="265"/>
                </a:moveTo>
                <a:cubicBezTo>
                  <a:pt x="1530" y="353"/>
                  <a:pt x="1602" y="424"/>
                  <a:pt x="1691" y="424"/>
                </a:cubicBezTo>
                <a:cubicBezTo>
                  <a:pt x="1780" y="424"/>
                  <a:pt x="1853" y="353"/>
                  <a:pt x="1853" y="265"/>
                </a:cubicBezTo>
                <a:cubicBezTo>
                  <a:pt x="1853" y="177"/>
                  <a:pt x="1780" y="106"/>
                  <a:pt x="1691" y="106"/>
                </a:cubicBezTo>
                <a:cubicBezTo>
                  <a:pt x="1602" y="106"/>
                  <a:pt x="1530" y="177"/>
                  <a:pt x="1530" y="265"/>
                </a:cubicBezTo>
                <a:close/>
                <a:moveTo>
                  <a:pt x="432" y="461"/>
                </a:moveTo>
                <a:cubicBezTo>
                  <a:pt x="98" y="461"/>
                  <a:pt x="98" y="461"/>
                  <a:pt x="98" y="461"/>
                </a:cubicBezTo>
                <a:cubicBezTo>
                  <a:pt x="42" y="461"/>
                  <a:pt x="0" y="503"/>
                  <a:pt x="0" y="559"/>
                </a:cubicBezTo>
                <a:cubicBezTo>
                  <a:pt x="0" y="1015"/>
                  <a:pt x="0" y="1015"/>
                  <a:pt x="0" y="1015"/>
                </a:cubicBezTo>
                <a:cubicBezTo>
                  <a:pt x="0" y="1071"/>
                  <a:pt x="42" y="1113"/>
                  <a:pt x="98" y="1113"/>
                </a:cubicBezTo>
                <a:cubicBezTo>
                  <a:pt x="98" y="1113"/>
                  <a:pt x="98" y="1113"/>
                  <a:pt x="98" y="1113"/>
                </a:cubicBezTo>
                <a:cubicBezTo>
                  <a:pt x="98" y="1442"/>
                  <a:pt x="98" y="1442"/>
                  <a:pt x="98" y="1442"/>
                </a:cubicBezTo>
                <a:cubicBezTo>
                  <a:pt x="98" y="1499"/>
                  <a:pt x="139" y="1541"/>
                  <a:pt x="195" y="1541"/>
                </a:cubicBezTo>
                <a:cubicBezTo>
                  <a:pt x="341" y="1541"/>
                  <a:pt x="341" y="1541"/>
                  <a:pt x="341" y="1541"/>
                </a:cubicBezTo>
                <a:cubicBezTo>
                  <a:pt x="390" y="1541"/>
                  <a:pt x="432" y="1499"/>
                  <a:pt x="432" y="1442"/>
                </a:cubicBezTo>
                <a:cubicBezTo>
                  <a:pt x="432" y="1113"/>
                  <a:pt x="432" y="1113"/>
                  <a:pt x="432" y="1113"/>
                </a:cubicBezTo>
                <a:cubicBezTo>
                  <a:pt x="432" y="1113"/>
                  <a:pt x="432" y="1113"/>
                  <a:pt x="432" y="1113"/>
                </a:cubicBezTo>
                <a:cubicBezTo>
                  <a:pt x="488" y="1113"/>
                  <a:pt x="529" y="1071"/>
                  <a:pt x="529" y="1015"/>
                </a:cubicBezTo>
                <a:cubicBezTo>
                  <a:pt x="529" y="559"/>
                  <a:pt x="529" y="559"/>
                  <a:pt x="529" y="559"/>
                </a:cubicBezTo>
                <a:cubicBezTo>
                  <a:pt x="529" y="503"/>
                  <a:pt x="488" y="461"/>
                  <a:pt x="432" y="461"/>
                </a:cubicBezTo>
                <a:close/>
                <a:moveTo>
                  <a:pt x="101" y="265"/>
                </a:moveTo>
                <a:cubicBezTo>
                  <a:pt x="101" y="353"/>
                  <a:pt x="173" y="424"/>
                  <a:pt x="262" y="424"/>
                </a:cubicBezTo>
                <a:cubicBezTo>
                  <a:pt x="351" y="424"/>
                  <a:pt x="423" y="353"/>
                  <a:pt x="423" y="265"/>
                </a:cubicBezTo>
                <a:cubicBezTo>
                  <a:pt x="423" y="177"/>
                  <a:pt x="351" y="106"/>
                  <a:pt x="262" y="106"/>
                </a:cubicBezTo>
                <a:cubicBezTo>
                  <a:pt x="173" y="106"/>
                  <a:pt x="101" y="177"/>
                  <a:pt x="101" y="265"/>
                </a:cubicBezTo>
                <a:close/>
              </a:path>
            </a:pathLst>
          </a:custGeom>
          <a:solidFill>
            <a:schemeClr val="bg1"/>
          </a:solidFill>
          <a:ln>
            <a:noFill/>
          </a:ln>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340" name="Oval 339"/>
          <p:cNvSpPr/>
          <p:nvPr/>
        </p:nvSpPr>
        <p:spPr bwMode="auto">
          <a:xfrm>
            <a:off x="10502518" y="2236433"/>
            <a:ext cx="836375" cy="836375"/>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11" name="Group 10"/>
          <p:cNvGrpSpPr/>
          <p:nvPr/>
        </p:nvGrpSpPr>
        <p:grpSpPr>
          <a:xfrm>
            <a:off x="10648246" y="2417097"/>
            <a:ext cx="544924" cy="475051"/>
            <a:chOff x="10450695" y="2384201"/>
            <a:chExt cx="683568" cy="595918"/>
          </a:xfrm>
        </p:grpSpPr>
        <p:sp>
          <p:nvSpPr>
            <p:cNvPr id="10" name="Rectangle 9"/>
            <p:cNvSpPr/>
            <p:nvPr/>
          </p:nvSpPr>
          <p:spPr bwMode="auto">
            <a:xfrm>
              <a:off x="10450695" y="2384201"/>
              <a:ext cx="595918" cy="595918"/>
            </a:xfrm>
            <a:prstGeom prst="rect">
              <a:avLst/>
            </a:prstGeom>
            <a:noFill/>
            <a:ln w="31750">
              <a:solidFill>
                <a:schemeClr val="bg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9" name="Freeform 5"/>
            <p:cNvSpPr>
              <a:spLocks/>
            </p:cNvSpPr>
            <p:nvPr/>
          </p:nvSpPr>
          <p:spPr bwMode="auto">
            <a:xfrm>
              <a:off x="10496281" y="2446461"/>
              <a:ext cx="637982" cy="488956"/>
            </a:xfrm>
            <a:custGeom>
              <a:avLst/>
              <a:gdLst>
                <a:gd name="T0" fmla="*/ 2264 w 2306"/>
                <a:gd name="T1" fmla="*/ 244 h 1766"/>
                <a:gd name="T2" fmla="*/ 2062 w 2306"/>
                <a:gd name="T3" fmla="*/ 41 h 1766"/>
                <a:gd name="T4" fmla="*/ 1961 w 2306"/>
                <a:gd name="T5" fmla="*/ 0 h 1766"/>
                <a:gd name="T6" fmla="*/ 1859 w 2306"/>
                <a:gd name="T7" fmla="*/ 41 h 1766"/>
                <a:gd name="T8" fmla="*/ 884 w 2306"/>
                <a:gd name="T9" fmla="*/ 1018 h 1766"/>
                <a:gd name="T10" fmla="*/ 447 w 2306"/>
                <a:gd name="T11" fmla="*/ 580 h 1766"/>
                <a:gd name="T12" fmla="*/ 345 w 2306"/>
                <a:gd name="T13" fmla="*/ 538 h 1766"/>
                <a:gd name="T14" fmla="*/ 244 w 2306"/>
                <a:gd name="T15" fmla="*/ 580 h 1766"/>
                <a:gd name="T16" fmla="*/ 42 w 2306"/>
                <a:gd name="T17" fmla="*/ 782 h 1766"/>
                <a:gd name="T18" fmla="*/ 0 w 2306"/>
                <a:gd name="T19" fmla="*/ 883 h 1766"/>
                <a:gd name="T20" fmla="*/ 42 w 2306"/>
                <a:gd name="T21" fmla="*/ 984 h 1766"/>
                <a:gd name="T22" fmla="*/ 580 w 2306"/>
                <a:gd name="T23" fmla="*/ 1522 h 1766"/>
                <a:gd name="T24" fmla="*/ 783 w 2306"/>
                <a:gd name="T25" fmla="*/ 1725 h 1766"/>
                <a:gd name="T26" fmla="*/ 884 w 2306"/>
                <a:gd name="T27" fmla="*/ 1766 h 1766"/>
                <a:gd name="T28" fmla="*/ 985 w 2306"/>
                <a:gd name="T29" fmla="*/ 1725 h 1766"/>
                <a:gd name="T30" fmla="*/ 1187 w 2306"/>
                <a:gd name="T31" fmla="*/ 1522 h 1766"/>
                <a:gd name="T32" fmla="*/ 2264 w 2306"/>
                <a:gd name="T33" fmla="*/ 446 h 1766"/>
                <a:gd name="T34" fmla="*/ 2306 w 2306"/>
                <a:gd name="T35" fmla="*/ 345 h 1766"/>
                <a:gd name="T36" fmla="*/ 2264 w 2306"/>
                <a:gd name="T37" fmla="*/ 244 h 17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06" h="1766">
                  <a:moveTo>
                    <a:pt x="2264" y="244"/>
                  </a:moveTo>
                  <a:cubicBezTo>
                    <a:pt x="2062" y="41"/>
                    <a:pt x="2062" y="41"/>
                    <a:pt x="2062" y="41"/>
                  </a:cubicBezTo>
                  <a:cubicBezTo>
                    <a:pt x="2034" y="14"/>
                    <a:pt x="2000" y="0"/>
                    <a:pt x="1961" y="0"/>
                  </a:cubicBezTo>
                  <a:cubicBezTo>
                    <a:pt x="1921" y="0"/>
                    <a:pt x="1887" y="14"/>
                    <a:pt x="1859" y="41"/>
                  </a:cubicBezTo>
                  <a:cubicBezTo>
                    <a:pt x="884" y="1018"/>
                    <a:pt x="884" y="1018"/>
                    <a:pt x="884" y="1018"/>
                  </a:cubicBezTo>
                  <a:cubicBezTo>
                    <a:pt x="447" y="580"/>
                    <a:pt x="447" y="580"/>
                    <a:pt x="447" y="580"/>
                  </a:cubicBezTo>
                  <a:cubicBezTo>
                    <a:pt x="419" y="552"/>
                    <a:pt x="385" y="538"/>
                    <a:pt x="345" y="538"/>
                  </a:cubicBezTo>
                  <a:cubicBezTo>
                    <a:pt x="306" y="538"/>
                    <a:pt x="272" y="552"/>
                    <a:pt x="244" y="580"/>
                  </a:cubicBezTo>
                  <a:cubicBezTo>
                    <a:pt x="42" y="782"/>
                    <a:pt x="42" y="782"/>
                    <a:pt x="42" y="782"/>
                  </a:cubicBezTo>
                  <a:cubicBezTo>
                    <a:pt x="14" y="810"/>
                    <a:pt x="0" y="843"/>
                    <a:pt x="0" y="883"/>
                  </a:cubicBezTo>
                  <a:cubicBezTo>
                    <a:pt x="0" y="923"/>
                    <a:pt x="14" y="956"/>
                    <a:pt x="42" y="984"/>
                  </a:cubicBezTo>
                  <a:cubicBezTo>
                    <a:pt x="580" y="1522"/>
                    <a:pt x="580" y="1522"/>
                    <a:pt x="580" y="1522"/>
                  </a:cubicBezTo>
                  <a:cubicBezTo>
                    <a:pt x="783" y="1725"/>
                    <a:pt x="783" y="1725"/>
                    <a:pt x="783" y="1725"/>
                  </a:cubicBezTo>
                  <a:cubicBezTo>
                    <a:pt x="810" y="1752"/>
                    <a:pt x="844" y="1766"/>
                    <a:pt x="884" y="1766"/>
                  </a:cubicBezTo>
                  <a:cubicBezTo>
                    <a:pt x="923" y="1766"/>
                    <a:pt x="957" y="1752"/>
                    <a:pt x="985" y="1725"/>
                  </a:cubicBezTo>
                  <a:cubicBezTo>
                    <a:pt x="1187" y="1522"/>
                    <a:pt x="1187" y="1522"/>
                    <a:pt x="1187" y="1522"/>
                  </a:cubicBezTo>
                  <a:cubicBezTo>
                    <a:pt x="2264" y="446"/>
                    <a:pt x="2264" y="446"/>
                    <a:pt x="2264" y="446"/>
                  </a:cubicBezTo>
                  <a:cubicBezTo>
                    <a:pt x="2292" y="418"/>
                    <a:pt x="2306" y="384"/>
                    <a:pt x="2306" y="345"/>
                  </a:cubicBezTo>
                  <a:cubicBezTo>
                    <a:pt x="2306" y="305"/>
                    <a:pt x="2292" y="271"/>
                    <a:pt x="2264" y="24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grpSp>
      <p:grpSp>
        <p:nvGrpSpPr>
          <p:cNvPr id="679" name="Group 678"/>
          <p:cNvGrpSpPr/>
          <p:nvPr/>
        </p:nvGrpSpPr>
        <p:grpSpPr>
          <a:xfrm>
            <a:off x="10202414" y="4531253"/>
            <a:ext cx="1317954" cy="1041178"/>
            <a:chOff x="9972097" y="4402078"/>
            <a:chExt cx="1344382" cy="1062056"/>
          </a:xfrm>
        </p:grpSpPr>
        <p:grpSp>
          <p:nvGrpSpPr>
            <p:cNvPr id="678" name="Group 677"/>
            <p:cNvGrpSpPr/>
            <p:nvPr/>
          </p:nvGrpSpPr>
          <p:grpSpPr>
            <a:xfrm>
              <a:off x="9973234" y="4402078"/>
              <a:ext cx="1342109" cy="1062056"/>
              <a:chOff x="10031532" y="4402078"/>
              <a:chExt cx="1342109" cy="1062056"/>
            </a:xfrm>
          </p:grpSpPr>
          <p:sp>
            <p:nvSpPr>
              <p:cNvPr id="677" name="Rectangle 676"/>
              <p:cNvSpPr/>
              <p:nvPr/>
            </p:nvSpPr>
            <p:spPr bwMode="auto">
              <a:xfrm>
                <a:off x="10031532" y="4402078"/>
                <a:ext cx="757785" cy="1054200"/>
              </a:xfrm>
              <a:prstGeom prst="rect">
                <a:avLst/>
              </a:prstGeom>
              <a:solidFill>
                <a:srgbClr val="9FB808"/>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41" name="Rectangle 640"/>
              <p:cNvSpPr/>
              <p:nvPr/>
            </p:nvSpPr>
            <p:spPr>
              <a:xfrm>
                <a:off x="10042902" y="4411102"/>
                <a:ext cx="1321875" cy="1053032"/>
              </a:xfrm>
              <a:custGeom>
                <a:avLst/>
                <a:gdLst>
                  <a:gd name="connsiteX0" fmla="*/ 0 w 1339601"/>
                  <a:gd name="connsiteY0" fmla="*/ 0 h 922774"/>
                  <a:gd name="connsiteX1" fmla="*/ 1339601 w 1339601"/>
                  <a:gd name="connsiteY1" fmla="*/ 0 h 922774"/>
                  <a:gd name="connsiteX2" fmla="*/ 1339601 w 1339601"/>
                  <a:gd name="connsiteY2" fmla="*/ 922774 h 922774"/>
                  <a:gd name="connsiteX3" fmla="*/ 0 w 1339601"/>
                  <a:gd name="connsiteY3" fmla="*/ 922774 h 922774"/>
                  <a:gd name="connsiteX4" fmla="*/ 0 w 1339601"/>
                  <a:gd name="connsiteY4" fmla="*/ 0 h 922774"/>
                  <a:gd name="connsiteX0" fmla="*/ 542925 w 1339601"/>
                  <a:gd name="connsiteY0" fmla="*/ 0 h 922774"/>
                  <a:gd name="connsiteX1" fmla="*/ 1339601 w 1339601"/>
                  <a:gd name="connsiteY1" fmla="*/ 0 h 922774"/>
                  <a:gd name="connsiteX2" fmla="*/ 1339601 w 1339601"/>
                  <a:gd name="connsiteY2" fmla="*/ 922774 h 922774"/>
                  <a:gd name="connsiteX3" fmla="*/ 0 w 1339601"/>
                  <a:gd name="connsiteY3" fmla="*/ 922774 h 922774"/>
                  <a:gd name="connsiteX4" fmla="*/ 542925 w 1339601"/>
                  <a:gd name="connsiteY4" fmla="*/ 0 h 922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9601" h="922774">
                    <a:moveTo>
                      <a:pt x="542925" y="0"/>
                    </a:moveTo>
                    <a:lnTo>
                      <a:pt x="1339601" y="0"/>
                    </a:lnTo>
                    <a:lnTo>
                      <a:pt x="1339601" y="922774"/>
                    </a:lnTo>
                    <a:lnTo>
                      <a:pt x="0" y="922774"/>
                    </a:lnTo>
                    <a:lnTo>
                      <a:pt x="542925" y="0"/>
                    </a:lnTo>
                    <a:close/>
                  </a:path>
                </a:pathLst>
              </a:custGeom>
              <a:solidFill>
                <a:srgbClr val="BBDA0A"/>
              </a:solidFill>
              <a:ln w="38100">
                <a:noFill/>
              </a:ln>
              <a:effectLst/>
            </p:spPr>
            <p:style>
              <a:lnRef idx="1">
                <a:schemeClr val="dk1"/>
              </a:lnRef>
              <a:fillRef idx="2">
                <a:schemeClr val="dk1"/>
              </a:fillRef>
              <a:effectRef idx="1">
                <a:schemeClr val="dk1"/>
              </a:effectRef>
              <a:fontRef idx="minor">
                <a:schemeClr val="dk1"/>
              </a:fontRef>
            </p:style>
            <p:txBody>
              <a:bodyPr lIns="91387" tIns="45694" rIns="91387" bIns="45694" rtlCol="0" anchor="ctr"/>
              <a:lstStyle/>
              <a:p>
                <a:pPr algn="ctr" defTabSz="914098">
                  <a:defRPr/>
                </a:pPr>
                <a:endParaRPr lang="en-US" sz="1799">
                  <a:solidFill>
                    <a:srgbClr val="000000"/>
                  </a:solidFill>
                  <a:latin typeface="Segoe UI"/>
                </a:endParaRPr>
              </a:p>
            </p:txBody>
          </p:sp>
          <p:sp>
            <p:nvSpPr>
              <p:cNvPr id="639" name="Rectangle 638"/>
              <p:cNvSpPr/>
              <p:nvPr/>
            </p:nvSpPr>
            <p:spPr>
              <a:xfrm>
                <a:off x="10034040" y="4403840"/>
                <a:ext cx="1339601" cy="142908"/>
              </a:xfrm>
              <a:prstGeom prst="rect">
                <a:avLst/>
              </a:prstGeom>
              <a:noFill/>
              <a:ln w="38100">
                <a:solidFill>
                  <a:srgbClr val="333333"/>
                </a:solidFill>
              </a:ln>
              <a:effectLst/>
            </p:spPr>
            <p:style>
              <a:lnRef idx="1">
                <a:schemeClr val="dk1"/>
              </a:lnRef>
              <a:fillRef idx="2">
                <a:schemeClr val="dk1"/>
              </a:fillRef>
              <a:effectRef idx="1">
                <a:schemeClr val="dk1"/>
              </a:effectRef>
              <a:fontRef idx="minor">
                <a:schemeClr val="dk1"/>
              </a:fontRef>
            </p:style>
            <p:txBody>
              <a:bodyPr lIns="91387" tIns="45694" rIns="91387" bIns="45694" rtlCol="0" anchor="ctr"/>
              <a:lstStyle/>
              <a:p>
                <a:pPr algn="ctr" defTabSz="914098">
                  <a:defRPr/>
                </a:pPr>
                <a:endParaRPr lang="en-US" sz="1799">
                  <a:solidFill>
                    <a:srgbClr val="000000"/>
                  </a:solidFill>
                  <a:latin typeface="Segoe UI"/>
                </a:endParaRPr>
              </a:p>
            </p:txBody>
          </p:sp>
          <p:sp>
            <p:nvSpPr>
              <p:cNvPr id="638" name="Rectangle 637"/>
              <p:cNvSpPr/>
              <p:nvPr/>
            </p:nvSpPr>
            <p:spPr>
              <a:xfrm>
                <a:off x="10034040" y="4533504"/>
                <a:ext cx="1339601" cy="922774"/>
              </a:xfrm>
              <a:prstGeom prst="rect">
                <a:avLst/>
              </a:prstGeom>
              <a:noFill/>
              <a:ln w="38100">
                <a:solidFill>
                  <a:srgbClr val="333333"/>
                </a:solidFill>
              </a:ln>
              <a:effectLst/>
            </p:spPr>
            <p:style>
              <a:lnRef idx="1">
                <a:schemeClr val="dk1"/>
              </a:lnRef>
              <a:fillRef idx="2">
                <a:schemeClr val="dk1"/>
              </a:fillRef>
              <a:effectRef idx="1">
                <a:schemeClr val="dk1"/>
              </a:effectRef>
              <a:fontRef idx="minor">
                <a:schemeClr val="dk1"/>
              </a:fontRef>
            </p:style>
            <p:txBody>
              <a:bodyPr lIns="91387" tIns="45694" rIns="91387" bIns="45694" rtlCol="0" anchor="ctr"/>
              <a:lstStyle/>
              <a:p>
                <a:pPr algn="ctr" defTabSz="914098">
                  <a:defRPr/>
                </a:pPr>
                <a:endParaRPr lang="en-US" sz="1799">
                  <a:solidFill>
                    <a:srgbClr val="000000"/>
                  </a:solidFill>
                  <a:latin typeface="Segoe UI"/>
                </a:endParaRPr>
              </a:p>
            </p:txBody>
          </p:sp>
        </p:grpSp>
        <p:sp>
          <p:nvSpPr>
            <p:cNvPr id="673" name="TextBox 672"/>
            <p:cNvSpPr txBox="1"/>
            <p:nvPr/>
          </p:nvSpPr>
          <p:spPr>
            <a:xfrm>
              <a:off x="9972097" y="4577624"/>
              <a:ext cx="1344382" cy="859622"/>
            </a:xfrm>
            <a:prstGeom prst="rect">
              <a:avLst/>
            </a:prstGeom>
            <a:noFill/>
          </p:spPr>
          <p:txBody>
            <a:bodyPr wrap="square" lIns="179285" tIns="143428" rIns="179285" bIns="143428" rtlCol="0" anchor="ctr" anchorCtr="0">
              <a:noAutofit/>
            </a:bodyPr>
            <a:lstStyle/>
            <a:p>
              <a:pPr algn="ctr" defTabSz="914314">
                <a:lnSpc>
                  <a:spcPct val="90000"/>
                </a:lnSpc>
                <a:spcAft>
                  <a:spcPts val="588"/>
                </a:spcAft>
                <a:defRPr/>
              </a:pPr>
              <a:r>
                <a:rPr lang="en-US" sz="2941" dirty="0">
                  <a:gradFill>
                    <a:gsLst>
                      <a:gs pos="2917">
                        <a:srgbClr val="404040"/>
                      </a:gs>
                      <a:gs pos="30000">
                        <a:srgbClr val="404040"/>
                      </a:gs>
                    </a:gsLst>
                    <a:lin ang="5400000" scaled="0"/>
                  </a:gradFill>
                  <a:latin typeface="Segoe UI Light"/>
                </a:rPr>
                <a:t>HTML</a:t>
              </a:r>
            </a:p>
          </p:txBody>
        </p:sp>
      </p:grpSp>
      <p:grpSp>
        <p:nvGrpSpPr>
          <p:cNvPr id="675" name="Group 674"/>
          <p:cNvGrpSpPr/>
          <p:nvPr/>
        </p:nvGrpSpPr>
        <p:grpSpPr>
          <a:xfrm>
            <a:off x="6938760" y="4284248"/>
            <a:ext cx="881886" cy="1288183"/>
            <a:chOff x="6803259" y="4273052"/>
            <a:chExt cx="899570" cy="1314014"/>
          </a:xfrm>
        </p:grpSpPr>
        <p:sp>
          <p:nvSpPr>
            <p:cNvPr id="328" name="Rounded Rectangle 327"/>
            <p:cNvSpPr/>
            <p:nvPr/>
          </p:nvSpPr>
          <p:spPr bwMode="auto">
            <a:xfrm rot="5400000">
              <a:off x="6596037" y="4480274"/>
              <a:ext cx="1314014" cy="899570"/>
            </a:xfrm>
            <a:prstGeom prst="roundRect">
              <a:avLst>
                <a:gd name="adj" fmla="val 5986"/>
              </a:avLst>
            </a:prstGeom>
            <a:solidFill>
              <a:srgbClr val="33333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29" name="Rounded Rectangle 328"/>
            <p:cNvSpPr/>
            <p:nvPr/>
          </p:nvSpPr>
          <p:spPr bwMode="auto">
            <a:xfrm rot="5400000">
              <a:off x="6687357" y="4516455"/>
              <a:ext cx="1131374" cy="788547"/>
            </a:xfrm>
            <a:prstGeom prst="roundRect">
              <a:avLst>
                <a:gd name="adj" fmla="val 3643"/>
              </a:avLst>
            </a:prstGeom>
            <a:solidFill>
              <a:srgbClr val="B4009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30" name="Oval 329"/>
            <p:cNvSpPr/>
            <p:nvPr/>
          </p:nvSpPr>
          <p:spPr bwMode="auto">
            <a:xfrm rot="5400000">
              <a:off x="7226436" y="5497479"/>
              <a:ext cx="53216" cy="53216"/>
            </a:xfrm>
            <a:prstGeom prst="ellipse">
              <a:avLst/>
            </a:prstGeom>
            <a:solidFill>
              <a:schemeClr val="tx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40" name="Rounded Rectangle 639"/>
            <p:cNvSpPr/>
            <p:nvPr/>
          </p:nvSpPr>
          <p:spPr bwMode="auto">
            <a:xfrm rot="5400000">
              <a:off x="6687357" y="4516455"/>
              <a:ext cx="1131374" cy="788547"/>
            </a:xfrm>
            <a:custGeom>
              <a:avLst/>
              <a:gdLst>
                <a:gd name="connsiteX0" fmla="*/ 0 w 1131374"/>
                <a:gd name="connsiteY0" fmla="*/ 28727 h 788547"/>
                <a:gd name="connsiteX1" fmla="*/ 28727 w 1131374"/>
                <a:gd name="connsiteY1" fmla="*/ 0 h 788547"/>
                <a:gd name="connsiteX2" fmla="*/ 1102647 w 1131374"/>
                <a:gd name="connsiteY2" fmla="*/ 0 h 788547"/>
                <a:gd name="connsiteX3" fmla="*/ 1131374 w 1131374"/>
                <a:gd name="connsiteY3" fmla="*/ 28727 h 788547"/>
                <a:gd name="connsiteX4" fmla="*/ 1131374 w 1131374"/>
                <a:gd name="connsiteY4" fmla="*/ 759820 h 788547"/>
                <a:gd name="connsiteX5" fmla="*/ 1102647 w 1131374"/>
                <a:gd name="connsiteY5" fmla="*/ 788547 h 788547"/>
                <a:gd name="connsiteX6" fmla="*/ 28727 w 1131374"/>
                <a:gd name="connsiteY6" fmla="*/ 788547 h 788547"/>
                <a:gd name="connsiteX7" fmla="*/ 0 w 1131374"/>
                <a:gd name="connsiteY7" fmla="*/ 759820 h 788547"/>
                <a:gd name="connsiteX8" fmla="*/ 0 w 1131374"/>
                <a:gd name="connsiteY8" fmla="*/ 28727 h 788547"/>
                <a:gd name="connsiteX0" fmla="*/ 61126 w 1192500"/>
                <a:gd name="connsiteY0" fmla="*/ 28727 h 788547"/>
                <a:gd name="connsiteX1" fmla="*/ 89853 w 1192500"/>
                <a:gd name="connsiteY1" fmla="*/ 0 h 788547"/>
                <a:gd name="connsiteX2" fmla="*/ 1163773 w 1192500"/>
                <a:gd name="connsiteY2" fmla="*/ 0 h 788547"/>
                <a:gd name="connsiteX3" fmla="*/ 1192500 w 1192500"/>
                <a:gd name="connsiteY3" fmla="*/ 28727 h 788547"/>
                <a:gd name="connsiteX4" fmla="*/ 1192500 w 1192500"/>
                <a:gd name="connsiteY4" fmla="*/ 759820 h 788547"/>
                <a:gd name="connsiteX5" fmla="*/ 1163773 w 1192500"/>
                <a:gd name="connsiteY5" fmla="*/ 788547 h 788547"/>
                <a:gd name="connsiteX6" fmla="*/ 89853 w 1192500"/>
                <a:gd name="connsiteY6" fmla="*/ 788547 h 788547"/>
                <a:gd name="connsiteX7" fmla="*/ 61126 w 1192500"/>
                <a:gd name="connsiteY7" fmla="*/ 28727 h 788547"/>
                <a:gd name="connsiteX0" fmla="*/ 0 w 1131374"/>
                <a:gd name="connsiteY0" fmla="*/ 28727 h 788547"/>
                <a:gd name="connsiteX1" fmla="*/ 28727 w 1131374"/>
                <a:gd name="connsiteY1" fmla="*/ 0 h 788547"/>
                <a:gd name="connsiteX2" fmla="*/ 1102647 w 1131374"/>
                <a:gd name="connsiteY2" fmla="*/ 0 h 788547"/>
                <a:gd name="connsiteX3" fmla="*/ 1131374 w 1131374"/>
                <a:gd name="connsiteY3" fmla="*/ 28727 h 788547"/>
                <a:gd name="connsiteX4" fmla="*/ 1131374 w 1131374"/>
                <a:gd name="connsiteY4" fmla="*/ 759820 h 788547"/>
                <a:gd name="connsiteX5" fmla="*/ 1102647 w 1131374"/>
                <a:gd name="connsiteY5" fmla="*/ 788547 h 788547"/>
                <a:gd name="connsiteX6" fmla="*/ 0 w 1131374"/>
                <a:gd name="connsiteY6" fmla="*/ 28727 h 78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1374" h="788547">
                  <a:moveTo>
                    <a:pt x="0" y="28727"/>
                  </a:moveTo>
                  <a:cubicBezTo>
                    <a:pt x="0" y="12862"/>
                    <a:pt x="12862" y="0"/>
                    <a:pt x="28727" y="0"/>
                  </a:cubicBezTo>
                  <a:lnTo>
                    <a:pt x="1102647" y="0"/>
                  </a:lnTo>
                  <a:cubicBezTo>
                    <a:pt x="1118512" y="0"/>
                    <a:pt x="1131374" y="12862"/>
                    <a:pt x="1131374" y="28727"/>
                  </a:cubicBezTo>
                  <a:lnTo>
                    <a:pt x="1131374" y="759820"/>
                  </a:lnTo>
                  <a:cubicBezTo>
                    <a:pt x="1131374" y="775685"/>
                    <a:pt x="1118512" y="788547"/>
                    <a:pt x="1102647" y="788547"/>
                  </a:cubicBezTo>
                  <a:lnTo>
                    <a:pt x="0" y="28727"/>
                  </a:lnTo>
                  <a:close/>
                </a:path>
              </a:pathLst>
            </a:custGeom>
            <a:solidFill>
              <a:srgbClr val="7E00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42" tIns="89642" rIns="33620" bIns="33620" rtlCol="0" anchor="b" anchorCtr="0"/>
            <a:lstStyle/>
            <a:p>
              <a:pPr algn="ctr" defTabSz="914038">
                <a:defRPr/>
              </a:pPr>
              <a:endParaRPr lang="en-US" sz="784" dirty="0">
                <a:gradFill>
                  <a:gsLst>
                    <a:gs pos="0">
                      <a:srgbClr val="FFFFFF"/>
                    </a:gs>
                    <a:gs pos="100000">
                      <a:srgbClr val="FFFFFF"/>
                    </a:gs>
                  </a:gsLst>
                  <a:lin ang="5400000" scaled="0"/>
                </a:gradFill>
                <a:latin typeface="Segoe UI"/>
                <a:ea typeface="Segoe UI" pitchFamily="34" charset="0"/>
                <a:cs typeface="Segoe UI" pitchFamily="34" charset="0"/>
              </a:endParaRPr>
            </a:p>
          </p:txBody>
        </p:sp>
      </p:grpSp>
      <p:sp>
        <p:nvSpPr>
          <p:cNvPr id="652" name="AutoShape 165"/>
          <p:cNvSpPr>
            <a:spLocks noChangeAspect="1" noChangeArrowheads="1" noTextEdit="1"/>
          </p:cNvSpPr>
          <p:nvPr/>
        </p:nvSpPr>
        <p:spPr bwMode="auto">
          <a:xfrm>
            <a:off x="8388422" y="3081949"/>
            <a:ext cx="1036491" cy="804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grpSp>
        <p:nvGrpSpPr>
          <p:cNvPr id="668" name="Group 667"/>
          <p:cNvGrpSpPr/>
          <p:nvPr/>
        </p:nvGrpSpPr>
        <p:grpSpPr>
          <a:xfrm>
            <a:off x="8389475" y="3126353"/>
            <a:ext cx="858020" cy="695139"/>
            <a:chOff x="8283062" y="3056784"/>
            <a:chExt cx="875225" cy="709078"/>
          </a:xfrm>
        </p:grpSpPr>
        <p:sp>
          <p:nvSpPr>
            <p:cNvPr id="653" name="Freeform 167"/>
            <p:cNvSpPr>
              <a:spLocks/>
            </p:cNvSpPr>
            <p:nvPr/>
          </p:nvSpPr>
          <p:spPr bwMode="auto">
            <a:xfrm>
              <a:off x="8408194" y="3421856"/>
              <a:ext cx="750093" cy="344006"/>
            </a:xfrm>
            <a:custGeom>
              <a:avLst/>
              <a:gdLst>
                <a:gd name="T0" fmla="*/ 243 w 243"/>
                <a:gd name="T1" fmla="*/ 122 h 122"/>
                <a:gd name="T2" fmla="*/ 195 w 243"/>
                <a:gd name="T3" fmla="*/ 66 h 122"/>
                <a:gd name="T4" fmla="*/ 103 w 243"/>
                <a:gd name="T5" fmla="*/ 58 h 122"/>
                <a:gd name="T6" fmla="*/ 10 w 243"/>
                <a:gd name="T7" fmla="*/ 33 h 122"/>
                <a:gd name="T8" fmla="*/ 2 w 243"/>
                <a:gd name="T9" fmla="*/ 0 h 122"/>
              </a:gdLst>
              <a:ahLst/>
              <a:cxnLst>
                <a:cxn ang="0">
                  <a:pos x="T0" y="T1"/>
                </a:cxn>
                <a:cxn ang="0">
                  <a:pos x="T2" y="T3"/>
                </a:cxn>
                <a:cxn ang="0">
                  <a:pos x="T4" y="T5"/>
                </a:cxn>
                <a:cxn ang="0">
                  <a:pos x="T6" y="T7"/>
                </a:cxn>
                <a:cxn ang="0">
                  <a:pos x="T8" y="T9"/>
                </a:cxn>
              </a:cxnLst>
              <a:rect l="0" t="0" r="r" b="b"/>
              <a:pathLst>
                <a:path w="243" h="122">
                  <a:moveTo>
                    <a:pt x="243" y="122"/>
                  </a:moveTo>
                  <a:cubicBezTo>
                    <a:pt x="238" y="101"/>
                    <a:pt x="224" y="79"/>
                    <a:pt x="195" y="66"/>
                  </a:cubicBezTo>
                  <a:cubicBezTo>
                    <a:pt x="167" y="54"/>
                    <a:pt x="135" y="55"/>
                    <a:pt x="103" y="58"/>
                  </a:cubicBezTo>
                  <a:cubicBezTo>
                    <a:pt x="65" y="62"/>
                    <a:pt x="27" y="56"/>
                    <a:pt x="10" y="33"/>
                  </a:cubicBezTo>
                  <a:cubicBezTo>
                    <a:pt x="3" y="23"/>
                    <a:pt x="0" y="11"/>
                    <a:pt x="2" y="0"/>
                  </a:cubicBezTo>
                </a:path>
              </a:pathLst>
            </a:custGeom>
            <a:noFill/>
            <a:ln w="38100" cap="flat">
              <a:solidFill>
                <a:srgbClr val="3333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654" name="Freeform 168"/>
            <p:cNvSpPr>
              <a:spLocks/>
            </p:cNvSpPr>
            <p:nvPr/>
          </p:nvSpPr>
          <p:spPr bwMode="auto">
            <a:xfrm>
              <a:off x="8283062" y="3056784"/>
              <a:ext cx="254000" cy="398462"/>
            </a:xfrm>
            <a:custGeom>
              <a:avLst/>
              <a:gdLst>
                <a:gd name="T0" fmla="*/ 20 w 67"/>
                <a:gd name="T1" fmla="*/ 0 h 105"/>
                <a:gd name="T2" fmla="*/ 20 w 67"/>
                <a:gd name="T3" fmla="*/ 16 h 105"/>
                <a:gd name="T4" fmla="*/ 47 w 67"/>
                <a:gd name="T5" fmla="*/ 16 h 105"/>
                <a:gd name="T6" fmla="*/ 47 w 67"/>
                <a:gd name="T7" fmla="*/ 0 h 105"/>
                <a:gd name="T8" fmla="*/ 53 w 67"/>
                <a:gd name="T9" fmla="*/ 0 h 105"/>
                <a:gd name="T10" fmla="*/ 53 w 67"/>
                <a:gd name="T11" fmla="*/ 16 h 105"/>
                <a:gd name="T12" fmla="*/ 67 w 67"/>
                <a:gd name="T13" fmla="*/ 16 h 105"/>
                <a:gd name="T14" fmla="*/ 67 w 67"/>
                <a:gd name="T15" fmla="*/ 56 h 105"/>
                <a:gd name="T16" fmla="*/ 44 w 67"/>
                <a:gd name="T17" fmla="*/ 84 h 105"/>
                <a:gd name="T18" fmla="*/ 44 w 67"/>
                <a:gd name="T19" fmla="*/ 105 h 105"/>
                <a:gd name="T20" fmla="*/ 24 w 67"/>
                <a:gd name="T21" fmla="*/ 105 h 105"/>
                <a:gd name="T22" fmla="*/ 24 w 67"/>
                <a:gd name="T23" fmla="*/ 84 h 105"/>
                <a:gd name="T24" fmla="*/ 0 w 67"/>
                <a:gd name="T25" fmla="*/ 56 h 105"/>
                <a:gd name="T26" fmla="*/ 0 w 67"/>
                <a:gd name="T27" fmla="*/ 16 h 105"/>
                <a:gd name="T28" fmla="*/ 14 w 67"/>
                <a:gd name="T29" fmla="*/ 16 h 105"/>
                <a:gd name="T30" fmla="*/ 14 w 67"/>
                <a:gd name="T31" fmla="*/ 0 h 105"/>
                <a:gd name="T32" fmla="*/ 20 w 67"/>
                <a:gd name="T3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105">
                  <a:moveTo>
                    <a:pt x="20" y="0"/>
                  </a:moveTo>
                  <a:cubicBezTo>
                    <a:pt x="20" y="16"/>
                    <a:pt x="20" y="16"/>
                    <a:pt x="20" y="16"/>
                  </a:cubicBezTo>
                  <a:cubicBezTo>
                    <a:pt x="20" y="16"/>
                    <a:pt x="20" y="16"/>
                    <a:pt x="47" y="16"/>
                  </a:cubicBezTo>
                  <a:cubicBezTo>
                    <a:pt x="47" y="0"/>
                    <a:pt x="47" y="0"/>
                    <a:pt x="47" y="0"/>
                  </a:cubicBezTo>
                  <a:cubicBezTo>
                    <a:pt x="53" y="0"/>
                    <a:pt x="53" y="0"/>
                    <a:pt x="53" y="0"/>
                  </a:cubicBezTo>
                  <a:cubicBezTo>
                    <a:pt x="53" y="4"/>
                    <a:pt x="53" y="9"/>
                    <a:pt x="53" y="16"/>
                  </a:cubicBezTo>
                  <a:cubicBezTo>
                    <a:pt x="53" y="16"/>
                    <a:pt x="53" y="16"/>
                    <a:pt x="67" y="16"/>
                  </a:cubicBezTo>
                  <a:cubicBezTo>
                    <a:pt x="67" y="16"/>
                    <a:pt x="67" y="16"/>
                    <a:pt x="67" y="56"/>
                  </a:cubicBezTo>
                  <a:cubicBezTo>
                    <a:pt x="67" y="65"/>
                    <a:pt x="57" y="79"/>
                    <a:pt x="44" y="84"/>
                  </a:cubicBezTo>
                  <a:cubicBezTo>
                    <a:pt x="44" y="84"/>
                    <a:pt x="44" y="84"/>
                    <a:pt x="44" y="105"/>
                  </a:cubicBezTo>
                  <a:cubicBezTo>
                    <a:pt x="24" y="105"/>
                    <a:pt x="24" y="105"/>
                    <a:pt x="24" y="105"/>
                  </a:cubicBezTo>
                  <a:cubicBezTo>
                    <a:pt x="24" y="105"/>
                    <a:pt x="24" y="105"/>
                    <a:pt x="24" y="84"/>
                  </a:cubicBezTo>
                  <a:cubicBezTo>
                    <a:pt x="10" y="79"/>
                    <a:pt x="0" y="65"/>
                    <a:pt x="0" y="56"/>
                  </a:cubicBezTo>
                  <a:cubicBezTo>
                    <a:pt x="0" y="56"/>
                    <a:pt x="0" y="56"/>
                    <a:pt x="0" y="16"/>
                  </a:cubicBezTo>
                  <a:cubicBezTo>
                    <a:pt x="0" y="16"/>
                    <a:pt x="0" y="16"/>
                    <a:pt x="14" y="16"/>
                  </a:cubicBezTo>
                  <a:cubicBezTo>
                    <a:pt x="14" y="16"/>
                    <a:pt x="14" y="16"/>
                    <a:pt x="14" y="0"/>
                  </a:cubicBezTo>
                  <a:lnTo>
                    <a:pt x="20" y="0"/>
                  </a:lnTo>
                  <a:close/>
                </a:path>
              </a:pathLst>
            </a:custGeom>
            <a:solidFill>
              <a:srgbClr val="333333"/>
            </a:solidFill>
            <a:ln>
              <a:noFill/>
            </a:ln>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grpSp>
      <p:grpSp>
        <p:nvGrpSpPr>
          <p:cNvPr id="669" name="Group 668"/>
          <p:cNvGrpSpPr/>
          <p:nvPr/>
        </p:nvGrpSpPr>
        <p:grpSpPr>
          <a:xfrm>
            <a:off x="9247491" y="3126353"/>
            <a:ext cx="594354" cy="701868"/>
            <a:chOff x="9158285" y="3056784"/>
            <a:chExt cx="606272" cy="715942"/>
          </a:xfrm>
        </p:grpSpPr>
        <p:sp>
          <p:nvSpPr>
            <p:cNvPr id="655" name="Freeform 168"/>
            <p:cNvSpPr>
              <a:spLocks/>
            </p:cNvSpPr>
            <p:nvPr/>
          </p:nvSpPr>
          <p:spPr bwMode="auto">
            <a:xfrm>
              <a:off x="9510557" y="3056784"/>
              <a:ext cx="254000" cy="398462"/>
            </a:xfrm>
            <a:custGeom>
              <a:avLst/>
              <a:gdLst>
                <a:gd name="T0" fmla="*/ 20 w 67"/>
                <a:gd name="T1" fmla="*/ 0 h 105"/>
                <a:gd name="T2" fmla="*/ 20 w 67"/>
                <a:gd name="T3" fmla="*/ 16 h 105"/>
                <a:gd name="T4" fmla="*/ 47 w 67"/>
                <a:gd name="T5" fmla="*/ 16 h 105"/>
                <a:gd name="T6" fmla="*/ 47 w 67"/>
                <a:gd name="T7" fmla="*/ 0 h 105"/>
                <a:gd name="T8" fmla="*/ 53 w 67"/>
                <a:gd name="T9" fmla="*/ 0 h 105"/>
                <a:gd name="T10" fmla="*/ 53 w 67"/>
                <a:gd name="T11" fmla="*/ 16 h 105"/>
                <a:gd name="T12" fmla="*/ 67 w 67"/>
                <a:gd name="T13" fmla="*/ 16 h 105"/>
                <a:gd name="T14" fmla="*/ 67 w 67"/>
                <a:gd name="T15" fmla="*/ 56 h 105"/>
                <a:gd name="T16" fmla="*/ 44 w 67"/>
                <a:gd name="T17" fmla="*/ 84 h 105"/>
                <a:gd name="T18" fmla="*/ 44 w 67"/>
                <a:gd name="T19" fmla="*/ 105 h 105"/>
                <a:gd name="T20" fmla="*/ 24 w 67"/>
                <a:gd name="T21" fmla="*/ 105 h 105"/>
                <a:gd name="T22" fmla="*/ 24 w 67"/>
                <a:gd name="T23" fmla="*/ 84 h 105"/>
                <a:gd name="T24" fmla="*/ 0 w 67"/>
                <a:gd name="T25" fmla="*/ 56 h 105"/>
                <a:gd name="T26" fmla="*/ 0 w 67"/>
                <a:gd name="T27" fmla="*/ 16 h 105"/>
                <a:gd name="T28" fmla="*/ 14 w 67"/>
                <a:gd name="T29" fmla="*/ 16 h 105"/>
                <a:gd name="T30" fmla="*/ 14 w 67"/>
                <a:gd name="T31" fmla="*/ 0 h 105"/>
                <a:gd name="T32" fmla="*/ 20 w 67"/>
                <a:gd name="T3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105">
                  <a:moveTo>
                    <a:pt x="20" y="0"/>
                  </a:moveTo>
                  <a:cubicBezTo>
                    <a:pt x="20" y="16"/>
                    <a:pt x="20" y="16"/>
                    <a:pt x="20" y="16"/>
                  </a:cubicBezTo>
                  <a:cubicBezTo>
                    <a:pt x="20" y="16"/>
                    <a:pt x="20" y="16"/>
                    <a:pt x="47" y="16"/>
                  </a:cubicBezTo>
                  <a:cubicBezTo>
                    <a:pt x="47" y="0"/>
                    <a:pt x="47" y="0"/>
                    <a:pt x="47" y="0"/>
                  </a:cubicBezTo>
                  <a:cubicBezTo>
                    <a:pt x="53" y="0"/>
                    <a:pt x="53" y="0"/>
                    <a:pt x="53" y="0"/>
                  </a:cubicBezTo>
                  <a:cubicBezTo>
                    <a:pt x="53" y="4"/>
                    <a:pt x="53" y="9"/>
                    <a:pt x="53" y="16"/>
                  </a:cubicBezTo>
                  <a:cubicBezTo>
                    <a:pt x="53" y="16"/>
                    <a:pt x="53" y="16"/>
                    <a:pt x="67" y="16"/>
                  </a:cubicBezTo>
                  <a:cubicBezTo>
                    <a:pt x="67" y="16"/>
                    <a:pt x="67" y="16"/>
                    <a:pt x="67" y="56"/>
                  </a:cubicBezTo>
                  <a:cubicBezTo>
                    <a:pt x="67" y="65"/>
                    <a:pt x="57" y="79"/>
                    <a:pt x="44" y="84"/>
                  </a:cubicBezTo>
                  <a:cubicBezTo>
                    <a:pt x="44" y="84"/>
                    <a:pt x="44" y="84"/>
                    <a:pt x="44" y="105"/>
                  </a:cubicBezTo>
                  <a:cubicBezTo>
                    <a:pt x="24" y="105"/>
                    <a:pt x="24" y="105"/>
                    <a:pt x="24" y="105"/>
                  </a:cubicBezTo>
                  <a:cubicBezTo>
                    <a:pt x="24" y="105"/>
                    <a:pt x="24" y="105"/>
                    <a:pt x="24" y="84"/>
                  </a:cubicBezTo>
                  <a:cubicBezTo>
                    <a:pt x="10" y="79"/>
                    <a:pt x="0" y="65"/>
                    <a:pt x="0" y="56"/>
                  </a:cubicBezTo>
                  <a:cubicBezTo>
                    <a:pt x="0" y="56"/>
                    <a:pt x="0" y="56"/>
                    <a:pt x="0" y="16"/>
                  </a:cubicBezTo>
                  <a:cubicBezTo>
                    <a:pt x="0" y="16"/>
                    <a:pt x="0" y="16"/>
                    <a:pt x="14" y="16"/>
                  </a:cubicBezTo>
                  <a:cubicBezTo>
                    <a:pt x="14" y="16"/>
                    <a:pt x="14" y="16"/>
                    <a:pt x="14" y="0"/>
                  </a:cubicBezTo>
                  <a:lnTo>
                    <a:pt x="20" y="0"/>
                  </a:lnTo>
                  <a:close/>
                </a:path>
              </a:pathLst>
            </a:custGeom>
            <a:solidFill>
              <a:srgbClr val="333333"/>
            </a:solidFill>
            <a:ln>
              <a:noFill/>
            </a:ln>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658" name="Freeform 167"/>
            <p:cNvSpPr>
              <a:spLocks/>
            </p:cNvSpPr>
            <p:nvPr/>
          </p:nvSpPr>
          <p:spPr bwMode="auto">
            <a:xfrm flipH="1">
              <a:off x="9158285" y="3428720"/>
              <a:ext cx="489298" cy="344006"/>
            </a:xfrm>
            <a:custGeom>
              <a:avLst/>
              <a:gdLst>
                <a:gd name="T0" fmla="*/ 243 w 243"/>
                <a:gd name="T1" fmla="*/ 122 h 122"/>
                <a:gd name="T2" fmla="*/ 195 w 243"/>
                <a:gd name="T3" fmla="*/ 66 h 122"/>
                <a:gd name="T4" fmla="*/ 103 w 243"/>
                <a:gd name="T5" fmla="*/ 58 h 122"/>
                <a:gd name="T6" fmla="*/ 10 w 243"/>
                <a:gd name="T7" fmla="*/ 33 h 122"/>
                <a:gd name="T8" fmla="*/ 2 w 243"/>
                <a:gd name="T9" fmla="*/ 0 h 122"/>
              </a:gdLst>
              <a:ahLst/>
              <a:cxnLst>
                <a:cxn ang="0">
                  <a:pos x="T0" y="T1"/>
                </a:cxn>
                <a:cxn ang="0">
                  <a:pos x="T2" y="T3"/>
                </a:cxn>
                <a:cxn ang="0">
                  <a:pos x="T4" y="T5"/>
                </a:cxn>
                <a:cxn ang="0">
                  <a:pos x="T6" y="T7"/>
                </a:cxn>
                <a:cxn ang="0">
                  <a:pos x="T8" y="T9"/>
                </a:cxn>
              </a:cxnLst>
              <a:rect l="0" t="0" r="r" b="b"/>
              <a:pathLst>
                <a:path w="243" h="122">
                  <a:moveTo>
                    <a:pt x="243" y="122"/>
                  </a:moveTo>
                  <a:cubicBezTo>
                    <a:pt x="238" y="101"/>
                    <a:pt x="224" y="79"/>
                    <a:pt x="195" y="66"/>
                  </a:cubicBezTo>
                  <a:cubicBezTo>
                    <a:pt x="167" y="54"/>
                    <a:pt x="135" y="55"/>
                    <a:pt x="103" y="58"/>
                  </a:cubicBezTo>
                  <a:cubicBezTo>
                    <a:pt x="65" y="62"/>
                    <a:pt x="27" y="56"/>
                    <a:pt x="10" y="33"/>
                  </a:cubicBezTo>
                  <a:cubicBezTo>
                    <a:pt x="3" y="23"/>
                    <a:pt x="0" y="11"/>
                    <a:pt x="2" y="0"/>
                  </a:cubicBezTo>
                </a:path>
              </a:pathLst>
            </a:custGeom>
            <a:noFill/>
            <a:ln w="38100" cap="flat">
              <a:solidFill>
                <a:srgbClr val="3333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grpSp>
      <p:grpSp>
        <p:nvGrpSpPr>
          <p:cNvPr id="680" name="Group 679"/>
          <p:cNvGrpSpPr/>
          <p:nvPr/>
        </p:nvGrpSpPr>
        <p:grpSpPr>
          <a:xfrm>
            <a:off x="8253970" y="3756996"/>
            <a:ext cx="1305275" cy="1815435"/>
            <a:chOff x="8144842" y="4004140"/>
            <a:chExt cx="1331448" cy="1851838"/>
          </a:xfrm>
        </p:grpSpPr>
        <p:pic>
          <p:nvPicPr>
            <p:cNvPr id="636" name="Picture 635"/>
            <p:cNvPicPr>
              <a:picLocks noChangeAspect="1"/>
            </p:cNvPicPr>
            <p:nvPr/>
          </p:nvPicPr>
          <p:blipFill>
            <a:blip r:embed="rId3"/>
            <a:stretch>
              <a:fillRect/>
            </a:stretch>
          </p:blipFill>
          <p:spPr>
            <a:xfrm>
              <a:off x="8843731" y="4004140"/>
              <a:ext cx="632559" cy="1851838"/>
            </a:xfrm>
            <a:prstGeom prst="rect">
              <a:avLst/>
            </a:prstGeom>
          </p:spPr>
        </p:pic>
        <p:pic>
          <p:nvPicPr>
            <p:cNvPr id="637" name="Picture 636"/>
            <p:cNvPicPr>
              <a:picLocks noChangeAspect="1"/>
            </p:cNvPicPr>
            <p:nvPr/>
          </p:nvPicPr>
          <p:blipFill>
            <a:blip r:embed="rId4"/>
            <a:stretch>
              <a:fillRect/>
            </a:stretch>
          </p:blipFill>
          <p:spPr>
            <a:xfrm>
              <a:off x="8144842" y="4762867"/>
              <a:ext cx="1080760" cy="1093111"/>
            </a:xfrm>
            <a:prstGeom prst="rect">
              <a:avLst/>
            </a:prstGeom>
          </p:spPr>
        </p:pic>
      </p:grpSp>
      <p:grpSp>
        <p:nvGrpSpPr>
          <p:cNvPr id="670" name="Group 669"/>
          <p:cNvGrpSpPr/>
          <p:nvPr/>
        </p:nvGrpSpPr>
        <p:grpSpPr>
          <a:xfrm>
            <a:off x="10698157" y="3126353"/>
            <a:ext cx="445100" cy="1416204"/>
            <a:chOff x="10638038" y="3056784"/>
            <a:chExt cx="454025" cy="1444602"/>
          </a:xfrm>
        </p:grpSpPr>
        <p:sp>
          <p:nvSpPr>
            <p:cNvPr id="660" name="Freeform 168"/>
            <p:cNvSpPr>
              <a:spLocks/>
            </p:cNvSpPr>
            <p:nvPr/>
          </p:nvSpPr>
          <p:spPr bwMode="auto">
            <a:xfrm>
              <a:off x="10738051" y="3056784"/>
              <a:ext cx="254000" cy="398462"/>
            </a:xfrm>
            <a:custGeom>
              <a:avLst/>
              <a:gdLst>
                <a:gd name="T0" fmla="*/ 20 w 67"/>
                <a:gd name="T1" fmla="*/ 0 h 105"/>
                <a:gd name="T2" fmla="*/ 20 w 67"/>
                <a:gd name="T3" fmla="*/ 16 h 105"/>
                <a:gd name="T4" fmla="*/ 47 w 67"/>
                <a:gd name="T5" fmla="*/ 16 h 105"/>
                <a:gd name="T6" fmla="*/ 47 w 67"/>
                <a:gd name="T7" fmla="*/ 0 h 105"/>
                <a:gd name="T8" fmla="*/ 53 w 67"/>
                <a:gd name="T9" fmla="*/ 0 h 105"/>
                <a:gd name="T10" fmla="*/ 53 w 67"/>
                <a:gd name="T11" fmla="*/ 16 h 105"/>
                <a:gd name="T12" fmla="*/ 67 w 67"/>
                <a:gd name="T13" fmla="*/ 16 h 105"/>
                <a:gd name="T14" fmla="*/ 67 w 67"/>
                <a:gd name="T15" fmla="*/ 56 h 105"/>
                <a:gd name="T16" fmla="*/ 44 w 67"/>
                <a:gd name="T17" fmla="*/ 84 h 105"/>
                <a:gd name="T18" fmla="*/ 44 w 67"/>
                <a:gd name="T19" fmla="*/ 105 h 105"/>
                <a:gd name="T20" fmla="*/ 24 w 67"/>
                <a:gd name="T21" fmla="*/ 105 h 105"/>
                <a:gd name="T22" fmla="*/ 24 w 67"/>
                <a:gd name="T23" fmla="*/ 84 h 105"/>
                <a:gd name="T24" fmla="*/ 0 w 67"/>
                <a:gd name="T25" fmla="*/ 56 h 105"/>
                <a:gd name="T26" fmla="*/ 0 w 67"/>
                <a:gd name="T27" fmla="*/ 16 h 105"/>
                <a:gd name="T28" fmla="*/ 14 w 67"/>
                <a:gd name="T29" fmla="*/ 16 h 105"/>
                <a:gd name="T30" fmla="*/ 14 w 67"/>
                <a:gd name="T31" fmla="*/ 0 h 105"/>
                <a:gd name="T32" fmla="*/ 20 w 67"/>
                <a:gd name="T3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105">
                  <a:moveTo>
                    <a:pt x="20" y="0"/>
                  </a:moveTo>
                  <a:cubicBezTo>
                    <a:pt x="20" y="16"/>
                    <a:pt x="20" y="16"/>
                    <a:pt x="20" y="16"/>
                  </a:cubicBezTo>
                  <a:cubicBezTo>
                    <a:pt x="20" y="16"/>
                    <a:pt x="20" y="16"/>
                    <a:pt x="47" y="16"/>
                  </a:cubicBezTo>
                  <a:cubicBezTo>
                    <a:pt x="47" y="0"/>
                    <a:pt x="47" y="0"/>
                    <a:pt x="47" y="0"/>
                  </a:cubicBezTo>
                  <a:cubicBezTo>
                    <a:pt x="53" y="0"/>
                    <a:pt x="53" y="0"/>
                    <a:pt x="53" y="0"/>
                  </a:cubicBezTo>
                  <a:cubicBezTo>
                    <a:pt x="53" y="4"/>
                    <a:pt x="53" y="9"/>
                    <a:pt x="53" y="16"/>
                  </a:cubicBezTo>
                  <a:cubicBezTo>
                    <a:pt x="53" y="16"/>
                    <a:pt x="53" y="16"/>
                    <a:pt x="67" y="16"/>
                  </a:cubicBezTo>
                  <a:cubicBezTo>
                    <a:pt x="67" y="16"/>
                    <a:pt x="67" y="16"/>
                    <a:pt x="67" y="56"/>
                  </a:cubicBezTo>
                  <a:cubicBezTo>
                    <a:pt x="67" y="65"/>
                    <a:pt x="57" y="79"/>
                    <a:pt x="44" y="84"/>
                  </a:cubicBezTo>
                  <a:cubicBezTo>
                    <a:pt x="44" y="84"/>
                    <a:pt x="44" y="84"/>
                    <a:pt x="44" y="105"/>
                  </a:cubicBezTo>
                  <a:cubicBezTo>
                    <a:pt x="24" y="105"/>
                    <a:pt x="24" y="105"/>
                    <a:pt x="24" y="105"/>
                  </a:cubicBezTo>
                  <a:cubicBezTo>
                    <a:pt x="24" y="105"/>
                    <a:pt x="24" y="105"/>
                    <a:pt x="24" y="84"/>
                  </a:cubicBezTo>
                  <a:cubicBezTo>
                    <a:pt x="10" y="79"/>
                    <a:pt x="0" y="65"/>
                    <a:pt x="0" y="56"/>
                  </a:cubicBezTo>
                  <a:cubicBezTo>
                    <a:pt x="0" y="56"/>
                    <a:pt x="0" y="56"/>
                    <a:pt x="0" y="16"/>
                  </a:cubicBezTo>
                  <a:cubicBezTo>
                    <a:pt x="0" y="16"/>
                    <a:pt x="0" y="16"/>
                    <a:pt x="14" y="16"/>
                  </a:cubicBezTo>
                  <a:cubicBezTo>
                    <a:pt x="14" y="16"/>
                    <a:pt x="14" y="16"/>
                    <a:pt x="14" y="0"/>
                  </a:cubicBezTo>
                  <a:lnTo>
                    <a:pt x="20" y="0"/>
                  </a:lnTo>
                  <a:close/>
                </a:path>
              </a:pathLst>
            </a:custGeom>
            <a:solidFill>
              <a:srgbClr val="333333"/>
            </a:solidFill>
            <a:ln>
              <a:noFill/>
            </a:ln>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664" name="Freeform 172"/>
            <p:cNvSpPr>
              <a:spLocks/>
            </p:cNvSpPr>
            <p:nvPr/>
          </p:nvSpPr>
          <p:spPr bwMode="auto">
            <a:xfrm>
              <a:off x="10638038" y="3417123"/>
              <a:ext cx="454025" cy="1084263"/>
            </a:xfrm>
            <a:custGeom>
              <a:avLst/>
              <a:gdLst>
                <a:gd name="T0" fmla="*/ 126 w 249"/>
                <a:gd name="T1" fmla="*/ 0 h 430"/>
                <a:gd name="T2" fmla="*/ 157 w 249"/>
                <a:gd name="T3" fmla="*/ 104 h 430"/>
                <a:gd name="T4" fmla="*/ 221 w 249"/>
                <a:gd name="T5" fmla="*/ 149 h 430"/>
                <a:gd name="T6" fmla="*/ 243 w 249"/>
                <a:gd name="T7" fmla="*/ 223 h 430"/>
                <a:gd name="T8" fmla="*/ 153 w 249"/>
                <a:gd name="T9" fmla="*/ 286 h 430"/>
                <a:gd name="T10" fmla="*/ 86 w 249"/>
                <a:gd name="T11" fmla="*/ 298 h 430"/>
                <a:gd name="T12" fmla="*/ 5 w 249"/>
                <a:gd name="T13" fmla="*/ 321 h 430"/>
                <a:gd name="T14" fmla="*/ 65 w 249"/>
                <a:gd name="T15" fmla="*/ 361 h 430"/>
                <a:gd name="T16" fmla="*/ 110 w 249"/>
                <a:gd name="T17" fmla="*/ 430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9" h="430">
                  <a:moveTo>
                    <a:pt x="126" y="0"/>
                  </a:moveTo>
                  <a:cubicBezTo>
                    <a:pt x="123" y="36"/>
                    <a:pt x="123" y="82"/>
                    <a:pt x="157" y="104"/>
                  </a:cubicBezTo>
                  <a:cubicBezTo>
                    <a:pt x="179" y="119"/>
                    <a:pt x="203" y="128"/>
                    <a:pt x="221" y="149"/>
                  </a:cubicBezTo>
                  <a:cubicBezTo>
                    <a:pt x="238" y="169"/>
                    <a:pt x="249" y="196"/>
                    <a:pt x="243" y="223"/>
                  </a:cubicBezTo>
                  <a:cubicBezTo>
                    <a:pt x="234" y="265"/>
                    <a:pt x="190" y="277"/>
                    <a:pt x="153" y="286"/>
                  </a:cubicBezTo>
                  <a:cubicBezTo>
                    <a:pt x="131" y="292"/>
                    <a:pt x="109" y="296"/>
                    <a:pt x="86" y="298"/>
                  </a:cubicBezTo>
                  <a:cubicBezTo>
                    <a:pt x="66" y="301"/>
                    <a:pt x="11" y="293"/>
                    <a:pt x="5" y="321"/>
                  </a:cubicBezTo>
                  <a:cubicBezTo>
                    <a:pt x="0" y="350"/>
                    <a:pt x="48" y="353"/>
                    <a:pt x="65" y="361"/>
                  </a:cubicBezTo>
                  <a:cubicBezTo>
                    <a:pt x="92" y="375"/>
                    <a:pt x="107" y="400"/>
                    <a:pt x="110" y="430"/>
                  </a:cubicBezTo>
                </a:path>
              </a:pathLst>
            </a:custGeom>
            <a:noFill/>
            <a:ln w="38100" cap="flat">
              <a:solidFill>
                <a:srgbClr val="3333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grpSp>
      <p:grpSp>
        <p:nvGrpSpPr>
          <p:cNvPr id="671" name="Group 670"/>
          <p:cNvGrpSpPr/>
          <p:nvPr/>
        </p:nvGrpSpPr>
        <p:grpSpPr>
          <a:xfrm>
            <a:off x="7123153" y="3126353"/>
            <a:ext cx="375067" cy="1778013"/>
            <a:chOff x="6991350" y="3056784"/>
            <a:chExt cx="382588" cy="1813666"/>
          </a:xfrm>
        </p:grpSpPr>
        <p:grpSp>
          <p:nvGrpSpPr>
            <p:cNvPr id="667" name="Group 666"/>
            <p:cNvGrpSpPr/>
            <p:nvPr/>
          </p:nvGrpSpPr>
          <p:grpSpPr>
            <a:xfrm>
              <a:off x="6991350" y="3092450"/>
              <a:ext cx="382588" cy="1778000"/>
              <a:chOff x="6991350" y="3092450"/>
              <a:chExt cx="382588" cy="1778000"/>
            </a:xfrm>
          </p:grpSpPr>
          <p:sp>
            <p:nvSpPr>
              <p:cNvPr id="646" name="AutoShape 160"/>
              <p:cNvSpPr>
                <a:spLocks noChangeAspect="1" noChangeArrowheads="1" noTextEdit="1"/>
              </p:cNvSpPr>
              <p:nvPr/>
            </p:nvSpPr>
            <p:spPr bwMode="auto">
              <a:xfrm>
                <a:off x="6991350" y="3092450"/>
                <a:ext cx="382588"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sp>
            <p:nvSpPr>
              <p:cNvPr id="647" name="Freeform 162"/>
              <p:cNvSpPr>
                <a:spLocks/>
              </p:cNvSpPr>
              <p:nvPr/>
            </p:nvSpPr>
            <p:spPr bwMode="auto">
              <a:xfrm>
                <a:off x="7058192" y="3428720"/>
                <a:ext cx="315592" cy="856674"/>
              </a:xfrm>
              <a:custGeom>
                <a:avLst/>
                <a:gdLst>
                  <a:gd name="T0" fmla="*/ 29 w 73"/>
                  <a:gd name="T1" fmla="*/ 0 h 320"/>
                  <a:gd name="T2" fmla="*/ 26 w 73"/>
                  <a:gd name="T3" fmla="*/ 52 h 320"/>
                  <a:gd name="T4" fmla="*/ 12 w 73"/>
                  <a:gd name="T5" fmla="*/ 64 h 320"/>
                  <a:gd name="T6" fmla="*/ 1 w 73"/>
                  <a:gd name="T7" fmla="*/ 86 h 320"/>
                  <a:gd name="T8" fmla="*/ 42 w 73"/>
                  <a:gd name="T9" fmla="*/ 130 h 320"/>
                  <a:gd name="T10" fmla="*/ 70 w 73"/>
                  <a:gd name="T11" fmla="*/ 183 h 320"/>
                  <a:gd name="T12" fmla="*/ 49 w 73"/>
                  <a:gd name="T13" fmla="*/ 251 h 320"/>
                  <a:gd name="T14" fmla="*/ 53 w 73"/>
                  <a:gd name="T15" fmla="*/ 320 h 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320">
                    <a:moveTo>
                      <a:pt x="29" y="0"/>
                    </a:moveTo>
                    <a:cubicBezTo>
                      <a:pt x="29" y="17"/>
                      <a:pt x="33" y="35"/>
                      <a:pt x="26" y="52"/>
                    </a:cubicBezTo>
                    <a:cubicBezTo>
                      <a:pt x="24" y="58"/>
                      <a:pt x="18" y="61"/>
                      <a:pt x="12" y="64"/>
                    </a:cubicBezTo>
                    <a:cubicBezTo>
                      <a:pt x="5" y="69"/>
                      <a:pt x="1" y="78"/>
                      <a:pt x="1" y="86"/>
                    </a:cubicBezTo>
                    <a:cubicBezTo>
                      <a:pt x="0" y="111"/>
                      <a:pt x="26" y="116"/>
                      <a:pt x="42" y="130"/>
                    </a:cubicBezTo>
                    <a:cubicBezTo>
                      <a:pt x="58" y="144"/>
                      <a:pt x="68" y="163"/>
                      <a:pt x="70" y="183"/>
                    </a:cubicBezTo>
                    <a:cubicBezTo>
                      <a:pt x="73" y="209"/>
                      <a:pt x="58" y="228"/>
                      <a:pt x="49" y="251"/>
                    </a:cubicBezTo>
                    <a:cubicBezTo>
                      <a:pt x="40" y="273"/>
                      <a:pt x="42" y="299"/>
                      <a:pt x="53" y="320"/>
                    </a:cubicBezTo>
                  </a:path>
                </a:pathLst>
              </a:custGeom>
              <a:noFill/>
              <a:ln w="38100" cap="flat">
                <a:solidFill>
                  <a:srgbClr val="333333"/>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grpSp>
        <p:sp>
          <p:nvSpPr>
            <p:cNvPr id="666" name="Freeform 168"/>
            <p:cNvSpPr>
              <a:spLocks/>
            </p:cNvSpPr>
            <p:nvPr/>
          </p:nvSpPr>
          <p:spPr bwMode="auto">
            <a:xfrm>
              <a:off x="7055567" y="3056784"/>
              <a:ext cx="254000" cy="398462"/>
            </a:xfrm>
            <a:custGeom>
              <a:avLst/>
              <a:gdLst>
                <a:gd name="T0" fmla="*/ 20 w 67"/>
                <a:gd name="T1" fmla="*/ 0 h 105"/>
                <a:gd name="T2" fmla="*/ 20 w 67"/>
                <a:gd name="T3" fmla="*/ 16 h 105"/>
                <a:gd name="T4" fmla="*/ 47 w 67"/>
                <a:gd name="T5" fmla="*/ 16 h 105"/>
                <a:gd name="T6" fmla="*/ 47 w 67"/>
                <a:gd name="T7" fmla="*/ 0 h 105"/>
                <a:gd name="T8" fmla="*/ 53 w 67"/>
                <a:gd name="T9" fmla="*/ 0 h 105"/>
                <a:gd name="T10" fmla="*/ 53 w 67"/>
                <a:gd name="T11" fmla="*/ 16 h 105"/>
                <a:gd name="T12" fmla="*/ 67 w 67"/>
                <a:gd name="T13" fmla="*/ 16 h 105"/>
                <a:gd name="T14" fmla="*/ 67 w 67"/>
                <a:gd name="T15" fmla="*/ 56 h 105"/>
                <a:gd name="T16" fmla="*/ 44 w 67"/>
                <a:gd name="T17" fmla="*/ 84 h 105"/>
                <a:gd name="T18" fmla="*/ 44 w 67"/>
                <a:gd name="T19" fmla="*/ 105 h 105"/>
                <a:gd name="T20" fmla="*/ 24 w 67"/>
                <a:gd name="T21" fmla="*/ 105 h 105"/>
                <a:gd name="T22" fmla="*/ 24 w 67"/>
                <a:gd name="T23" fmla="*/ 84 h 105"/>
                <a:gd name="T24" fmla="*/ 0 w 67"/>
                <a:gd name="T25" fmla="*/ 56 h 105"/>
                <a:gd name="T26" fmla="*/ 0 w 67"/>
                <a:gd name="T27" fmla="*/ 16 h 105"/>
                <a:gd name="T28" fmla="*/ 14 w 67"/>
                <a:gd name="T29" fmla="*/ 16 h 105"/>
                <a:gd name="T30" fmla="*/ 14 w 67"/>
                <a:gd name="T31" fmla="*/ 0 h 105"/>
                <a:gd name="T32" fmla="*/ 20 w 67"/>
                <a:gd name="T33" fmla="*/ 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 h="105">
                  <a:moveTo>
                    <a:pt x="20" y="0"/>
                  </a:moveTo>
                  <a:cubicBezTo>
                    <a:pt x="20" y="16"/>
                    <a:pt x="20" y="16"/>
                    <a:pt x="20" y="16"/>
                  </a:cubicBezTo>
                  <a:cubicBezTo>
                    <a:pt x="20" y="16"/>
                    <a:pt x="20" y="16"/>
                    <a:pt x="47" y="16"/>
                  </a:cubicBezTo>
                  <a:cubicBezTo>
                    <a:pt x="47" y="0"/>
                    <a:pt x="47" y="0"/>
                    <a:pt x="47" y="0"/>
                  </a:cubicBezTo>
                  <a:cubicBezTo>
                    <a:pt x="53" y="0"/>
                    <a:pt x="53" y="0"/>
                    <a:pt x="53" y="0"/>
                  </a:cubicBezTo>
                  <a:cubicBezTo>
                    <a:pt x="53" y="4"/>
                    <a:pt x="53" y="9"/>
                    <a:pt x="53" y="16"/>
                  </a:cubicBezTo>
                  <a:cubicBezTo>
                    <a:pt x="53" y="16"/>
                    <a:pt x="53" y="16"/>
                    <a:pt x="67" y="16"/>
                  </a:cubicBezTo>
                  <a:cubicBezTo>
                    <a:pt x="67" y="16"/>
                    <a:pt x="67" y="16"/>
                    <a:pt x="67" y="56"/>
                  </a:cubicBezTo>
                  <a:cubicBezTo>
                    <a:pt x="67" y="65"/>
                    <a:pt x="57" y="79"/>
                    <a:pt x="44" y="84"/>
                  </a:cubicBezTo>
                  <a:cubicBezTo>
                    <a:pt x="44" y="84"/>
                    <a:pt x="44" y="84"/>
                    <a:pt x="44" y="105"/>
                  </a:cubicBezTo>
                  <a:cubicBezTo>
                    <a:pt x="24" y="105"/>
                    <a:pt x="24" y="105"/>
                    <a:pt x="24" y="105"/>
                  </a:cubicBezTo>
                  <a:cubicBezTo>
                    <a:pt x="24" y="105"/>
                    <a:pt x="24" y="105"/>
                    <a:pt x="24" y="84"/>
                  </a:cubicBezTo>
                  <a:cubicBezTo>
                    <a:pt x="10" y="79"/>
                    <a:pt x="0" y="65"/>
                    <a:pt x="0" y="56"/>
                  </a:cubicBezTo>
                  <a:cubicBezTo>
                    <a:pt x="0" y="56"/>
                    <a:pt x="0" y="56"/>
                    <a:pt x="0" y="16"/>
                  </a:cubicBezTo>
                  <a:cubicBezTo>
                    <a:pt x="0" y="16"/>
                    <a:pt x="0" y="16"/>
                    <a:pt x="14" y="16"/>
                  </a:cubicBezTo>
                  <a:cubicBezTo>
                    <a:pt x="14" y="16"/>
                    <a:pt x="14" y="16"/>
                    <a:pt x="14" y="0"/>
                  </a:cubicBezTo>
                  <a:lnTo>
                    <a:pt x="20" y="0"/>
                  </a:lnTo>
                  <a:close/>
                </a:path>
              </a:pathLst>
            </a:custGeom>
            <a:solidFill>
              <a:srgbClr val="333333"/>
            </a:solidFill>
            <a:ln>
              <a:noFill/>
            </a:ln>
          </p:spPr>
          <p:txBody>
            <a:bodyPr vert="horz" wrap="square" lIns="89642" tIns="44821" rIns="89642" bIns="44821" numCol="1" anchor="t" anchorCtr="0" compatLnSpc="1">
              <a:prstTxWarp prst="textNoShape">
                <a:avLst/>
              </a:prstTxWarp>
            </a:bodyPr>
            <a:lstStyle/>
            <a:p>
              <a:pPr defTabSz="914314">
                <a:defRPr/>
              </a:pPr>
              <a:endParaRPr lang="en-US">
                <a:solidFill>
                  <a:srgbClr val="404040"/>
                </a:solidFill>
                <a:latin typeface="Segoe UI"/>
              </a:endParaRPr>
            </a:p>
          </p:txBody>
        </p:sp>
      </p:grpSp>
    </p:spTree>
    <p:extLst>
      <p:ext uri="{BB962C8B-B14F-4D97-AF65-F5344CB8AC3E}">
        <p14:creationId xmlns:p14="http://schemas.microsoft.com/office/powerpoint/2010/main" val="28326443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decel="100000" fill="hold" grpId="0" nodeType="clickEffect">
                                  <p:stCondLst>
                                    <p:cond delay="0"/>
                                  </p:stCondLst>
                                  <p:childTnLst>
                                    <p:set>
                                      <p:cBhvr>
                                        <p:cTn id="6" dur="1" fill="hold">
                                          <p:stCondLst>
                                            <p:cond delay="0"/>
                                          </p:stCondLst>
                                        </p:cTn>
                                        <p:tgtEl>
                                          <p:spTgt spid="1277"/>
                                        </p:tgtEl>
                                        <p:attrNameLst>
                                          <p:attrName>style.visibility</p:attrName>
                                        </p:attrNameLst>
                                      </p:cBhvr>
                                      <p:to>
                                        <p:strVal val="visible"/>
                                      </p:to>
                                    </p:set>
                                    <p:anim calcmode="lin" valueType="num">
                                      <p:cBhvr additive="base">
                                        <p:cTn id="7" dur="640" fill="hold"/>
                                        <p:tgtEl>
                                          <p:spTgt spid="1277"/>
                                        </p:tgtEl>
                                        <p:attrNameLst>
                                          <p:attrName>ppt_x</p:attrName>
                                        </p:attrNameLst>
                                      </p:cBhvr>
                                      <p:tavLst>
                                        <p:tav tm="0">
                                          <p:val>
                                            <p:strVal val="0-#ppt_w/2"/>
                                          </p:val>
                                        </p:tav>
                                        <p:tav tm="100000">
                                          <p:val>
                                            <p:strVal val="#ppt_x"/>
                                          </p:val>
                                        </p:tav>
                                      </p:tavLst>
                                    </p:anim>
                                    <p:anim calcmode="lin" valueType="num">
                                      <p:cBhvr additive="base">
                                        <p:cTn id="8" dur="640" fill="hold"/>
                                        <p:tgtEl>
                                          <p:spTgt spid="1277"/>
                                        </p:tgtEl>
                                        <p:attrNameLst>
                                          <p:attrName>ppt_y</p:attrName>
                                        </p:attrNameLst>
                                      </p:cBhvr>
                                      <p:tavLst>
                                        <p:tav tm="0">
                                          <p:val>
                                            <p:strVal val="#ppt_y"/>
                                          </p:val>
                                        </p:tav>
                                        <p:tav tm="100000">
                                          <p:val>
                                            <p:strVal val="#ppt_y"/>
                                          </p:val>
                                        </p:tav>
                                      </p:tavLst>
                                    </p:anim>
                                  </p:childTnLst>
                                </p:cTn>
                              </p:par>
                            </p:childTnLst>
                          </p:cTn>
                        </p:par>
                        <p:par>
                          <p:cTn id="9" fill="hold">
                            <p:stCondLst>
                              <p:cond delay="640"/>
                            </p:stCondLst>
                            <p:childTnLst>
                              <p:par>
                                <p:cTn id="10" presetID="2" presetClass="entr" presetSubtype="2" decel="100000" fill="hold" grpId="0" nodeType="afterEffect">
                                  <p:stCondLst>
                                    <p:cond delay="0"/>
                                  </p:stCondLst>
                                  <p:childTnLst>
                                    <p:set>
                                      <p:cBhvr>
                                        <p:cTn id="11" dur="1" fill="hold">
                                          <p:stCondLst>
                                            <p:cond delay="0"/>
                                          </p:stCondLst>
                                        </p:cTn>
                                        <p:tgtEl>
                                          <p:spTgt spid="1210"/>
                                        </p:tgtEl>
                                        <p:attrNameLst>
                                          <p:attrName>style.visibility</p:attrName>
                                        </p:attrNameLst>
                                      </p:cBhvr>
                                      <p:to>
                                        <p:strVal val="visible"/>
                                      </p:to>
                                    </p:set>
                                    <p:anim calcmode="lin" valueType="num">
                                      <p:cBhvr additive="base">
                                        <p:cTn id="12" dur="640" fill="hold"/>
                                        <p:tgtEl>
                                          <p:spTgt spid="1210"/>
                                        </p:tgtEl>
                                        <p:attrNameLst>
                                          <p:attrName>ppt_x</p:attrName>
                                        </p:attrNameLst>
                                      </p:cBhvr>
                                      <p:tavLst>
                                        <p:tav tm="0">
                                          <p:val>
                                            <p:strVal val="1+#ppt_w/2"/>
                                          </p:val>
                                        </p:tav>
                                        <p:tav tm="100000">
                                          <p:val>
                                            <p:strVal val="#ppt_x"/>
                                          </p:val>
                                        </p:tav>
                                      </p:tavLst>
                                    </p:anim>
                                    <p:anim calcmode="lin" valueType="num">
                                      <p:cBhvr additive="base">
                                        <p:cTn id="13" dur="640" fill="hold"/>
                                        <p:tgtEl>
                                          <p:spTgt spid="121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610"/>
                                        </p:tgtEl>
                                        <p:attrNameLst>
                                          <p:attrName>style.visibility</p:attrName>
                                        </p:attrNameLst>
                                      </p:cBhvr>
                                      <p:to>
                                        <p:strVal val="visible"/>
                                      </p:to>
                                    </p:set>
                                    <p:animEffect transition="in" filter="fade">
                                      <p:cBhvr>
                                        <p:cTn id="18" dur="500"/>
                                        <p:tgtEl>
                                          <p:spTgt spid="610"/>
                                        </p:tgtEl>
                                      </p:cBhvr>
                                    </p:animEffect>
                                    <p:anim calcmode="lin" valueType="num">
                                      <p:cBhvr>
                                        <p:cTn id="19" dur="500" fill="hold"/>
                                        <p:tgtEl>
                                          <p:spTgt spid="610"/>
                                        </p:tgtEl>
                                        <p:attrNameLst>
                                          <p:attrName>ppt_x</p:attrName>
                                        </p:attrNameLst>
                                      </p:cBhvr>
                                      <p:tavLst>
                                        <p:tav tm="0">
                                          <p:val>
                                            <p:strVal val="#ppt_x"/>
                                          </p:val>
                                        </p:tav>
                                        <p:tav tm="100000">
                                          <p:val>
                                            <p:strVal val="#ppt_x"/>
                                          </p:val>
                                        </p:tav>
                                      </p:tavLst>
                                    </p:anim>
                                    <p:anim calcmode="lin" valueType="num">
                                      <p:cBhvr>
                                        <p:cTn id="20" dur="500" fill="hold"/>
                                        <p:tgtEl>
                                          <p:spTgt spid="610"/>
                                        </p:tgtEl>
                                        <p:attrNameLst>
                                          <p:attrName>ppt_y</p:attrName>
                                        </p:attrNameLst>
                                      </p:cBhvr>
                                      <p:tavLst>
                                        <p:tav tm="0">
                                          <p:val>
                                            <p:strVal val="#ppt_y+.1"/>
                                          </p:val>
                                        </p:tav>
                                        <p:tav tm="100000">
                                          <p:val>
                                            <p:strVal val="#ppt_y"/>
                                          </p:val>
                                        </p:tav>
                                      </p:tavLst>
                                    </p:anim>
                                  </p:childTnLst>
                                </p:cTn>
                              </p:par>
                            </p:childTnLst>
                          </p:cTn>
                        </p:par>
                        <p:par>
                          <p:cTn id="21" fill="hold">
                            <p:stCondLst>
                              <p:cond delay="500"/>
                            </p:stCondLst>
                            <p:childTnLst>
                              <p:par>
                                <p:cTn id="22" presetID="42" presetClass="entr" presetSubtype="0" fill="hold" grpId="0" nodeType="afterEffect">
                                  <p:stCondLst>
                                    <p:cond delay="0"/>
                                  </p:stCondLst>
                                  <p:childTnLst>
                                    <p:set>
                                      <p:cBhvr>
                                        <p:cTn id="23" dur="1" fill="hold">
                                          <p:stCondLst>
                                            <p:cond delay="0"/>
                                          </p:stCondLst>
                                        </p:cTn>
                                        <p:tgtEl>
                                          <p:spTgt spid="574"/>
                                        </p:tgtEl>
                                        <p:attrNameLst>
                                          <p:attrName>style.visibility</p:attrName>
                                        </p:attrNameLst>
                                      </p:cBhvr>
                                      <p:to>
                                        <p:strVal val="visible"/>
                                      </p:to>
                                    </p:set>
                                    <p:animEffect transition="in" filter="fade">
                                      <p:cBhvr>
                                        <p:cTn id="24" dur="500"/>
                                        <p:tgtEl>
                                          <p:spTgt spid="574"/>
                                        </p:tgtEl>
                                      </p:cBhvr>
                                    </p:animEffect>
                                    <p:anim calcmode="lin" valueType="num">
                                      <p:cBhvr>
                                        <p:cTn id="25" dur="500" fill="hold"/>
                                        <p:tgtEl>
                                          <p:spTgt spid="574"/>
                                        </p:tgtEl>
                                        <p:attrNameLst>
                                          <p:attrName>ppt_x</p:attrName>
                                        </p:attrNameLst>
                                      </p:cBhvr>
                                      <p:tavLst>
                                        <p:tav tm="0">
                                          <p:val>
                                            <p:strVal val="#ppt_x"/>
                                          </p:val>
                                        </p:tav>
                                        <p:tav tm="100000">
                                          <p:val>
                                            <p:strVal val="#ppt_x"/>
                                          </p:val>
                                        </p:tav>
                                      </p:tavLst>
                                    </p:anim>
                                    <p:anim calcmode="lin" valueType="num">
                                      <p:cBhvr>
                                        <p:cTn id="26" dur="500" fill="hold"/>
                                        <p:tgtEl>
                                          <p:spTgt spid="574"/>
                                        </p:tgtEl>
                                        <p:attrNameLst>
                                          <p:attrName>ppt_y</p:attrName>
                                        </p:attrNameLst>
                                      </p:cBhvr>
                                      <p:tavLst>
                                        <p:tav tm="0">
                                          <p:val>
                                            <p:strVal val="#ppt_y+.1"/>
                                          </p:val>
                                        </p:tav>
                                        <p:tav tm="100000">
                                          <p:val>
                                            <p:strVal val="#ppt_y"/>
                                          </p:val>
                                        </p:tav>
                                      </p:tavLst>
                                    </p:anim>
                                  </p:childTnLst>
                                </p:cTn>
                              </p:par>
                            </p:childTnLst>
                          </p:cTn>
                        </p:par>
                        <p:par>
                          <p:cTn id="27" fill="hold">
                            <p:stCondLst>
                              <p:cond delay="1000"/>
                            </p:stCondLst>
                            <p:childTnLst>
                              <p:par>
                                <p:cTn id="28" presetID="42" presetClass="entr" presetSubtype="0" fill="hold" grpId="0" nodeType="afterEffect">
                                  <p:stCondLst>
                                    <p:cond delay="0"/>
                                  </p:stCondLst>
                                  <p:childTnLst>
                                    <p:set>
                                      <p:cBhvr>
                                        <p:cTn id="29" dur="1" fill="hold">
                                          <p:stCondLst>
                                            <p:cond delay="0"/>
                                          </p:stCondLst>
                                        </p:cTn>
                                        <p:tgtEl>
                                          <p:spTgt spid="575"/>
                                        </p:tgtEl>
                                        <p:attrNameLst>
                                          <p:attrName>style.visibility</p:attrName>
                                        </p:attrNameLst>
                                      </p:cBhvr>
                                      <p:to>
                                        <p:strVal val="visible"/>
                                      </p:to>
                                    </p:set>
                                    <p:animEffect transition="in" filter="fade">
                                      <p:cBhvr>
                                        <p:cTn id="30" dur="500"/>
                                        <p:tgtEl>
                                          <p:spTgt spid="575"/>
                                        </p:tgtEl>
                                      </p:cBhvr>
                                    </p:animEffect>
                                    <p:anim calcmode="lin" valueType="num">
                                      <p:cBhvr>
                                        <p:cTn id="31" dur="500" fill="hold"/>
                                        <p:tgtEl>
                                          <p:spTgt spid="575"/>
                                        </p:tgtEl>
                                        <p:attrNameLst>
                                          <p:attrName>ppt_x</p:attrName>
                                        </p:attrNameLst>
                                      </p:cBhvr>
                                      <p:tavLst>
                                        <p:tav tm="0">
                                          <p:val>
                                            <p:strVal val="#ppt_x"/>
                                          </p:val>
                                        </p:tav>
                                        <p:tav tm="100000">
                                          <p:val>
                                            <p:strVal val="#ppt_x"/>
                                          </p:val>
                                        </p:tav>
                                      </p:tavLst>
                                    </p:anim>
                                    <p:anim calcmode="lin" valueType="num">
                                      <p:cBhvr>
                                        <p:cTn id="32" dur="500" fill="hold"/>
                                        <p:tgtEl>
                                          <p:spTgt spid="575"/>
                                        </p:tgtEl>
                                        <p:attrNameLst>
                                          <p:attrName>ppt_y</p:attrName>
                                        </p:attrNameLst>
                                      </p:cBhvr>
                                      <p:tavLst>
                                        <p:tav tm="0">
                                          <p:val>
                                            <p:strVal val="#ppt_y+.1"/>
                                          </p:val>
                                        </p:tav>
                                        <p:tav tm="100000">
                                          <p:val>
                                            <p:strVal val="#ppt_y"/>
                                          </p:val>
                                        </p:tav>
                                      </p:tavLst>
                                    </p:anim>
                                  </p:childTnLst>
                                </p:cTn>
                              </p:par>
                            </p:childTnLst>
                          </p:cTn>
                        </p:par>
                        <p:par>
                          <p:cTn id="33" fill="hold">
                            <p:stCondLst>
                              <p:cond delay="1500"/>
                            </p:stCondLst>
                            <p:childTnLst>
                              <p:par>
                                <p:cTn id="34" presetID="42" presetClass="entr" presetSubtype="0" fill="hold" grpId="0" nodeType="afterEffect">
                                  <p:stCondLst>
                                    <p:cond delay="0"/>
                                  </p:stCondLst>
                                  <p:childTnLst>
                                    <p:set>
                                      <p:cBhvr>
                                        <p:cTn id="35" dur="1" fill="hold">
                                          <p:stCondLst>
                                            <p:cond delay="0"/>
                                          </p:stCondLst>
                                        </p:cTn>
                                        <p:tgtEl>
                                          <p:spTgt spid="559"/>
                                        </p:tgtEl>
                                        <p:attrNameLst>
                                          <p:attrName>style.visibility</p:attrName>
                                        </p:attrNameLst>
                                      </p:cBhvr>
                                      <p:to>
                                        <p:strVal val="visible"/>
                                      </p:to>
                                    </p:set>
                                    <p:animEffect transition="in" filter="fade">
                                      <p:cBhvr>
                                        <p:cTn id="36" dur="500"/>
                                        <p:tgtEl>
                                          <p:spTgt spid="559"/>
                                        </p:tgtEl>
                                      </p:cBhvr>
                                    </p:animEffect>
                                    <p:anim calcmode="lin" valueType="num">
                                      <p:cBhvr>
                                        <p:cTn id="37" dur="500" fill="hold"/>
                                        <p:tgtEl>
                                          <p:spTgt spid="559"/>
                                        </p:tgtEl>
                                        <p:attrNameLst>
                                          <p:attrName>ppt_x</p:attrName>
                                        </p:attrNameLst>
                                      </p:cBhvr>
                                      <p:tavLst>
                                        <p:tav tm="0">
                                          <p:val>
                                            <p:strVal val="#ppt_x"/>
                                          </p:val>
                                        </p:tav>
                                        <p:tav tm="100000">
                                          <p:val>
                                            <p:strVal val="#ppt_x"/>
                                          </p:val>
                                        </p:tav>
                                      </p:tavLst>
                                    </p:anim>
                                    <p:anim calcmode="lin" valueType="num">
                                      <p:cBhvr>
                                        <p:cTn id="38" dur="500" fill="hold"/>
                                        <p:tgtEl>
                                          <p:spTgt spid="559"/>
                                        </p:tgtEl>
                                        <p:attrNameLst>
                                          <p:attrName>ppt_y</p:attrName>
                                        </p:attrNameLst>
                                      </p:cBhvr>
                                      <p:tavLst>
                                        <p:tav tm="0">
                                          <p:val>
                                            <p:strVal val="#ppt_y+.1"/>
                                          </p:val>
                                        </p:tav>
                                        <p:tav tm="100000">
                                          <p:val>
                                            <p:strVal val="#ppt_y"/>
                                          </p:val>
                                        </p:tav>
                                      </p:tavLst>
                                    </p:anim>
                                  </p:childTnLst>
                                </p:cTn>
                              </p:par>
                            </p:childTnLst>
                          </p:cTn>
                        </p:par>
                        <p:par>
                          <p:cTn id="39" fill="hold">
                            <p:stCondLst>
                              <p:cond delay="2000"/>
                            </p:stCondLst>
                            <p:childTnLst>
                              <p:par>
                                <p:cTn id="40" presetID="42" presetClass="entr" presetSubtype="0" fill="hold" grpId="0" nodeType="afterEffect">
                                  <p:stCondLst>
                                    <p:cond delay="0"/>
                                  </p:stCondLst>
                                  <p:childTnLst>
                                    <p:set>
                                      <p:cBhvr>
                                        <p:cTn id="41" dur="1" fill="hold">
                                          <p:stCondLst>
                                            <p:cond delay="0"/>
                                          </p:stCondLst>
                                        </p:cTn>
                                        <p:tgtEl>
                                          <p:spTgt spid="537"/>
                                        </p:tgtEl>
                                        <p:attrNameLst>
                                          <p:attrName>style.visibility</p:attrName>
                                        </p:attrNameLst>
                                      </p:cBhvr>
                                      <p:to>
                                        <p:strVal val="visible"/>
                                      </p:to>
                                    </p:set>
                                    <p:animEffect transition="in" filter="fade">
                                      <p:cBhvr>
                                        <p:cTn id="42" dur="500"/>
                                        <p:tgtEl>
                                          <p:spTgt spid="537"/>
                                        </p:tgtEl>
                                      </p:cBhvr>
                                    </p:animEffect>
                                    <p:anim calcmode="lin" valueType="num">
                                      <p:cBhvr>
                                        <p:cTn id="43" dur="500" fill="hold"/>
                                        <p:tgtEl>
                                          <p:spTgt spid="537"/>
                                        </p:tgtEl>
                                        <p:attrNameLst>
                                          <p:attrName>ppt_x</p:attrName>
                                        </p:attrNameLst>
                                      </p:cBhvr>
                                      <p:tavLst>
                                        <p:tav tm="0">
                                          <p:val>
                                            <p:strVal val="#ppt_x"/>
                                          </p:val>
                                        </p:tav>
                                        <p:tav tm="100000">
                                          <p:val>
                                            <p:strVal val="#ppt_x"/>
                                          </p:val>
                                        </p:tav>
                                      </p:tavLst>
                                    </p:anim>
                                    <p:anim calcmode="lin" valueType="num">
                                      <p:cBhvr>
                                        <p:cTn id="44" dur="500" fill="hold"/>
                                        <p:tgtEl>
                                          <p:spTgt spid="537"/>
                                        </p:tgtEl>
                                        <p:attrNameLst>
                                          <p:attrName>ppt_y</p:attrName>
                                        </p:attrNameLst>
                                      </p:cBhvr>
                                      <p:tavLst>
                                        <p:tav tm="0">
                                          <p:val>
                                            <p:strVal val="#ppt_y+.1"/>
                                          </p:val>
                                        </p:tav>
                                        <p:tav tm="100000">
                                          <p:val>
                                            <p:strVal val="#ppt_y"/>
                                          </p:val>
                                        </p:tav>
                                      </p:tavLst>
                                    </p:anim>
                                  </p:childTnLst>
                                </p:cTn>
                              </p:par>
                            </p:childTnLst>
                          </p:cTn>
                        </p:par>
                        <p:par>
                          <p:cTn id="45" fill="hold">
                            <p:stCondLst>
                              <p:cond delay="2500"/>
                            </p:stCondLst>
                            <p:childTnLst>
                              <p:par>
                                <p:cTn id="46" presetID="42" presetClass="entr" presetSubtype="0" fill="hold" grpId="0" nodeType="afterEffect">
                                  <p:stCondLst>
                                    <p:cond delay="0"/>
                                  </p:stCondLst>
                                  <p:childTnLst>
                                    <p:set>
                                      <p:cBhvr>
                                        <p:cTn id="47" dur="1" fill="hold">
                                          <p:stCondLst>
                                            <p:cond delay="0"/>
                                          </p:stCondLst>
                                        </p:cTn>
                                        <p:tgtEl>
                                          <p:spTgt spid="515"/>
                                        </p:tgtEl>
                                        <p:attrNameLst>
                                          <p:attrName>style.visibility</p:attrName>
                                        </p:attrNameLst>
                                      </p:cBhvr>
                                      <p:to>
                                        <p:strVal val="visible"/>
                                      </p:to>
                                    </p:set>
                                    <p:animEffect transition="in" filter="fade">
                                      <p:cBhvr>
                                        <p:cTn id="48" dur="500"/>
                                        <p:tgtEl>
                                          <p:spTgt spid="515"/>
                                        </p:tgtEl>
                                      </p:cBhvr>
                                    </p:animEffect>
                                    <p:anim calcmode="lin" valueType="num">
                                      <p:cBhvr>
                                        <p:cTn id="49" dur="500" fill="hold"/>
                                        <p:tgtEl>
                                          <p:spTgt spid="515"/>
                                        </p:tgtEl>
                                        <p:attrNameLst>
                                          <p:attrName>ppt_x</p:attrName>
                                        </p:attrNameLst>
                                      </p:cBhvr>
                                      <p:tavLst>
                                        <p:tav tm="0">
                                          <p:val>
                                            <p:strVal val="#ppt_x"/>
                                          </p:val>
                                        </p:tav>
                                        <p:tav tm="100000">
                                          <p:val>
                                            <p:strVal val="#ppt_x"/>
                                          </p:val>
                                        </p:tav>
                                      </p:tavLst>
                                    </p:anim>
                                    <p:anim calcmode="lin" valueType="num">
                                      <p:cBhvr>
                                        <p:cTn id="50" dur="500" fill="hold"/>
                                        <p:tgtEl>
                                          <p:spTgt spid="515"/>
                                        </p:tgtEl>
                                        <p:attrNameLst>
                                          <p:attrName>ppt_y</p:attrName>
                                        </p:attrNameLst>
                                      </p:cBhvr>
                                      <p:tavLst>
                                        <p:tav tm="0">
                                          <p:val>
                                            <p:strVal val="#ppt_y+.1"/>
                                          </p:val>
                                        </p:tav>
                                        <p:tav tm="100000">
                                          <p:val>
                                            <p:strVal val="#ppt_y"/>
                                          </p:val>
                                        </p:tav>
                                      </p:tavLst>
                                    </p:anim>
                                  </p:childTnLst>
                                </p:cTn>
                              </p:par>
                            </p:childTnLst>
                          </p:cTn>
                        </p:par>
                        <p:par>
                          <p:cTn id="51" fill="hold">
                            <p:stCondLst>
                              <p:cond delay="3000"/>
                            </p:stCondLst>
                            <p:childTnLst>
                              <p:par>
                                <p:cTn id="52" presetID="42" presetClass="entr" presetSubtype="0" fill="hold" grpId="0" nodeType="afterEffect">
                                  <p:stCondLst>
                                    <p:cond delay="0"/>
                                  </p:stCondLst>
                                  <p:childTnLst>
                                    <p:set>
                                      <p:cBhvr>
                                        <p:cTn id="53" dur="1" fill="hold">
                                          <p:stCondLst>
                                            <p:cond delay="0"/>
                                          </p:stCondLst>
                                        </p:cTn>
                                        <p:tgtEl>
                                          <p:spTgt spid="497"/>
                                        </p:tgtEl>
                                        <p:attrNameLst>
                                          <p:attrName>style.visibility</p:attrName>
                                        </p:attrNameLst>
                                      </p:cBhvr>
                                      <p:to>
                                        <p:strVal val="visible"/>
                                      </p:to>
                                    </p:set>
                                    <p:animEffect transition="in" filter="fade">
                                      <p:cBhvr>
                                        <p:cTn id="54" dur="500"/>
                                        <p:tgtEl>
                                          <p:spTgt spid="497"/>
                                        </p:tgtEl>
                                      </p:cBhvr>
                                    </p:animEffect>
                                    <p:anim calcmode="lin" valueType="num">
                                      <p:cBhvr>
                                        <p:cTn id="55" dur="500" fill="hold"/>
                                        <p:tgtEl>
                                          <p:spTgt spid="497"/>
                                        </p:tgtEl>
                                        <p:attrNameLst>
                                          <p:attrName>ppt_x</p:attrName>
                                        </p:attrNameLst>
                                      </p:cBhvr>
                                      <p:tavLst>
                                        <p:tav tm="0">
                                          <p:val>
                                            <p:strVal val="#ppt_x"/>
                                          </p:val>
                                        </p:tav>
                                        <p:tav tm="100000">
                                          <p:val>
                                            <p:strVal val="#ppt_x"/>
                                          </p:val>
                                        </p:tav>
                                      </p:tavLst>
                                    </p:anim>
                                    <p:anim calcmode="lin" valueType="num">
                                      <p:cBhvr>
                                        <p:cTn id="56" dur="500" fill="hold"/>
                                        <p:tgtEl>
                                          <p:spTgt spid="497"/>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671"/>
                                        </p:tgtEl>
                                        <p:attrNameLst>
                                          <p:attrName>style.visibility</p:attrName>
                                        </p:attrNameLst>
                                      </p:cBhvr>
                                      <p:to>
                                        <p:strVal val="visible"/>
                                      </p:to>
                                    </p:set>
                                    <p:animEffect transition="in" filter="wipe(down)">
                                      <p:cBhvr>
                                        <p:cTn id="61" dur="1000"/>
                                        <p:tgtEl>
                                          <p:spTgt spid="671"/>
                                        </p:tgtEl>
                                      </p:cBhvr>
                                    </p:animEffect>
                                  </p:childTnLst>
                                </p:cTn>
                              </p:par>
                            </p:childTnLst>
                          </p:cTn>
                        </p:par>
                        <p:par>
                          <p:cTn id="62" fill="hold">
                            <p:stCondLst>
                              <p:cond delay="1000"/>
                            </p:stCondLst>
                            <p:childTnLst>
                              <p:par>
                                <p:cTn id="63" presetID="19" presetClass="emph" presetSubtype="0" fill="hold" grpId="0" nodeType="afterEffect">
                                  <p:stCondLst>
                                    <p:cond delay="0"/>
                                  </p:stCondLst>
                                  <p:childTnLst>
                                    <p:animClr clrSpc="rgb" dir="cw">
                                      <p:cBhvr override="childStyle">
                                        <p:cTn id="64" dur="500" fill="hold"/>
                                        <p:tgtEl>
                                          <p:spTgt spid="24"/>
                                        </p:tgtEl>
                                        <p:attrNameLst>
                                          <p:attrName>style.color</p:attrName>
                                        </p:attrNameLst>
                                      </p:cBhvr>
                                      <p:to>
                                        <a:srgbClr val="0078D7"/>
                                      </p:to>
                                    </p:animClr>
                                    <p:animClr clrSpc="rgb" dir="cw">
                                      <p:cBhvr>
                                        <p:cTn id="65" dur="500" fill="hold"/>
                                        <p:tgtEl>
                                          <p:spTgt spid="24"/>
                                        </p:tgtEl>
                                        <p:attrNameLst>
                                          <p:attrName>fillcolor</p:attrName>
                                        </p:attrNameLst>
                                      </p:cBhvr>
                                      <p:to>
                                        <a:srgbClr val="0078D7"/>
                                      </p:to>
                                    </p:animClr>
                                    <p:set>
                                      <p:cBhvr>
                                        <p:cTn id="66" dur="500" fill="hold"/>
                                        <p:tgtEl>
                                          <p:spTgt spid="24"/>
                                        </p:tgtEl>
                                        <p:attrNameLst>
                                          <p:attrName>fill.type</p:attrName>
                                        </p:attrNameLst>
                                      </p:cBhvr>
                                      <p:to>
                                        <p:strVal val="solid"/>
                                      </p:to>
                                    </p:set>
                                    <p:set>
                                      <p:cBhvr>
                                        <p:cTn id="67" dur="500" fill="hold"/>
                                        <p:tgtEl>
                                          <p:spTgt spid="24"/>
                                        </p:tgtEl>
                                        <p:attrNameLst>
                                          <p:attrName>fill.on</p:attrName>
                                        </p:attrNameLst>
                                      </p:cBhvr>
                                      <p:to>
                                        <p:strVal val="true"/>
                                      </p:to>
                                    </p:set>
                                  </p:childTnLst>
                                </p:cTn>
                              </p:par>
                            </p:childTnLst>
                          </p:cTn>
                        </p:par>
                        <p:par>
                          <p:cTn id="68" fill="hold">
                            <p:stCondLst>
                              <p:cond delay="1500"/>
                            </p:stCondLst>
                            <p:childTnLst>
                              <p:par>
                                <p:cTn id="69" presetID="22" presetClass="entr" presetSubtype="4" fill="hold" nodeType="afterEffect">
                                  <p:stCondLst>
                                    <p:cond delay="0"/>
                                  </p:stCondLst>
                                  <p:childTnLst>
                                    <p:set>
                                      <p:cBhvr>
                                        <p:cTn id="70" dur="1" fill="hold">
                                          <p:stCondLst>
                                            <p:cond delay="0"/>
                                          </p:stCondLst>
                                        </p:cTn>
                                        <p:tgtEl>
                                          <p:spTgt spid="668"/>
                                        </p:tgtEl>
                                        <p:attrNameLst>
                                          <p:attrName>style.visibility</p:attrName>
                                        </p:attrNameLst>
                                      </p:cBhvr>
                                      <p:to>
                                        <p:strVal val="visible"/>
                                      </p:to>
                                    </p:set>
                                    <p:animEffect transition="in" filter="wipe(down)">
                                      <p:cBhvr>
                                        <p:cTn id="71" dur="600"/>
                                        <p:tgtEl>
                                          <p:spTgt spid="668"/>
                                        </p:tgtEl>
                                      </p:cBhvr>
                                    </p:animEffect>
                                  </p:childTnLst>
                                </p:cTn>
                              </p:par>
                            </p:childTnLst>
                          </p:cTn>
                        </p:par>
                        <p:par>
                          <p:cTn id="72" fill="hold">
                            <p:stCondLst>
                              <p:cond delay="2100"/>
                            </p:stCondLst>
                            <p:childTnLst>
                              <p:par>
                                <p:cTn id="73" presetID="19" presetClass="emph" presetSubtype="0" fill="hold" grpId="0" nodeType="afterEffect">
                                  <p:stCondLst>
                                    <p:cond delay="0"/>
                                  </p:stCondLst>
                                  <p:childTnLst>
                                    <p:animClr clrSpc="rgb" dir="cw">
                                      <p:cBhvr override="childStyle">
                                        <p:cTn id="74" dur="500" fill="hold"/>
                                        <p:tgtEl>
                                          <p:spTgt spid="333"/>
                                        </p:tgtEl>
                                        <p:attrNameLst>
                                          <p:attrName>style.color</p:attrName>
                                        </p:attrNameLst>
                                      </p:cBhvr>
                                      <p:to>
                                        <a:srgbClr val="FF8C00"/>
                                      </p:to>
                                    </p:animClr>
                                    <p:animClr clrSpc="rgb" dir="cw">
                                      <p:cBhvr>
                                        <p:cTn id="75" dur="500" fill="hold"/>
                                        <p:tgtEl>
                                          <p:spTgt spid="333"/>
                                        </p:tgtEl>
                                        <p:attrNameLst>
                                          <p:attrName>fillcolor</p:attrName>
                                        </p:attrNameLst>
                                      </p:cBhvr>
                                      <p:to>
                                        <a:srgbClr val="FF8C00"/>
                                      </p:to>
                                    </p:animClr>
                                    <p:set>
                                      <p:cBhvr>
                                        <p:cTn id="76" dur="500" fill="hold"/>
                                        <p:tgtEl>
                                          <p:spTgt spid="333"/>
                                        </p:tgtEl>
                                        <p:attrNameLst>
                                          <p:attrName>fill.type</p:attrName>
                                        </p:attrNameLst>
                                      </p:cBhvr>
                                      <p:to>
                                        <p:strVal val="solid"/>
                                      </p:to>
                                    </p:set>
                                    <p:set>
                                      <p:cBhvr>
                                        <p:cTn id="77" dur="500" fill="hold"/>
                                        <p:tgtEl>
                                          <p:spTgt spid="333"/>
                                        </p:tgtEl>
                                        <p:attrNameLst>
                                          <p:attrName>fill.on</p:attrName>
                                        </p:attrNameLst>
                                      </p:cBhvr>
                                      <p:to>
                                        <p:strVal val="true"/>
                                      </p:to>
                                    </p:set>
                                  </p:childTnLst>
                                </p:cTn>
                              </p:par>
                            </p:childTnLst>
                          </p:cTn>
                        </p:par>
                        <p:par>
                          <p:cTn id="78" fill="hold">
                            <p:stCondLst>
                              <p:cond delay="2600"/>
                            </p:stCondLst>
                            <p:childTnLst>
                              <p:par>
                                <p:cTn id="79" presetID="22" presetClass="entr" presetSubtype="4" fill="hold" nodeType="afterEffect">
                                  <p:stCondLst>
                                    <p:cond delay="0"/>
                                  </p:stCondLst>
                                  <p:childTnLst>
                                    <p:set>
                                      <p:cBhvr>
                                        <p:cTn id="80" dur="1" fill="hold">
                                          <p:stCondLst>
                                            <p:cond delay="0"/>
                                          </p:stCondLst>
                                        </p:cTn>
                                        <p:tgtEl>
                                          <p:spTgt spid="669"/>
                                        </p:tgtEl>
                                        <p:attrNameLst>
                                          <p:attrName>style.visibility</p:attrName>
                                        </p:attrNameLst>
                                      </p:cBhvr>
                                      <p:to>
                                        <p:strVal val="visible"/>
                                      </p:to>
                                    </p:set>
                                    <p:animEffect transition="in" filter="wipe(down)">
                                      <p:cBhvr>
                                        <p:cTn id="81" dur="600"/>
                                        <p:tgtEl>
                                          <p:spTgt spid="669"/>
                                        </p:tgtEl>
                                      </p:cBhvr>
                                    </p:animEffect>
                                  </p:childTnLst>
                                </p:cTn>
                              </p:par>
                            </p:childTnLst>
                          </p:cTn>
                        </p:par>
                        <p:par>
                          <p:cTn id="82" fill="hold">
                            <p:stCondLst>
                              <p:cond delay="3200"/>
                            </p:stCondLst>
                            <p:childTnLst>
                              <p:par>
                                <p:cTn id="83" presetID="19" presetClass="emph" presetSubtype="0" fill="hold" grpId="0" nodeType="afterEffect">
                                  <p:stCondLst>
                                    <p:cond delay="0"/>
                                  </p:stCondLst>
                                  <p:childTnLst>
                                    <p:animClr clrSpc="rgb" dir="cw">
                                      <p:cBhvr override="childStyle">
                                        <p:cTn id="84" dur="500" fill="hold"/>
                                        <p:tgtEl>
                                          <p:spTgt spid="337"/>
                                        </p:tgtEl>
                                        <p:attrNameLst>
                                          <p:attrName>style.color</p:attrName>
                                        </p:attrNameLst>
                                      </p:cBhvr>
                                      <p:to>
                                        <a:srgbClr val="5C2D91"/>
                                      </p:to>
                                    </p:animClr>
                                    <p:animClr clrSpc="rgb" dir="cw">
                                      <p:cBhvr>
                                        <p:cTn id="85" dur="500" fill="hold"/>
                                        <p:tgtEl>
                                          <p:spTgt spid="337"/>
                                        </p:tgtEl>
                                        <p:attrNameLst>
                                          <p:attrName>fillcolor</p:attrName>
                                        </p:attrNameLst>
                                      </p:cBhvr>
                                      <p:to>
                                        <a:srgbClr val="5C2D91"/>
                                      </p:to>
                                    </p:animClr>
                                    <p:set>
                                      <p:cBhvr>
                                        <p:cTn id="86" dur="500" fill="hold"/>
                                        <p:tgtEl>
                                          <p:spTgt spid="337"/>
                                        </p:tgtEl>
                                        <p:attrNameLst>
                                          <p:attrName>fill.type</p:attrName>
                                        </p:attrNameLst>
                                      </p:cBhvr>
                                      <p:to>
                                        <p:strVal val="solid"/>
                                      </p:to>
                                    </p:set>
                                    <p:set>
                                      <p:cBhvr>
                                        <p:cTn id="87" dur="500" fill="hold"/>
                                        <p:tgtEl>
                                          <p:spTgt spid="337"/>
                                        </p:tgtEl>
                                        <p:attrNameLst>
                                          <p:attrName>fill.on</p:attrName>
                                        </p:attrNameLst>
                                      </p:cBhvr>
                                      <p:to>
                                        <p:strVal val="true"/>
                                      </p:to>
                                    </p:set>
                                  </p:childTnLst>
                                </p:cTn>
                              </p:par>
                            </p:childTnLst>
                          </p:cTn>
                        </p:par>
                        <p:par>
                          <p:cTn id="88" fill="hold">
                            <p:stCondLst>
                              <p:cond delay="3700"/>
                            </p:stCondLst>
                            <p:childTnLst>
                              <p:par>
                                <p:cTn id="89" presetID="22" presetClass="entr" presetSubtype="4" fill="hold" nodeType="afterEffect">
                                  <p:stCondLst>
                                    <p:cond delay="0"/>
                                  </p:stCondLst>
                                  <p:childTnLst>
                                    <p:set>
                                      <p:cBhvr>
                                        <p:cTn id="90" dur="1" fill="hold">
                                          <p:stCondLst>
                                            <p:cond delay="0"/>
                                          </p:stCondLst>
                                        </p:cTn>
                                        <p:tgtEl>
                                          <p:spTgt spid="670"/>
                                        </p:tgtEl>
                                        <p:attrNameLst>
                                          <p:attrName>style.visibility</p:attrName>
                                        </p:attrNameLst>
                                      </p:cBhvr>
                                      <p:to>
                                        <p:strVal val="visible"/>
                                      </p:to>
                                    </p:set>
                                    <p:animEffect transition="in" filter="wipe(down)">
                                      <p:cBhvr>
                                        <p:cTn id="91" dur="1000"/>
                                        <p:tgtEl>
                                          <p:spTgt spid="670"/>
                                        </p:tgtEl>
                                      </p:cBhvr>
                                    </p:animEffect>
                                  </p:childTnLst>
                                </p:cTn>
                              </p:par>
                            </p:childTnLst>
                          </p:cTn>
                        </p:par>
                        <p:par>
                          <p:cTn id="92" fill="hold">
                            <p:stCondLst>
                              <p:cond delay="4700"/>
                            </p:stCondLst>
                            <p:childTnLst>
                              <p:par>
                                <p:cTn id="93" presetID="19" presetClass="emph" presetSubtype="0" fill="hold" grpId="0" nodeType="afterEffect">
                                  <p:stCondLst>
                                    <p:cond delay="0"/>
                                  </p:stCondLst>
                                  <p:childTnLst>
                                    <p:animClr clrSpc="rgb" dir="cw">
                                      <p:cBhvr override="childStyle">
                                        <p:cTn id="94" dur="500" fill="hold"/>
                                        <p:tgtEl>
                                          <p:spTgt spid="340"/>
                                        </p:tgtEl>
                                        <p:attrNameLst>
                                          <p:attrName>style.color</p:attrName>
                                        </p:attrNameLst>
                                      </p:cBhvr>
                                      <p:to>
                                        <a:srgbClr val="D83B01"/>
                                      </p:to>
                                    </p:animClr>
                                    <p:animClr clrSpc="rgb" dir="cw">
                                      <p:cBhvr>
                                        <p:cTn id="95" dur="500" fill="hold"/>
                                        <p:tgtEl>
                                          <p:spTgt spid="340"/>
                                        </p:tgtEl>
                                        <p:attrNameLst>
                                          <p:attrName>fillcolor</p:attrName>
                                        </p:attrNameLst>
                                      </p:cBhvr>
                                      <p:to>
                                        <a:srgbClr val="D83B01"/>
                                      </p:to>
                                    </p:animClr>
                                    <p:set>
                                      <p:cBhvr>
                                        <p:cTn id="96" dur="500" fill="hold"/>
                                        <p:tgtEl>
                                          <p:spTgt spid="340"/>
                                        </p:tgtEl>
                                        <p:attrNameLst>
                                          <p:attrName>fill.type</p:attrName>
                                        </p:attrNameLst>
                                      </p:cBhvr>
                                      <p:to>
                                        <p:strVal val="solid"/>
                                      </p:to>
                                    </p:set>
                                    <p:set>
                                      <p:cBhvr>
                                        <p:cTn id="97" dur="500" fill="hold"/>
                                        <p:tgtEl>
                                          <p:spTgt spid="340"/>
                                        </p:tgtEl>
                                        <p:attrNameLst>
                                          <p:attrName>fill.on</p:attrName>
                                        </p:attrNameLst>
                                      </p:cBhvr>
                                      <p:to>
                                        <p:strVal val="true"/>
                                      </p:to>
                                    </p:set>
                                  </p:childTnLst>
                                </p:cTn>
                              </p:par>
                            </p:childTnLst>
                          </p:cTn>
                        </p:par>
                        <p:par>
                          <p:cTn id="98" fill="hold">
                            <p:stCondLst>
                              <p:cond delay="5200"/>
                            </p:stCondLst>
                            <p:childTnLst>
                              <p:par>
                                <p:cTn id="99" presetID="24" presetClass="emph" presetSubtype="0" fill="hold" grpId="0" nodeType="afterEffect">
                                  <p:stCondLst>
                                    <p:cond delay="0"/>
                                  </p:stCondLst>
                                  <p:childTnLst>
                                    <p:animClr clrSpc="hsl" dir="cw">
                                      <p:cBhvr override="childStyle">
                                        <p:cTn id="100" dur="500" fill="hold"/>
                                        <p:tgtEl>
                                          <p:spTgt spid="29"/>
                                        </p:tgtEl>
                                        <p:attrNameLst>
                                          <p:attrName>style.color</p:attrName>
                                        </p:attrNameLst>
                                      </p:cBhvr>
                                      <p:by>
                                        <p:hsl h="0" s="-12549" l="-25098"/>
                                      </p:by>
                                    </p:animClr>
                                    <p:animClr clrSpc="hsl" dir="cw">
                                      <p:cBhvr>
                                        <p:cTn id="101" dur="500" fill="hold"/>
                                        <p:tgtEl>
                                          <p:spTgt spid="29"/>
                                        </p:tgtEl>
                                        <p:attrNameLst>
                                          <p:attrName>fillcolor</p:attrName>
                                        </p:attrNameLst>
                                      </p:cBhvr>
                                      <p:by>
                                        <p:hsl h="0" s="-12549" l="-25098"/>
                                      </p:by>
                                    </p:animClr>
                                    <p:animClr clrSpc="hsl" dir="cw">
                                      <p:cBhvr>
                                        <p:cTn id="102" dur="500" fill="hold"/>
                                        <p:tgtEl>
                                          <p:spTgt spid="29"/>
                                        </p:tgtEl>
                                        <p:attrNameLst>
                                          <p:attrName>stroke.color</p:attrName>
                                        </p:attrNameLst>
                                      </p:cBhvr>
                                      <p:by>
                                        <p:hsl h="0" s="-12549" l="-25098"/>
                                      </p:by>
                                    </p:animClr>
                                    <p:set>
                                      <p:cBhvr>
                                        <p:cTn id="103" dur="500" fill="hold"/>
                                        <p:tgtEl>
                                          <p:spTgt spid="29"/>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1210" grpId="0" animBg="1"/>
      <p:bldP spid="1277" grpId="0" animBg="1"/>
      <p:bldP spid="610" grpId="0" animBg="1"/>
      <p:bldP spid="574" grpId="0" animBg="1"/>
      <p:bldP spid="575" grpId="0" animBg="1"/>
      <p:bldP spid="559" grpId="0" animBg="1"/>
      <p:bldP spid="537" grpId="0" animBg="1"/>
      <p:bldP spid="515" grpId="0" animBg="1"/>
      <p:bldP spid="497" grpId="0" animBg="1"/>
      <p:bldP spid="24" grpId="0" animBg="1"/>
      <p:bldP spid="333" grpId="0" animBg="1"/>
      <p:bldP spid="337" grpId="0" animBg="1"/>
      <p:bldP spid="34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064058" y="3760682"/>
            <a:ext cx="2863928" cy="2853100"/>
          </a:xfrm>
          <a:prstGeom prst="rect">
            <a:avLst/>
          </a:prstGeom>
        </p:spPr>
      </p:pic>
      <p:sp>
        <p:nvSpPr>
          <p:cNvPr id="4" name="Title 3"/>
          <p:cNvSpPr>
            <a:spLocks noGrp="1"/>
          </p:cNvSpPr>
          <p:nvPr>
            <p:ph type="title"/>
          </p:nvPr>
        </p:nvSpPr>
        <p:spPr>
          <a:xfrm>
            <a:off x="1069848" y="226533"/>
            <a:ext cx="10058400" cy="1609344"/>
          </a:xfrm>
        </p:spPr>
        <p:txBody>
          <a:bodyPr/>
          <a:lstStyle/>
          <a:p>
            <a:r>
              <a:rPr lang="en-US" dirty="0" smtClean="0"/>
              <a:t>IOS SDKs</a:t>
            </a:r>
            <a:endParaRPr lang="en-US" dirty="0"/>
          </a:p>
        </p:txBody>
      </p:sp>
      <p:sp>
        <p:nvSpPr>
          <p:cNvPr id="5" name="Content Placeholder 4"/>
          <p:cNvSpPr>
            <a:spLocks noGrp="1"/>
          </p:cNvSpPr>
          <p:nvPr>
            <p:ph idx="1"/>
          </p:nvPr>
        </p:nvSpPr>
        <p:spPr>
          <a:xfrm>
            <a:off x="1069848" y="1082842"/>
            <a:ext cx="10058400" cy="5585377"/>
          </a:xfrm>
        </p:spPr>
        <p:txBody>
          <a:bodyPr>
            <a:normAutofit/>
          </a:bodyPr>
          <a:lstStyle/>
          <a:p>
            <a:r>
              <a:rPr lang="en-US" dirty="0" smtClean="0"/>
              <a:t>SDK generated from OData CSDL</a:t>
            </a:r>
          </a:p>
          <a:p>
            <a:pPr lvl="1"/>
            <a:r>
              <a:rPr lang="en-US" dirty="0" smtClean="0"/>
              <a:t>Standard interface for all platforms</a:t>
            </a:r>
          </a:p>
          <a:p>
            <a:r>
              <a:rPr lang="en-US" dirty="0" smtClean="0"/>
              <a:t>Dependency Injection optimized for each platform:</a:t>
            </a:r>
          </a:p>
          <a:p>
            <a:pPr lvl="1"/>
            <a:r>
              <a:rPr lang="en-US" dirty="0" smtClean="0"/>
              <a:t>HTTP clients, </a:t>
            </a:r>
            <a:r>
              <a:rPr lang="en-US" dirty="0" err="1" smtClean="0"/>
              <a:t>Async</a:t>
            </a:r>
            <a:r>
              <a:rPr lang="en-US" dirty="0" smtClean="0"/>
              <a:t> frameworks, JSON parsers</a:t>
            </a:r>
          </a:p>
          <a:p>
            <a:pPr lvl="1"/>
            <a:r>
              <a:rPr lang="en-US" dirty="0" smtClean="0"/>
              <a:t>Authentication with Azure AD Authentication Libraries</a:t>
            </a:r>
          </a:p>
          <a:p>
            <a:r>
              <a:rPr lang="en-US" dirty="0" smtClean="0"/>
              <a:t>Industry-standard dependency manager support</a:t>
            </a:r>
          </a:p>
          <a:p>
            <a:pPr lvl="1"/>
            <a:r>
              <a:rPr lang="en-US" dirty="0" err="1" smtClean="0"/>
              <a:t>Cocoapods</a:t>
            </a:r>
            <a:r>
              <a:rPr lang="en-US" dirty="0" smtClean="0"/>
              <a:t> (</a:t>
            </a:r>
            <a:r>
              <a:rPr lang="en-US" dirty="0" err="1" smtClean="0"/>
              <a:t>Xcode</a:t>
            </a:r>
            <a:r>
              <a:rPr lang="en-US" dirty="0" smtClean="0"/>
              <a:t>)</a:t>
            </a:r>
          </a:p>
          <a:p>
            <a:r>
              <a:rPr lang="en-US" dirty="0" smtClean="0"/>
              <a:t>Popular IDE Support</a:t>
            </a:r>
          </a:p>
          <a:p>
            <a:pPr lvl="1"/>
            <a:r>
              <a:rPr lang="en-US" dirty="0" err="1" smtClean="0"/>
              <a:t>Xcode</a:t>
            </a:r>
            <a:endParaRPr lang="en-US" dirty="0"/>
          </a:p>
          <a:p>
            <a:r>
              <a:rPr lang="en-US" dirty="0" smtClean="0"/>
              <a:t>Open source end to end</a:t>
            </a:r>
          </a:p>
          <a:p>
            <a:endParaRPr lang="en-US" dirty="0" smtClean="0"/>
          </a:p>
        </p:txBody>
      </p:sp>
    </p:spTree>
    <p:extLst>
      <p:ext uri="{BB962C8B-B14F-4D97-AF65-F5344CB8AC3E}">
        <p14:creationId xmlns:p14="http://schemas.microsoft.com/office/powerpoint/2010/main" val="5515618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 Developer</a:t>
            </a:r>
            <a:endParaRPr lang="en-US" dirty="0"/>
          </a:p>
        </p:txBody>
      </p:sp>
      <p:sp>
        <p:nvSpPr>
          <p:cNvPr id="3" name="Content Placeholder 2"/>
          <p:cNvSpPr>
            <a:spLocks noGrp="1"/>
          </p:cNvSpPr>
          <p:nvPr>
            <p:ph idx="1"/>
          </p:nvPr>
        </p:nvSpPr>
        <p:spPr/>
        <p:txBody>
          <a:bodyPr/>
          <a:lstStyle/>
          <a:p>
            <a:r>
              <a:rPr lang="en-US" dirty="0" smtClean="0"/>
              <a:t>Add dependencies via </a:t>
            </a:r>
            <a:r>
              <a:rPr lang="en-US" dirty="0" err="1" smtClean="0"/>
              <a:t>Cocoapods</a:t>
            </a:r>
            <a:endParaRPr lang="en-US" dirty="0" smtClean="0"/>
          </a:p>
          <a:p>
            <a:r>
              <a:rPr lang="en-US" dirty="0" smtClean="0"/>
              <a:t>Start coding:</a:t>
            </a:r>
          </a:p>
          <a:p>
            <a:pPr lvl="1"/>
            <a:r>
              <a:rPr lang="en-US" dirty="0" smtClean="0"/>
              <a:t>Add </a:t>
            </a:r>
            <a:r>
              <a:rPr lang="en-US" dirty="0" err="1" smtClean="0"/>
              <a:t>DependencyResolver</a:t>
            </a:r>
            <a:endParaRPr lang="en-US" dirty="0" smtClean="0"/>
          </a:p>
          <a:p>
            <a:pPr lvl="1"/>
            <a:r>
              <a:rPr lang="en-US" dirty="0" smtClean="0"/>
              <a:t>Handle authentication using ADAL</a:t>
            </a:r>
          </a:p>
          <a:p>
            <a:pPr lvl="1"/>
            <a:r>
              <a:rPr lang="en-US" dirty="0" smtClean="0"/>
              <a:t>Create *Client class for services</a:t>
            </a:r>
          </a:p>
          <a:p>
            <a:pPr lvl="1"/>
            <a:r>
              <a:rPr lang="en-US" dirty="0" smtClean="0"/>
              <a:t>Navigate hierarchy</a:t>
            </a:r>
            <a:endParaRPr lang="en-US" dirty="0"/>
          </a:p>
        </p:txBody>
      </p:sp>
    </p:spTree>
    <p:extLst>
      <p:ext uri="{BB962C8B-B14F-4D97-AF65-F5344CB8AC3E}">
        <p14:creationId xmlns:p14="http://schemas.microsoft.com/office/powerpoint/2010/main" val="1913463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Getting Started</a:t>
            </a:r>
            <a:endParaRPr lang="en-NZ" dirty="0"/>
          </a:p>
        </p:txBody>
      </p:sp>
      <p:sp>
        <p:nvSpPr>
          <p:cNvPr id="3" name="Subtitle 2"/>
          <p:cNvSpPr>
            <a:spLocks noGrp="1"/>
          </p:cNvSpPr>
          <p:nvPr>
            <p:ph type="subTitle" idx="1"/>
          </p:nvPr>
        </p:nvSpPr>
        <p:spPr/>
        <p:txBody>
          <a:bodyPr/>
          <a:lstStyle/>
          <a:p>
            <a:r>
              <a:rPr lang="en-US" dirty="0" smtClean="0"/>
              <a:t>iOS</a:t>
            </a:r>
            <a:endParaRPr lang="en-NZ" dirty="0"/>
          </a:p>
        </p:txBody>
      </p:sp>
    </p:spTree>
    <p:extLst>
      <p:ext uri="{BB962C8B-B14F-4D97-AF65-F5344CB8AC3E}">
        <p14:creationId xmlns:p14="http://schemas.microsoft.com/office/powerpoint/2010/main" val="28741636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742950" indent="-742950">
              <a:buFont typeface="Arial" panose="020B0604020202020204" pitchFamily="34" charset="0"/>
              <a:buChar char="•"/>
            </a:pPr>
            <a:r>
              <a:rPr lang="en-US" dirty="0" err="1" smtClean="0"/>
              <a:t>Xcode</a:t>
            </a:r>
            <a:endParaRPr lang="en-US" dirty="0" smtClean="0"/>
          </a:p>
          <a:p>
            <a:pPr marL="742950" lvl="1" indent="-742950">
              <a:buFont typeface="Arial" panose="020B0604020202020204" pitchFamily="34" charset="0"/>
              <a:buChar char="•"/>
            </a:pPr>
            <a:r>
              <a:rPr lang="en-US" dirty="0" smtClean="0"/>
              <a:t>Create a new Objective-C iOS project</a:t>
            </a:r>
            <a:endParaRPr lang="en-US" dirty="0"/>
          </a:p>
          <a:p>
            <a:pPr marL="742950" indent="-742950">
              <a:buFont typeface="Arial" panose="020B0604020202020204" pitchFamily="34" charset="0"/>
              <a:buChar char="•"/>
            </a:pPr>
            <a:r>
              <a:rPr lang="en-US" dirty="0" smtClean="0"/>
              <a:t>Cocoapods – </a:t>
            </a:r>
            <a:r>
              <a:rPr lang="en-US" dirty="0" smtClean="0">
                <a:hlinkClick r:id="rId2"/>
              </a:rPr>
              <a:t>http://cocoapods.org</a:t>
            </a:r>
            <a:endParaRPr lang="en-US" dirty="0" smtClean="0"/>
          </a:p>
          <a:p>
            <a:pPr marL="742950" lvl="1" indent="-742950">
              <a:buFont typeface="Arial" panose="020B0604020202020204" pitchFamily="34" charset="0"/>
              <a:buChar char="•"/>
            </a:pPr>
            <a:r>
              <a:rPr lang="en-US" dirty="0" smtClean="0"/>
              <a:t>Create a </a:t>
            </a:r>
            <a:r>
              <a:rPr lang="en-US" dirty="0" err="1" smtClean="0"/>
              <a:t>Podfile</a:t>
            </a:r>
            <a:endParaRPr lang="en-US" dirty="0" smtClean="0"/>
          </a:p>
          <a:p>
            <a:pPr marL="742950" lvl="1" indent="-742950">
              <a:buFont typeface="Arial" panose="020B0604020202020204" pitchFamily="34" charset="0"/>
              <a:buChar char="•"/>
            </a:pPr>
            <a:r>
              <a:rPr lang="en-US" dirty="0" smtClean="0"/>
              <a:t>Run pod install</a:t>
            </a:r>
          </a:p>
          <a:p>
            <a:pPr marL="742950" lvl="1" indent="-742950">
              <a:buFont typeface="Arial" panose="020B0604020202020204" pitchFamily="34" charset="0"/>
              <a:buChar char="•"/>
            </a:pPr>
            <a:r>
              <a:rPr lang="en-US" dirty="0" smtClean="0"/>
              <a:t>Dependencies are resolved automatically</a:t>
            </a:r>
          </a:p>
          <a:p>
            <a:pPr marL="742950" lvl="1" indent="-742950">
              <a:buFont typeface="Arial" panose="020B0604020202020204" pitchFamily="34" charset="0"/>
              <a:buChar char="•"/>
            </a:pPr>
            <a:r>
              <a:rPr lang="en-US" dirty="0" smtClean="0"/>
              <a:t>Project is automatically updated</a:t>
            </a:r>
            <a:endParaRPr lang="en-US" dirty="0"/>
          </a:p>
        </p:txBody>
      </p:sp>
      <p:sp>
        <p:nvSpPr>
          <p:cNvPr id="3" name="Title 2"/>
          <p:cNvSpPr>
            <a:spLocks noGrp="1"/>
          </p:cNvSpPr>
          <p:nvPr>
            <p:ph type="title"/>
          </p:nvPr>
        </p:nvSpPr>
        <p:spPr/>
        <p:txBody>
          <a:bodyPr/>
          <a:lstStyle/>
          <a:p>
            <a:r>
              <a:rPr lang="en-US" dirty="0" smtClean="0"/>
              <a:t>Tools</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11</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07171516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Authentication with Azure AD</a:t>
            </a:r>
            <a:endParaRPr lang="en-NZ" dirty="0"/>
          </a:p>
        </p:txBody>
      </p:sp>
      <p:sp>
        <p:nvSpPr>
          <p:cNvPr id="3" name="Subtitle 2"/>
          <p:cNvSpPr>
            <a:spLocks noGrp="1"/>
          </p:cNvSpPr>
          <p:nvPr>
            <p:ph type="subTitle" idx="1"/>
          </p:nvPr>
        </p:nvSpPr>
        <p:spPr/>
        <p:txBody>
          <a:bodyPr/>
          <a:lstStyle/>
          <a:p>
            <a:r>
              <a:rPr lang="en-US" dirty="0" smtClean="0"/>
              <a:t>iOS</a:t>
            </a:r>
            <a:endParaRPr lang="en-NZ" dirty="0"/>
          </a:p>
        </p:txBody>
      </p:sp>
    </p:spTree>
    <p:extLst>
      <p:ext uri="{BB962C8B-B14F-4D97-AF65-F5344CB8AC3E}">
        <p14:creationId xmlns:p14="http://schemas.microsoft.com/office/powerpoint/2010/main" val="403823228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NZ" sz="3200" dirty="0" smtClean="0"/>
              <a:t>Authentication with O365 SharePoint is handled by Azure AD.</a:t>
            </a:r>
          </a:p>
          <a:p>
            <a:r>
              <a:rPr lang="en-NZ" sz="3200" dirty="0" smtClean="0"/>
              <a:t>Azure AD supports </a:t>
            </a:r>
            <a:r>
              <a:rPr lang="en-NZ" sz="3200" dirty="0" err="1" smtClean="0"/>
              <a:t>OAuth</a:t>
            </a:r>
            <a:r>
              <a:rPr lang="en-NZ" sz="3200" dirty="0" smtClean="0"/>
              <a:t> 2.0 – Access tokens and refresh tokens.</a:t>
            </a:r>
          </a:p>
          <a:p>
            <a:r>
              <a:rPr lang="en-NZ" sz="3200" dirty="0" smtClean="0"/>
              <a:t>The Active Directory Authentication Library (ADAL) provides UI and services for implementing Azure AD OAuth within an iOS app.</a:t>
            </a:r>
          </a:p>
          <a:p>
            <a:r>
              <a:rPr lang="en-NZ" sz="3200" dirty="0" smtClean="0"/>
              <a:t>Don’t expect to work with O365 APIs without understanding ADAL</a:t>
            </a:r>
            <a:endParaRPr lang="en-NZ" sz="3200" dirty="0"/>
          </a:p>
        </p:txBody>
      </p:sp>
      <p:sp>
        <p:nvSpPr>
          <p:cNvPr id="3" name="Title 2"/>
          <p:cNvSpPr>
            <a:spLocks noGrp="1"/>
          </p:cNvSpPr>
          <p:nvPr>
            <p:ph type="title"/>
          </p:nvPr>
        </p:nvSpPr>
        <p:spPr/>
        <p:txBody>
          <a:bodyPr/>
          <a:lstStyle/>
          <a:p>
            <a:r>
              <a:rPr lang="en-NZ" dirty="0" smtClean="0"/>
              <a:t>Overview</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13</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79963388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742950" indent="-742950">
              <a:buFont typeface="+mj-lt"/>
              <a:buAutoNum type="arabicPeriod"/>
            </a:pPr>
            <a:r>
              <a:rPr lang="en-US" dirty="0" smtClean="0"/>
              <a:t>Authentication </a:t>
            </a:r>
            <a:r>
              <a:rPr lang="en-US" dirty="0"/>
              <a:t>UI</a:t>
            </a:r>
          </a:p>
          <a:p>
            <a:pPr marL="742950" indent="-742950">
              <a:buFont typeface="+mj-lt"/>
              <a:buAutoNum type="arabicPeriod"/>
            </a:pPr>
            <a:r>
              <a:rPr lang="en-US" dirty="0" smtClean="0"/>
              <a:t>Support </a:t>
            </a:r>
            <a:r>
              <a:rPr lang="en-US" dirty="0"/>
              <a:t>for two-factor</a:t>
            </a:r>
          </a:p>
          <a:p>
            <a:pPr marL="742950" indent="-742950">
              <a:buFont typeface="+mj-lt"/>
              <a:buAutoNum type="arabicPeriod"/>
            </a:pPr>
            <a:r>
              <a:rPr lang="en-US" dirty="0" smtClean="0"/>
              <a:t>Caching </a:t>
            </a:r>
            <a:r>
              <a:rPr lang="en-US" dirty="0"/>
              <a:t>(automatic token refreshing, silent </a:t>
            </a:r>
            <a:r>
              <a:rPr lang="en-US" dirty="0" err="1" smtClean="0"/>
              <a:t>auth</a:t>
            </a:r>
            <a:r>
              <a:rPr lang="en-US" dirty="0" smtClean="0"/>
              <a:t>)</a:t>
            </a:r>
            <a:endParaRPr lang="en-US" dirty="0"/>
          </a:p>
          <a:p>
            <a:pPr marL="742950" indent="-742950">
              <a:buFont typeface="+mj-lt"/>
              <a:buAutoNum type="arabicPeriod"/>
            </a:pPr>
            <a:r>
              <a:rPr lang="en-US" dirty="0" smtClean="0"/>
              <a:t>Secure </a:t>
            </a:r>
            <a:r>
              <a:rPr lang="en-US" dirty="0"/>
              <a:t>(tokens etc. are encrypted in the cache)</a:t>
            </a:r>
          </a:p>
          <a:p>
            <a:endParaRPr lang="en-NZ" dirty="0"/>
          </a:p>
        </p:txBody>
      </p:sp>
      <p:sp>
        <p:nvSpPr>
          <p:cNvPr id="3" name="Title 2"/>
          <p:cNvSpPr>
            <a:spLocks noGrp="1"/>
          </p:cNvSpPr>
          <p:nvPr>
            <p:ph type="title"/>
          </p:nvPr>
        </p:nvSpPr>
        <p:spPr/>
        <p:txBody>
          <a:bodyPr/>
          <a:lstStyle/>
          <a:p>
            <a:r>
              <a:rPr lang="en-US" dirty="0" smtClean="0"/>
              <a:t>Features</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14</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65686894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742950" indent="-742950">
              <a:buFont typeface="+mj-lt"/>
              <a:buAutoNum type="arabicPeriod"/>
            </a:pPr>
            <a:r>
              <a:rPr lang="en-US" dirty="0"/>
              <a:t>Create </a:t>
            </a:r>
            <a:r>
              <a:rPr lang="en-US" dirty="0" err="1" smtClean="0"/>
              <a:t>AuthenticationContext</a:t>
            </a:r>
            <a:endParaRPr lang="en-US" dirty="0"/>
          </a:p>
          <a:p>
            <a:pPr marL="742950" indent="-742950">
              <a:buFont typeface="+mj-lt"/>
              <a:buAutoNum type="arabicPeriod"/>
            </a:pPr>
            <a:r>
              <a:rPr lang="en-US" dirty="0"/>
              <a:t>Call ADAL and acquire token (may prompt user)</a:t>
            </a:r>
          </a:p>
          <a:p>
            <a:pPr marL="742950" indent="-742950">
              <a:buFont typeface="+mj-lt"/>
              <a:buAutoNum type="arabicPeriod"/>
            </a:pPr>
            <a:r>
              <a:rPr lang="en-US" dirty="0"/>
              <a:t>Setup </a:t>
            </a:r>
            <a:r>
              <a:rPr lang="en-US" dirty="0" err="1"/>
              <a:t>DependencyResolver</a:t>
            </a:r>
            <a:r>
              <a:rPr lang="en-US" dirty="0"/>
              <a:t>, add credentials</a:t>
            </a:r>
          </a:p>
          <a:p>
            <a:pPr marL="742950" indent="-742950">
              <a:buFont typeface="+mj-lt"/>
              <a:buAutoNum type="arabicPeriod"/>
            </a:pPr>
            <a:r>
              <a:rPr lang="en-US" dirty="0"/>
              <a:t>Create Client(s)</a:t>
            </a:r>
          </a:p>
        </p:txBody>
      </p:sp>
      <p:sp>
        <p:nvSpPr>
          <p:cNvPr id="3" name="Title 2"/>
          <p:cNvSpPr>
            <a:spLocks noGrp="1"/>
          </p:cNvSpPr>
          <p:nvPr>
            <p:ph type="title"/>
          </p:nvPr>
        </p:nvSpPr>
        <p:spPr/>
        <p:txBody>
          <a:bodyPr/>
          <a:lstStyle/>
          <a:p>
            <a:r>
              <a:rPr lang="en-US" dirty="0" smtClean="0"/>
              <a:t>Authentication Process</a:t>
            </a:r>
            <a:endParaRPr lang="en-US"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15</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50806705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NZ" dirty="0" smtClean="0">
                <a:hlinkClick r:id="rId3"/>
              </a:rPr>
              <a:t>https</a:t>
            </a:r>
            <a:r>
              <a:rPr lang="en-NZ" dirty="0">
                <a:hlinkClick r:id="rId3"/>
              </a:rPr>
              <a:t>://</a:t>
            </a:r>
            <a:r>
              <a:rPr lang="en-NZ" dirty="0" smtClean="0">
                <a:hlinkClick r:id="rId3"/>
              </a:rPr>
              <a:t>github.com/AzureAD/azure-activedirectory-library-for-objc</a:t>
            </a:r>
            <a:endParaRPr lang="en-NZ" dirty="0" smtClean="0"/>
          </a:p>
          <a:p>
            <a:r>
              <a:rPr lang="en-NZ" dirty="0" smtClean="0"/>
              <a:t>Supports both iOS and OS X</a:t>
            </a:r>
          </a:p>
          <a:p>
            <a:r>
              <a:rPr lang="en-NZ" dirty="0" smtClean="0"/>
              <a:t>Can be included as source project, or installed via the Cocoapods dependency manager.</a:t>
            </a:r>
          </a:p>
        </p:txBody>
      </p:sp>
      <p:sp>
        <p:nvSpPr>
          <p:cNvPr id="3" name="Title 2"/>
          <p:cNvSpPr>
            <a:spLocks noGrp="1"/>
          </p:cNvSpPr>
          <p:nvPr>
            <p:ph type="title"/>
          </p:nvPr>
        </p:nvSpPr>
        <p:spPr/>
        <p:txBody>
          <a:bodyPr/>
          <a:lstStyle/>
          <a:p>
            <a:r>
              <a:rPr lang="en-NZ" dirty="0" smtClean="0"/>
              <a:t>Where can I find it?</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16</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98030128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NZ" dirty="0" smtClean="0"/>
              <a:t>If you are using </a:t>
            </a:r>
            <a:r>
              <a:rPr lang="en-NZ" dirty="0" err="1"/>
              <a:t>C</a:t>
            </a:r>
            <a:r>
              <a:rPr lang="en-NZ" dirty="0" err="1" smtClean="0"/>
              <a:t>ocoapods</a:t>
            </a:r>
            <a:r>
              <a:rPr lang="en-NZ" dirty="0" smtClean="0"/>
              <a:t> to manage dependencies in your </a:t>
            </a:r>
            <a:r>
              <a:rPr lang="en-NZ" dirty="0" err="1" smtClean="0"/>
              <a:t>Xcode</a:t>
            </a:r>
            <a:r>
              <a:rPr lang="en-NZ" dirty="0" smtClean="0"/>
              <a:t> project, add the following line to your </a:t>
            </a:r>
            <a:r>
              <a:rPr lang="en-NZ" dirty="0" err="1" smtClean="0"/>
              <a:t>Podfile</a:t>
            </a:r>
            <a:r>
              <a:rPr lang="en-NZ" dirty="0" smtClean="0"/>
              <a:t> to install ADAL for iOS:</a:t>
            </a:r>
          </a:p>
          <a:p>
            <a:r>
              <a:rPr lang="en-NZ" dirty="0">
                <a:solidFill>
                  <a:schemeClr val="tx1"/>
                </a:solidFill>
                <a:latin typeface="Consolas" panose="020B0609020204030204" pitchFamily="49" charset="0"/>
                <a:cs typeface="Consolas" panose="020B0609020204030204" pitchFamily="49" charset="0"/>
              </a:rPr>
              <a:t>pod '</a:t>
            </a:r>
            <a:r>
              <a:rPr lang="en-NZ" dirty="0" err="1">
                <a:solidFill>
                  <a:schemeClr val="tx1"/>
                </a:solidFill>
                <a:latin typeface="Consolas" panose="020B0609020204030204" pitchFamily="49" charset="0"/>
                <a:cs typeface="Consolas" panose="020B0609020204030204" pitchFamily="49" charset="0"/>
              </a:rPr>
              <a:t>ADALiOS</a:t>
            </a:r>
            <a:r>
              <a:rPr lang="en-NZ" dirty="0">
                <a:solidFill>
                  <a:schemeClr val="tx1"/>
                </a:solidFill>
                <a:latin typeface="Consolas" panose="020B0609020204030204" pitchFamily="49" charset="0"/>
                <a:cs typeface="Consolas" panose="020B0609020204030204" pitchFamily="49" charset="0"/>
              </a:rPr>
              <a:t>', '~&gt; 1.0.2'</a:t>
            </a:r>
          </a:p>
        </p:txBody>
      </p:sp>
      <p:sp>
        <p:nvSpPr>
          <p:cNvPr id="3" name="Title 2"/>
          <p:cNvSpPr>
            <a:spLocks noGrp="1"/>
          </p:cNvSpPr>
          <p:nvPr>
            <p:ph type="title"/>
          </p:nvPr>
        </p:nvSpPr>
        <p:spPr/>
        <p:txBody>
          <a:bodyPr/>
          <a:lstStyle/>
          <a:p>
            <a:r>
              <a:rPr lang="en-NZ" dirty="0" smtClean="0"/>
              <a:t>How do I use it?</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17</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822598597"/>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NZ" dirty="0" smtClean="0"/>
              <a:t>Before continuing, you must register your iOS app in Azure AD as a “native client” app, and obtain a client ID.</a:t>
            </a:r>
          </a:p>
          <a:p>
            <a:r>
              <a:rPr lang="en-NZ" dirty="0" smtClean="0"/>
              <a:t>This client ID is passed to the ADAL along with other information about your AD/O365 tenant.</a:t>
            </a:r>
          </a:p>
        </p:txBody>
      </p:sp>
      <p:sp>
        <p:nvSpPr>
          <p:cNvPr id="3" name="Title 2"/>
          <p:cNvSpPr>
            <a:spLocks noGrp="1"/>
          </p:cNvSpPr>
          <p:nvPr>
            <p:ph type="title"/>
          </p:nvPr>
        </p:nvSpPr>
        <p:spPr/>
        <p:txBody>
          <a:bodyPr/>
          <a:lstStyle/>
          <a:p>
            <a:r>
              <a:rPr lang="en-NZ" dirty="0" smtClean="0"/>
              <a:t>What else do I need?</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18</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164306826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See: </a:t>
            </a:r>
            <a:r>
              <a:rPr lang="en-US" dirty="0">
                <a:hlinkClick r:id="rId2"/>
              </a:rPr>
              <a:t>http://</a:t>
            </a:r>
            <a:r>
              <a:rPr lang="en-US" dirty="0" smtClean="0">
                <a:hlinkClick r:id="rId2"/>
              </a:rPr>
              <a:t>dev.office.com/ios</a:t>
            </a:r>
            <a:endParaRPr lang="en-US" dirty="0" smtClean="0"/>
          </a:p>
          <a:p>
            <a:endParaRPr lang="en-US" dirty="0"/>
          </a:p>
        </p:txBody>
      </p:sp>
      <p:sp>
        <p:nvSpPr>
          <p:cNvPr id="3" name="Title 2"/>
          <p:cNvSpPr>
            <a:spLocks noGrp="1"/>
          </p:cNvSpPr>
          <p:nvPr>
            <p:ph type="title"/>
          </p:nvPr>
        </p:nvSpPr>
        <p:spPr/>
        <p:txBody>
          <a:bodyPr/>
          <a:lstStyle/>
          <a:p>
            <a:r>
              <a:rPr lang="en-US" dirty="0" smtClean="0"/>
              <a:t>Examples</a:t>
            </a:r>
            <a:endParaRPr lang="en-US"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19</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17805332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While there are ADAL methods which accept passing refresh tokens, we don’t need to use them</a:t>
            </a:r>
          </a:p>
          <a:p>
            <a:r>
              <a:rPr lang="en-US" dirty="0" smtClean="0"/>
              <a:t>ADAL automatically caches access/refresh tokens securely</a:t>
            </a:r>
          </a:p>
          <a:p>
            <a:r>
              <a:rPr lang="en-US" dirty="0" smtClean="0"/>
              <a:t>Tokens stored securely using the </a:t>
            </a:r>
            <a:r>
              <a:rPr lang="en-NZ" dirty="0" smtClean="0"/>
              <a:t>iOS Keychain Services API</a:t>
            </a:r>
            <a:endParaRPr lang="en-NZ" dirty="0"/>
          </a:p>
          <a:p>
            <a:endParaRPr lang="en-NZ" dirty="0"/>
          </a:p>
        </p:txBody>
      </p:sp>
      <p:sp>
        <p:nvSpPr>
          <p:cNvPr id="3" name="Title 2"/>
          <p:cNvSpPr>
            <a:spLocks noGrp="1"/>
          </p:cNvSpPr>
          <p:nvPr>
            <p:ph type="title"/>
          </p:nvPr>
        </p:nvSpPr>
        <p:spPr/>
        <p:txBody>
          <a:bodyPr/>
          <a:lstStyle/>
          <a:p>
            <a:r>
              <a:rPr lang="en-US" dirty="0" smtClean="0"/>
              <a:t>Securely storing tokens</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20</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142326504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a:t>https://</a:t>
            </a:r>
            <a:r>
              <a:rPr lang="en-US" dirty="0" smtClean="0"/>
              <a:t>github.com/OfficeDev/Property-Inspection-Code-Sample</a:t>
            </a:r>
            <a:endParaRPr lang="en-US" dirty="0"/>
          </a:p>
        </p:txBody>
      </p:sp>
      <p:sp>
        <p:nvSpPr>
          <p:cNvPr id="6" name="Text Placeholder 5"/>
          <p:cNvSpPr>
            <a:spLocks noGrp="1"/>
          </p:cNvSpPr>
          <p:nvPr>
            <p:ph type="body" sz="quarter" idx="10"/>
          </p:nvPr>
        </p:nvSpPr>
        <p:spPr/>
        <p:txBody>
          <a:bodyPr/>
          <a:lstStyle/>
          <a:p>
            <a:pPr marL="0" indent="0">
              <a:buNone/>
            </a:pPr>
            <a:r>
              <a:rPr lang="en-US" dirty="0" smtClean="0"/>
              <a:t>AD Authentication Demo</a:t>
            </a:r>
            <a:endParaRPr lang="en-US" dirty="0"/>
          </a:p>
        </p:txBody>
      </p:sp>
      <p:sp>
        <p:nvSpPr>
          <p:cNvPr id="4" name="Slide Number Placeholder 3"/>
          <p:cNvSpPr>
            <a:spLocks noGrp="1"/>
          </p:cNvSpPr>
          <p:nvPr>
            <p:ph type="sldNum" sz="quarter" idx="4294967295"/>
          </p:nvPr>
        </p:nvSpPr>
        <p:spPr>
          <a:xfrm>
            <a:off x="0" y="6399213"/>
            <a:ext cx="560388" cy="219075"/>
          </a:xfrm>
          <a:prstGeom prst="rect">
            <a:avLst/>
          </a:prstGeom>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21</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15875424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NZ" dirty="0" smtClean="0"/>
              <a:t>Calling the O365 SharePoint Lists API</a:t>
            </a:r>
            <a:endParaRPr lang="en-NZ" dirty="0"/>
          </a:p>
        </p:txBody>
      </p:sp>
      <p:sp>
        <p:nvSpPr>
          <p:cNvPr id="6" name="Subtitle 5"/>
          <p:cNvSpPr>
            <a:spLocks noGrp="1"/>
          </p:cNvSpPr>
          <p:nvPr>
            <p:ph type="subTitle" idx="1"/>
          </p:nvPr>
        </p:nvSpPr>
        <p:spPr/>
        <p:txBody>
          <a:bodyPr/>
          <a:lstStyle/>
          <a:p>
            <a:r>
              <a:rPr lang="en-NZ" dirty="0" smtClean="0"/>
              <a:t>iOS</a:t>
            </a:r>
            <a:endParaRPr lang="en-NZ" dirty="0"/>
          </a:p>
        </p:txBody>
      </p:sp>
      <p:sp>
        <p:nvSpPr>
          <p:cNvPr id="4" name="Slide Number Placeholder 3"/>
          <p:cNvSpPr>
            <a:spLocks noGrp="1"/>
          </p:cNvSpPr>
          <p:nvPr>
            <p:ph type="sldNum" sz="quarter" idx="4294967295"/>
          </p:nvPr>
        </p:nvSpPr>
        <p:spPr>
          <a:xfrm>
            <a:off x="0" y="6399213"/>
            <a:ext cx="560388" cy="219075"/>
          </a:xfrm>
          <a:prstGeom prst="rect">
            <a:avLst/>
          </a:prstGeom>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22</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405130221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The O365 Lists SDK for Objective-C provides programmatic access to your Lists and List Items in O365 SharePoint Online</a:t>
            </a:r>
          </a:p>
          <a:p>
            <a:r>
              <a:rPr lang="en-US" dirty="0" smtClean="0"/>
              <a:t>Authentication is handled by Azure Active Directory</a:t>
            </a:r>
          </a:p>
          <a:p>
            <a:endParaRPr lang="en-US" dirty="0" smtClean="0"/>
          </a:p>
        </p:txBody>
      </p:sp>
      <p:sp>
        <p:nvSpPr>
          <p:cNvPr id="3" name="Title 2"/>
          <p:cNvSpPr>
            <a:spLocks noGrp="1"/>
          </p:cNvSpPr>
          <p:nvPr>
            <p:ph type="title"/>
          </p:nvPr>
        </p:nvSpPr>
        <p:spPr/>
        <p:txBody>
          <a:bodyPr/>
          <a:lstStyle/>
          <a:p>
            <a:r>
              <a:rPr lang="en-NZ" dirty="0" smtClean="0"/>
              <a:t>Overview</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23</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210807265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NZ" sz="3500" dirty="0">
                <a:hlinkClick r:id="rId3"/>
              </a:rPr>
              <a:t>https://github.com/OfficeDev/Office-365-SDK-for-iOS</a:t>
            </a:r>
            <a:r>
              <a:rPr lang="en-NZ" sz="3500" dirty="0" smtClean="0">
                <a:hlinkClick r:id="rId3"/>
              </a:rPr>
              <a:t>/</a:t>
            </a:r>
            <a:endParaRPr lang="en-NZ" sz="3500" dirty="0" smtClean="0"/>
          </a:p>
          <a:p>
            <a:r>
              <a:rPr lang="en-US" dirty="0" smtClean="0"/>
              <a:t>Install by adding to your </a:t>
            </a:r>
            <a:r>
              <a:rPr lang="en-US" dirty="0" err="1" smtClean="0"/>
              <a:t>Podfile</a:t>
            </a:r>
            <a:r>
              <a:rPr lang="en-US" dirty="0" smtClean="0"/>
              <a:t>:</a:t>
            </a:r>
          </a:p>
          <a:p>
            <a:r>
              <a:rPr lang="en-NZ" dirty="0">
                <a:solidFill>
                  <a:schemeClr val="tx1"/>
                </a:solidFill>
                <a:latin typeface="Consolas" panose="020B0609020204030204" pitchFamily="49" charset="0"/>
                <a:cs typeface="Consolas" panose="020B0609020204030204" pitchFamily="49" charset="0"/>
              </a:rPr>
              <a:t>pod 'Office365', '~&gt;</a:t>
            </a:r>
            <a:r>
              <a:rPr lang="en-NZ" dirty="0" smtClean="0">
                <a:solidFill>
                  <a:schemeClr val="tx1"/>
                </a:solidFill>
                <a:latin typeface="Consolas" panose="020B0609020204030204" pitchFamily="49" charset="0"/>
                <a:cs typeface="Consolas" panose="020B0609020204030204" pitchFamily="49" charset="0"/>
              </a:rPr>
              <a:t>0.5.0'</a:t>
            </a:r>
          </a:p>
          <a:p>
            <a:r>
              <a:rPr lang="en-NZ" dirty="0">
                <a:solidFill>
                  <a:schemeClr val="tx1"/>
                </a:solidFill>
                <a:latin typeface="Consolas" panose="020B0609020204030204" pitchFamily="49" charset="0"/>
                <a:cs typeface="Consolas" panose="020B0609020204030204" pitchFamily="49" charset="0"/>
              </a:rPr>
              <a:t>pod </a:t>
            </a:r>
            <a:r>
              <a:rPr lang="en-NZ" dirty="0" smtClean="0">
                <a:solidFill>
                  <a:schemeClr val="tx1"/>
                </a:solidFill>
                <a:latin typeface="Consolas" panose="020B0609020204030204" pitchFamily="49" charset="0"/>
                <a:cs typeface="Consolas" panose="020B0609020204030204" pitchFamily="49" charset="0"/>
              </a:rPr>
              <a:t>'Office365/Lists', </a:t>
            </a:r>
            <a:r>
              <a:rPr lang="en-NZ" dirty="0">
                <a:solidFill>
                  <a:schemeClr val="tx1"/>
                </a:solidFill>
                <a:latin typeface="Consolas" panose="020B0609020204030204" pitchFamily="49" charset="0"/>
                <a:cs typeface="Consolas" panose="020B0609020204030204" pitchFamily="49" charset="0"/>
              </a:rPr>
              <a:t>'~&gt;0.5.0'</a:t>
            </a:r>
          </a:p>
          <a:p>
            <a:endParaRPr lang="en-NZ" dirty="0" smtClean="0">
              <a:solidFill>
                <a:schemeClr val="tx1"/>
              </a:solidFill>
              <a:latin typeface="Consolas" panose="020B0609020204030204" pitchFamily="49" charset="0"/>
              <a:cs typeface="Consolas" panose="020B0609020204030204" pitchFamily="49" charset="0"/>
            </a:endParaRPr>
          </a:p>
        </p:txBody>
      </p:sp>
      <p:sp>
        <p:nvSpPr>
          <p:cNvPr id="3" name="Title 2"/>
          <p:cNvSpPr>
            <a:spLocks noGrp="1"/>
          </p:cNvSpPr>
          <p:nvPr>
            <p:ph type="title"/>
          </p:nvPr>
        </p:nvSpPr>
        <p:spPr/>
        <p:txBody>
          <a:bodyPr/>
          <a:lstStyle/>
          <a:p>
            <a:r>
              <a:rPr lang="en-NZ" dirty="0" smtClean="0"/>
              <a:t>Where can I find it?</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24</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63177854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571500" indent="-571500">
              <a:buFont typeface="Arial" panose="020B0604020202020204" pitchFamily="34" charset="0"/>
              <a:buChar char="•"/>
            </a:pPr>
            <a:r>
              <a:rPr lang="en-US" dirty="0" smtClean="0"/>
              <a:t>Lists</a:t>
            </a:r>
          </a:p>
          <a:p>
            <a:pPr marL="571500" lvl="1" indent="-571500">
              <a:buFont typeface="Arial" panose="020B0604020202020204" pitchFamily="34" charset="0"/>
              <a:buChar char="•"/>
            </a:pPr>
            <a:r>
              <a:rPr lang="en-US" dirty="0" smtClean="0"/>
              <a:t>Enumerate lists</a:t>
            </a:r>
          </a:p>
          <a:p>
            <a:pPr marL="571500" lvl="1" indent="-571500">
              <a:buFont typeface="Arial" panose="020B0604020202020204" pitchFamily="34" charset="0"/>
              <a:buChar char="•"/>
            </a:pPr>
            <a:r>
              <a:rPr lang="en-US" dirty="0" smtClean="0"/>
              <a:t>Enumerate list fields/columns</a:t>
            </a:r>
          </a:p>
          <a:p>
            <a:pPr marL="571500" indent="-571500">
              <a:buFont typeface="Arial" panose="020B0604020202020204" pitchFamily="34" charset="0"/>
              <a:buChar char="•"/>
            </a:pPr>
            <a:r>
              <a:rPr lang="en-US" dirty="0" smtClean="0"/>
              <a:t>List Items</a:t>
            </a:r>
          </a:p>
          <a:p>
            <a:pPr marL="571500" lvl="1" indent="-571500">
              <a:buFont typeface="Arial" panose="020B0604020202020204" pitchFamily="34" charset="0"/>
              <a:buChar char="•"/>
            </a:pPr>
            <a:r>
              <a:rPr lang="en-US" dirty="0" smtClean="0"/>
              <a:t>Enumerate list items</a:t>
            </a:r>
          </a:p>
          <a:p>
            <a:pPr marL="571500" lvl="1" indent="-571500">
              <a:buFont typeface="Arial" panose="020B0604020202020204" pitchFamily="34" charset="0"/>
              <a:buChar char="•"/>
            </a:pPr>
            <a:r>
              <a:rPr lang="en-US" dirty="0" smtClean="0"/>
              <a:t>Create, read, update and delete list items</a:t>
            </a:r>
          </a:p>
        </p:txBody>
      </p:sp>
      <p:sp>
        <p:nvSpPr>
          <p:cNvPr id="3" name="Title 2"/>
          <p:cNvSpPr>
            <a:spLocks noGrp="1"/>
          </p:cNvSpPr>
          <p:nvPr>
            <p:ph type="title"/>
          </p:nvPr>
        </p:nvSpPr>
        <p:spPr/>
        <p:txBody>
          <a:bodyPr/>
          <a:lstStyle/>
          <a:p>
            <a:r>
              <a:rPr lang="en-US" dirty="0" smtClean="0"/>
              <a:t>What can I do with it?</a:t>
            </a:r>
            <a:endParaRPr lang="en-US"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25</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2676880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a:t>https://</a:t>
            </a:r>
            <a:r>
              <a:rPr lang="en-US" dirty="0" smtClean="0"/>
              <a:t>github.com/OfficeDev/Property-Inspection-Code-Sample</a:t>
            </a:r>
            <a:endParaRPr lang="en-US" dirty="0"/>
          </a:p>
        </p:txBody>
      </p:sp>
      <p:sp>
        <p:nvSpPr>
          <p:cNvPr id="6" name="Text Placeholder 5"/>
          <p:cNvSpPr>
            <a:spLocks noGrp="1"/>
          </p:cNvSpPr>
          <p:nvPr>
            <p:ph type="body" sz="quarter" idx="10"/>
          </p:nvPr>
        </p:nvSpPr>
        <p:spPr/>
        <p:txBody>
          <a:bodyPr/>
          <a:lstStyle/>
          <a:p>
            <a:pPr marL="0" indent="0">
              <a:buNone/>
            </a:pPr>
            <a:r>
              <a:rPr lang="en-US" dirty="0" smtClean="0"/>
              <a:t>SharePoint Lists Demos</a:t>
            </a:r>
            <a:endParaRPr lang="en-US" dirty="0"/>
          </a:p>
        </p:txBody>
      </p:sp>
      <p:sp>
        <p:nvSpPr>
          <p:cNvPr id="4" name="Slide Number Placeholder 3"/>
          <p:cNvSpPr>
            <a:spLocks noGrp="1"/>
          </p:cNvSpPr>
          <p:nvPr>
            <p:ph type="sldNum" sz="quarter" idx="4294967295"/>
          </p:nvPr>
        </p:nvSpPr>
        <p:spPr>
          <a:xfrm>
            <a:off x="0" y="6399213"/>
            <a:ext cx="560388" cy="219075"/>
          </a:xfrm>
          <a:prstGeom prst="rect">
            <a:avLst/>
          </a:prstGeom>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26</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149113106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NZ" dirty="0" smtClean="0"/>
              <a:t>Calling the O365 Exchange API</a:t>
            </a:r>
            <a:endParaRPr lang="en-NZ" dirty="0"/>
          </a:p>
        </p:txBody>
      </p:sp>
      <p:sp>
        <p:nvSpPr>
          <p:cNvPr id="3" name="Subtitle 2"/>
          <p:cNvSpPr>
            <a:spLocks noGrp="1"/>
          </p:cNvSpPr>
          <p:nvPr>
            <p:ph type="subTitle" idx="1"/>
          </p:nvPr>
        </p:nvSpPr>
        <p:spPr/>
        <p:txBody>
          <a:bodyPr/>
          <a:lstStyle/>
          <a:p>
            <a:r>
              <a:rPr lang="en-NZ" dirty="0" smtClean="0"/>
              <a:t>iOS</a:t>
            </a:r>
            <a:endParaRPr lang="en-NZ" dirty="0"/>
          </a:p>
        </p:txBody>
      </p:sp>
    </p:spTree>
    <p:extLst>
      <p:ext uri="{BB962C8B-B14F-4D97-AF65-F5344CB8AC3E}">
        <p14:creationId xmlns:p14="http://schemas.microsoft.com/office/powerpoint/2010/main" val="2811465148"/>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NZ" dirty="0" smtClean="0"/>
              <a:t>The O365 SDK for Objective-C provides programmatic access to your Mail, Calendar and Contacts in O365 Exchange Online</a:t>
            </a:r>
          </a:p>
          <a:p>
            <a:r>
              <a:rPr lang="en-US" dirty="0"/>
              <a:t>Authentication is handled by </a:t>
            </a:r>
            <a:r>
              <a:rPr lang="en-US" dirty="0" smtClean="0"/>
              <a:t>the Active Directory Authentication Library for Objective-C</a:t>
            </a:r>
            <a:endParaRPr lang="en-US" dirty="0"/>
          </a:p>
        </p:txBody>
      </p:sp>
      <p:sp>
        <p:nvSpPr>
          <p:cNvPr id="3" name="Title 2"/>
          <p:cNvSpPr>
            <a:spLocks noGrp="1"/>
          </p:cNvSpPr>
          <p:nvPr>
            <p:ph type="title"/>
          </p:nvPr>
        </p:nvSpPr>
        <p:spPr/>
        <p:txBody>
          <a:bodyPr/>
          <a:lstStyle/>
          <a:p>
            <a:r>
              <a:rPr lang="en-NZ" dirty="0" smtClean="0"/>
              <a:t>Overview</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28</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411568673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NZ" sz="3500" dirty="0">
                <a:hlinkClick r:id="rId2"/>
              </a:rPr>
              <a:t>https://github.com/OfficeDev/Office-365-SDK-for-iOS</a:t>
            </a:r>
            <a:r>
              <a:rPr lang="en-NZ" sz="3500" dirty="0" smtClean="0">
                <a:hlinkClick r:id="rId2"/>
              </a:rPr>
              <a:t>/</a:t>
            </a:r>
            <a:endParaRPr lang="en-NZ" sz="3500" dirty="0" smtClean="0"/>
          </a:p>
          <a:p>
            <a:r>
              <a:rPr lang="en-US" dirty="0" smtClean="0"/>
              <a:t>Install by adding to your </a:t>
            </a:r>
            <a:r>
              <a:rPr lang="en-US" dirty="0" err="1" smtClean="0"/>
              <a:t>Podfile</a:t>
            </a:r>
            <a:r>
              <a:rPr lang="en-US" dirty="0" smtClean="0"/>
              <a:t>:</a:t>
            </a:r>
          </a:p>
          <a:p>
            <a:r>
              <a:rPr lang="en-NZ" dirty="0">
                <a:solidFill>
                  <a:schemeClr val="tx1"/>
                </a:solidFill>
                <a:latin typeface="Consolas" panose="020B0609020204030204" pitchFamily="49" charset="0"/>
                <a:cs typeface="Consolas" panose="020B0609020204030204" pitchFamily="49" charset="0"/>
              </a:rPr>
              <a:t>pod 'Office365', '~&gt;</a:t>
            </a:r>
            <a:r>
              <a:rPr lang="en-NZ" dirty="0" smtClean="0">
                <a:solidFill>
                  <a:schemeClr val="tx1"/>
                </a:solidFill>
                <a:latin typeface="Consolas" panose="020B0609020204030204" pitchFamily="49" charset="0"/>
                <a:cs typeface="Consolas" panose="020B0609020204030204" pitchFamily="49" charset="0"/>
              </a:rPr>
              <a:t>0.5.4‘</a:t>
            </a:r>
          </a:p>
          <a:p>
            <a:r>
              <a:rPr lang="en-NZ" dirty="0">
                <a:solidFill>
                  <a:schemeClr val="tx1"/>
                </a:solidFill>
                <a:latin typeface="Consolas" panose="020B0609020204030204" pitchFamily="49" charset="0"/>
                <a:cs typeface="Consolas" panose="020B0609020204030204" pitchFamily="49" charset="0"/>
              </a:rPr>
              <a:t>pod </a:t>
            </a:r>
            <a:r>
              <a:rPr lang="en-NZ" dirty="0" smtClean="0">
                <a:solidFill>
                  <a:schemeClr val="tx1"/>
                </a:solidFill>
                <a:latin typeface="Consolas" panose="020B0609020204030204" pitchFamily="49" charset="0"/>
                <a:cs typeface="Consolas" panose="020B0609020204030204" pitchFamily="49" charset="0"/>
              </a:rPr>
              <a:t>'Office365/Outlook', </a:t>
            </a:r>
            <a:r>
              <a:rPr lang="en-NZ" dirty="0">
                <a:solidFill>
                  <a:schemeClr val="tx1"/>
                </a:solidFill>
                <a:latin typeface="Consolas" panose="020B0609020204030204" pitchFamily="49" charset="0"/>
                <a:cs typeface="Consolas" panose="020B0609020204030204" pitchFamily="49" charset="0"/>
              </a:rPr>
              <a:t>'~&gt;0.5.4'</a:t>
            </a:r>
          </a:p>
          <a:p>
            <a:endParaRPr lang="en-NZ" dirty="0" smtClean="0">
              <a:solidFill>
                <a:schemeClr val="tx1"/>
              </a:solidFill>
              <a:latin typeface="Consolas" panose="020B0609020204030204" pitchFamily="49" charset="0"/>
              <a:cs typeface="Consolas" panose="020B0609020204030204" pitchFamily="49" charset="0"/>
            </a:endParaRPr>
          </a:p>
        </p:txBody>
      </p:sp>
      <p:sp>
        <p:nvSpPr>
          <p:cNvPr id="3" name="Title 2"/>
          <p:cNvSpPr>
            <a:spLocks noGrp="1"/>
          </p:cNvSpPr>
          <p:nvPr>
            <p:ph type="title"/>
          </p:nvPr>
        </p:nvSpPr>
        <p:spPr/>
        <p:txBody>
          <a:bodyPr/>
          <a:lstStyle/>
          <a:p>
            <a:r>
              <a:rPr lang="en-NZ" dirty="0" smtClean="0"/>
              <a:t>Where can I find it?</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29</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227471297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571500" indent="-571500">
              <a:buFont typeface="Arial" panose="020B0604020202020204" pitchFamily="34" charset="0"/>
              <a:buChar char="•"/>
            </a:pPr>
            <a:r>
              <a:rPr lang="en-US" dirty="0"/>
              <a:t>Folders and Messages</a:t>
            </a:r>
          </a:p>
          <a:p>
            <a:pPr marL="571500" lvl="1" indent="-571500">
              <a:buFont typeface="Arial" panose="020B0604020202020204" pitchFamily="34" charset="0"/>
              <a:buChar char="•"/>
            </a:pPr>
            <a:r>
              <a:rPr lang="en-US" dirty="0"/>
              <a:t>Create, read, update and delete</a:t>
            </a:r>
          </a:p>
          <a:p>
            <a:pPr marL="571500" lvl="1" indent="-571500">
              <a:buFont typeface="Arial" panose="020B0604020202020204" pitchFamily="34" charset="0"/>
              <a:buChar char="•"/>
            </a:pPr>
            <a:r>
              <a:rPr lang="en-US" dirty="0"/>
              <a:t>Send new messages</a:t>
            </a:r>
          </a:p>
          <a:p>
            <a:pPr marL="571500" lvl="1" indent="-571500">
              <a:buFont typeface="Arial" panose="020B0604020202020204" pitchFamily="34" charset="0"/>
              <a:buChar char="•"/>
            </a:pPr>
            <a:r>
              <a:rPr lang="en-US" dirty="0"/>
              <a:t>Reply, reply all, forward messages</a:t>
            </a:r>
          </a:p>
          <a:p>
            <a:pPr marL="571500" lvl="1" indent="-571500">
              <a:buFont typeface="Arial" panose="020B0604020202020204" pitchFamily="34" charset="0"/>
              <a:buChar char="•"/>
            </a:pPr>
            <a:r>
              <a:rPr lang="en-US" dirty="0"/>
              <a:t>Manage attachments</a:t>
            </a:r>
          </a:p>
          <a:p>
            <a:pPr marL="571500" indent="-571500">
              <a:buFont typeface="Arial" panose="020B0604020202020204" pitchFamily="34" charset="0"/>
              <a:buChar char="•"/>
            </a:pPr>
            <a:r>
              <a:rPr lang="en-US" dirty="0"/>
              <a:t>Calendars and Events</a:t>
            </a:r>
          </a:p>
          <a:p>
            <a:pPr marL="571500" lvl="1" indent="-571500">
              <a:buFont typeface="Arial" panose="020B0604020202020204" pitchFamily="34" charset="0"/>
              <a:buChar char="•"/>
            </a:pPr>
            <a:r>
              <a:rPr lang="en-US" dirty="0"/>
              <a:t>Create, read, update and delete</a:t>
            </a:r>
          </a:p>
          <a:p>
            <a:pPr marL="571500" lvl="1" indent="-571500">
              <a:buFont typeface="Arial" panose="020B0604020202020204" pitchFamily="34" charset="0"/>
              <a:buChar char="•"/>
            </a:pPr>
            <a:r>
              <a:rPr lang="en-US" dirty="0"/>
              <a:t>Calendar groups</a:t>
            </a:r>
          </a:p>
          <a:p>
            <a:pPr marL="571500" lvl="1" indent="-571500">
              <a:buFont typeface="Arial" panose="020B0604020202020204" pitchFamily="34" charset="0"/>
              <a:buChar char="•"/>
            </a:pPr>
            <a:r>
              <a:rPr lang="en-US" dirty="0"/>
              <a:t>Send invites</a:t>
            </a:r>
          </a:p>
          <a:p>
            <a:pPr marL="571500" indent="-571500">
              <a:buFont typeface="Arial" panose="020B0604020202020204" pitchFamily="34" charset="0"/>
              <a:buChar char="•"/>
            </a:pPr>
            <a:r>
              <a:rPr lang="en-US" dirty="0"/>
              <a:t>Contacts</a:t>
            </a:r>
          </a:p>
          <a:p>
            <a:pPr marL="571500" lvl="1" indent="-571500">
              <a:buFont typeface="Arial" panose="020B0604020202020204" pitchFamily="34" charset="0"/>
              <a:buChar char="•"/>
            </a:pPr>
            <a:r>
              <a:rPr lang="en-US" dirty="0"/>
              <a:t>Create, read, update and delete</a:t>
            </a:r>
          </a:p>
          <a:p>
            <a:endParaRPr lang="en-US" dirty="0"/>
          </a:p>
        </p:txBody>
      </p:sp>
      <p:sp>
        <p:nvSpPr>
          <p:cNvPr id="3" name="Title 2"/>
          <p:cNvSpPr>
            <a:spLocks noGrp="1"/>
          </p:cNvSpPr>
          <p:nvPr>
            <p:ph type="title"/>
          </p:nvPr>
        </p:nvSpPr>
        <p:spPr/>
        <p:txBody>
          <a:bodyPr/>
          <a:lstStyle/>
          <a:p>
            <a:r>
              <a:rPr lang="en-US" dirty="0" smtClean="0"/>
              <a:t>What can I do with it?</a:t>
            </a:r>
            <a:endParaRPr lang="en-US"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30</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90521518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https://github.com/OfficeDev/Property-Inspection-Code-Sample</a:t>
            </a:r>
            <a:endParaRPr lang="en-US" dirty="0"/>
          </a:p>
        </p:txBody>
      </p:sp>
      <p:sp>
        <p:nvSpPr>
          <p:cNvPr id="6" name="Text Placeholder 5"/>
          <p:cNvSpPr>
            <a:spLocks noGrp="1"/>
          </p:cNvSpPr>
          <p:nvPr>
            <p:ph type="body" sz="quarter" idx="10"/>
          </p:nvPr>
        </p:nvSpPr>
        <p:spPr/>
        <p:txBody>
          <a:bodyPr/>
          <a:lstStyle/>
          <a:p>
            <a:pPr marL="0" indent="0">
              <a:buNone/>
            </a:pPr>
            <a:r>
              <a:rPr lang="en-US" dirty="0" smtClean="0"/>
              <a:t>Exchange Demos</a:t>
            </a:r>
            <a:endParaRPr lang="en-US" dirty="0"/>
          </a:p>
        </p:txBody>
      </p:sp>
      <p:sp>
        <p:nvSpPr>
          <p:cNvPr id="4" name="Slide Number Placeholder 3"/>
          <p:cNvSpPr>
            <a:spLocks noGrp="1"/>
          </p:cNvSpPr>
          <p:nvPr>
            <p:ph type="sldNum" sz="quarter" idx="4294967295"/>
          </p:nvPr>
        </p:nvSpPr>
        <p:spPr>
          <a:xfrm>
            <a:off x="0" y="6399213"/>
            <a:ext cx="560388" cy="219075"/>
          </a:xfrm>
          <a:prstGeom prst="rect">
            <a:avLst/>
          </a:prstGeom>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31</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67619588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NZ" dirty="0" smtClean="0"/>
              <a:t>Calling OneDrive for Business</a:t>
            </a:r>
            <a:endParaRPr lang="en-NZ" dirty="0"/>
          </a:p>
        </p:txBody>
      </p:sp>
      <p:sp>
        <p:nvSpPr>
          <p:cNvPr id="6" name="Subtitle 5"/>
          <p:cNvSpPr>
            <a:spLocks noGrp="1"/>
          </p:cNvSpPr>
          <p:nvPr>
            <p:ph type="subTitle" idx="1"/>
          </p:nvPr>
        </p:nvSpPr>
        <p:spPr/>
        <p:txBody>
          <a:bodyPr/>
          <a:lstStyle/>
          <a:p>
            <a:r>
              <a:rPr lang="en-NZ" dirty="0" smtClean="0"/>
              <a:t>iOS</a:t>
            </a:r>
            <a:endParaRPr lang="en-NZ" dirty="0"/>
          </a:p>
        </p:txBody>
      </p:sp>
      <p:sp>
        <p:nvSpPr>
          <p:cNvPr id="4" name="Slide Number Placeholder 3"/>
          <p:cNvSpPr>
            <a:spLocks noGrp="1"/>
          </p:cNvSpPr>
          <p:nvPr>
            <p:ph type="sldNum" sz="quarter" idx="4294967295"/>
          </p:nvPr>
        </p:nvSpPr>
        <p:spPr>
          <a:xfrm>
            <a:off x="0" y="6399213"/>
            <a:ext cx="560388" cy="219075"/>
          </a:xfrm>
          <a:prstGeom prst="rect">
            <a:avLst/>
          </a:prstGeom>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32</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2468230822"/>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The O365 OneDrive SDK for Objective-C provides programmatic access to </a:t>
            </a:r>
            <a:r>
              <a:rPr lang="en-US" dirty="0"/>
              <a:t>Files in in your O365 OneDrive </a:t>
            </a:r>
            <a:r>
              <a:rPr lang="en-US" dirty="0" smtClean="0"/>
              <a:t>account</a:t>
            </a:r>
          </a:p>
          <a:p>
            <a:r>
              <a:rPr lang="en-US" dirty="0" smtClean="0"/>
              <a:t>Authentication is handled by Azure Active Directory</a:t>
            </a:r>
          </a:p>
          <a:p>
            <a:endParaRPr lang="en-US" dirty="0" smtClean="0"/>
          </a:p>
        </p:txBody>
      </p:sp>
      <p:sp>
        <p:nvSpPr>
          <p:cNvPr id="3" name="Title 2"/>
          <p:cNvSpPr>
            <a:spLocks noGrp="1"/>
          </p:cNvSpPr>
          <p:nvPr>
            <p:ph type="title"/>
          </p:nvPr>
        </p:nvSpPr>
        <p:spPr/>
        <p:txBody>
          <a:bodyPr/>
          <a:lstStyle/>
          <a:p>
            <a:r>
              <a:rPr lang="en-NZ" dirty="0" smtClean="0"/>
              <a:t>Overview</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33</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3239233617"/>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NZ" sz="3500" dirty="0">
                <a:hlinkClick r:id="rId2"/>
              </a:rPr>
              <a:t>https://github.com/OfficeDev/Office-365-SDK-for-iOS</a:t>
            </a:r>
            <a:r>
              <a:rPr lang="en-NZ" sz="3500" dirty="0" smtClean="0">
                <a:hlinkClick r:id="rId2"/>
              </a:rPr>
              <a:t>/</a:t>
            </a:r>
            <a:endParaRPr lang="en-NZ" sz="3500" dirty="0" smtClean="0"/>
          </a:p>
          <a:p>
            <a:r>
              <a:rPr lang="en-US" dirty="0" smtClean="0"/>
              <a:t>Install by adding to your </a:t>
            </a:r>
            <a:r>
              <a:rPr lang="en-US" dirty="0" err="1" smtClean="0"/>
              <a:t>Podfile</a:t>
            </a:r>
            <a:r>
              <a:rPr lang="en-US" dirty="0" smtClean="0"/>
              <a:t>:</a:t>
            </a:r>
          </a:p>
          <a:p>
            <a:r>
              <a:rPr lang="en-NZ" dirty="0" smtClean="0">
                <a:solidFill>
                  <a:schemeClr val="tx1"/>
                </a:solidFill>
                <a:latin typeface="Consolas" panose="020B0609020204030204" pitchFamily="49" charset="0"/>
                <a:cs typeface="Consolas" panose="020B0609020204030204" pitchFamily="49" charset="0"/>
              </a:rPr>
              <a:t>pod 'Office365', '~&gt;0.5.4‘</a:t>
            </a:r>
          </a:p>
          <a:p>
            <a:r>
              <a:rPr lang="en-NZ" dirty="0">
                <a:solidFill>
                  <a:schemeClr val="tx1"/>
                </a:solidFill>
                <a:latin typeface="Consolas" panose="020B0609020204030204" pitchFamily="49" charset="0"/>
                <a:cs typeface="Consolas" panose="020B0609020204030204" pitchFamily="49" charset="0"/>
              </a:rPr>
              <a:t>pod </a:t>
            </a:r>
            <a:r>
              <a:rPr lang="en-NZ" dirty="0" smtClean="0">
                <a:solidFill>
                  <a:schemeClr val="tx1"/>
                </a:solidFill>
                <a:latin typeface="Consolas" panose="020B0609020204030204" pitchFamily="49" charset="0"/>
                <a:cs typeface="Consolas" panose="020B0609020204030204" pitchFamily="49" charset="0"/>
              </a:rPr>
              <a:t>'Office365/Files', </a:t>
            </a:r>
            <a:r>
              <a:rPr lang="en-NZ" dirty="0">
                <a:solidFill>
                  <a:schemeClr val="tx1"/>
                </a:solidFill>
                <a:latin typeface="Consolas" panose="020B0609020204030204" pitchFamily="49" charset="0"/>
                <a:cs typeface="Consolas" panose="020B0609020204030204" pitchFamily="49" charset="0"/>
              </a:rPr>
              <a:t>'~&gt;0.5.4'</a:t>
            </a:r>
          </a:p>
          <a:p>
            <a:endParaRPr lang="en-NZ" dirty="0" smtClean="0">
              <a:solidFill>
                <a:schemeClr val="tx1"/>
              </a:solidFill>
              <a:latin typeface="Consolas" panose="020B0609020204030204" pitchFamily="49" charset="0"/>
              <a:cs typeface="Consolas" panose="020B0609020204030204" pitchFamily="49" charset="0"/>
            </a:endParaRPr>
          </a:p>
        </p:txBody>
      </p:sp>
      <p:sp>
        <p:nvSpPr>
          <p:cNvPr id="3" name="Title 2"/>
          <p:cNvSpPr>
            <a:spLocks noGrp="1"/>
          </p:cNvSpPr>
          <p:nvPr>
            <p:ph type="title"/>
          </p:nvPr>
        </p:nvSpPr>
        <p:spPr/>
        <p:txBody>
          <a:bodyPr/>
          <a:lstStyle/>
          <a:p>
            <a:r>
              <a:rPr lang="en-NZ" dirty="0" smtClean="0"/>
              <a:t>Where can I find it?</a:t>
            </a:r>
            <a:endParaRPr lang="en-NZ"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34</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1951450941"/>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571500" indent="-571500">
              <a:buFont typeface="Arial" panose="020B0604020202020204" pitchFamily="34" charset="0"/>
              <a:buChar char="•"/>
            </a:pPr>
            <a:r>
              <a:rPr lang="en-US" dirty="0" smtClean="0"/>
              <a:t>Files</a:t>
            </a:r>
            <a:endParaRPr lang="en-US" dirty="0"/>
          </a:p>
          <a:p>
            <a:pPr marL="571500" lvl="1" indent="-571500">
              <a:buFont typeface="Arial" panose="020B0604020202020204" pitchFamily="34" charset="0"/>
              <a:buChar char="•"/>
            </a:pPr>
            <a:r>
              <a:rPr lang="en-US" dirty="0" smtClean="0"/>
              <a:t>Create</a:t>
            </a:r>
            <a:r>
              <a:rPr lang="en-US" dirty="0"/>
              <a:t>, read, update and delete Files and Folders</a:t>
            </a:r>
          </a:p>
          <a:p>
            <a:pPr marL="571500" lvl="1" indent="-571500">
              <a:buFont typeface="Arial" panose="020B0604020202020204" pitchFamily="34" charset="0"/>
              <a:buChar char="•"/>
            </a:pPr>
            <a:r>
              <a:rPr lang="en-US" dirty="0"/>
              <a:t>Upload and download File </a:t>
            </a:r>
            <a:r>
              <a:rPr lang="en-US" dirty="0" smtClean="0"/>
              <a:t>contents</a:t>
            </a:r>
            <a:endParaRPr lang="en-US" dirty="0"/>
          </a:p>
          <a:p>
            <a:pPr marL="571500" lvl="1" indent="-571500">
              <a:buFont typeface="Arial" panose="020B0604020202020204" pitchFamily="34" charset="0"/>
              <a:buChar char="•"/>
            </a:pPr>
            <a:endParaRPr lang="en-US" dirty="0"/>
          </a:p>
          <a:p>
            <a:pPr lvl="1"/>
            <a:endParaRPr lang="en-US" dirty="0"/>
          </a:p>
        </p:txBody>
      </p:sp>
      <p:sp>
        <p:nvSpPr>
          <p:cNvPr id="3" name="Title 2"/>
          <p:cNvSpPr>
            <a:spLocks noGrp="1"/>
          </p:cNvSpPr>
          <p:nvPr>
            <p:ph type="title"/>
          </p:nvPr>
        </p:nvSpPr>
        <p:spPr/>
        <p:txBody>
          <a:bodyPr/>
          <a:lstStyle/>
          <a:p>
            <a:r>
              <a:rPr lang="en-US" dirty="0" smtClean="0"/>
              <a:t>What can I do with it?</a:t>
            </a:r>
            <a:endParaRPr lang="en-US"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35</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716576459"/>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a:t>https://</a:t>
            </a:r>
            <a:r>
              <a:rPr lang="en-US" dirty="0" smtClean="0"/>
              <a:t>github.com/OfficeDev/Office-365-SDK-for-iOS/Samples/simple-drive-app</a:t>
            </a:r>
            <a:endParaRPr lang="en-US" dirty="0"/>
          </a:p>
        </p:txBody>
      </p:sp>
      <p:sp>
        <p:nvSpPr>
          <p:cNvPr id="6" name="Text Placeholder 5"/>
          <p:cNvSpPr>
            <a:spLocks noGrp="1"/>
          </p:cNvSpPr>
          <p:nvPr>
            <p:ph type="body" sz="quarter" idx="10"/>
          </p:nvPr>
        </p:nvSpPr>
        <p:spPr/>
        <p:txBody>
          <a:bodyPr/>
          <a:lstStyle/>
          <a:p>
            <a:pPr marL="0" indent="0">
              <a:buNone/>
            </a:pPr>
            <a:r>
              <a:rPr lang="en-US" dirty="0" smtClean="0"/>
              <a:t>OneDrive for Business Demos</a:t>
            </a:r>
            <a:endParaRPr lang="en-US" dirty="0"/>
          </a:p>
        </p:txBody>
      </p:sp>
      <p:sp>
        <p:nvSpPr>
          <p:cNvPr id="4" name="Slide Number Placeholder 3"/>
          <p:cNvSpPr>
            <a:spLocks noGrp="1"/>
          </p:cNvSpPr>
          <p:nvPr>
            <p:ph type="sldNum" sz="quarter" idx="4294967295"/>
          </p:nvPr>
        </p:nvSpPr>
        <p:spPr>
          <a:xfrm>
            <a:off x="0" y="6399213"/>
            <a:ext cx="560388" cy="219075"/>
          </a:xfrm>
          <a:prstGeom prst="rect">
            <a:avLst/>
          </a:prstGeom>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36</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1341722237"/>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a:xfrm>
            <a:off x="4710722" y="1814278"/>
            <a:ext cx="7168517" cy="2881111"/>
          </a:xfrm>
        </p:spPr>
        <p:txBody>
          <a:bodyPr/>
          <a:lstStyle/>
          <a:p>
            <a:r>
              <a:rPr lang="en-US" dirty="0"/>
              <a:t>Intro</a:t>
            </a:r>
          </a:p>
          <a:p>
            <a:r>
              <a:rPr lang="en-US" dirty="0"/>
              <a:t>Azure AD </a:t>
            </a:r>
            <a:r>
              <a:rPr lang="en-US" dirty="0" err="1"/>
              <a:t>Auth</a:t>
            </a:r>
            <a:endParaRPr lang="en-US" dirty="0"/>
          </a:p>
          <a:p>
            <a:r>
              <a:rPr lang="en-US" dirty="0"/>
              <a:t>SharePoint Lists APIs</a:t>
            </a:r>
          </a:p>
          <a:p>
            <a:r>
              <a:rPr lang="en-US" dirty="0" smtClean="0"/>
              <a:t>Exchange </a:t>
            </a:r>
            <a:r>
              <a:rPr lang="en-US" dirty="0"/>
              <a:t>APIs</a:t>
            </a:r>
          </a:p>
          <a:p>
            <a:r>
              <a:rPr lang="en-US" dirty="0"/>
              <a:t>OneDrive for Business </a:t>
            </a:r>
            <a:r>
              <a:rPr lang="en-US" dirty="0" smtClean="0"/>
              <a:t>APIs</a:t>
            </a:r>
            <a:endParaRPr lang="en-US" dirty="0"/>
          </a:p>
        </p:txBody>
      </p:sp>
      <p:pic>
        <p:nvPicPr>
          <p:cNvPr id="4" name="Picture Placeholder 3"/>
          <p:cNvPicPr>
            <a:picLocks noGrp="1" noChangeAspect="1"/>
          </p:cNvPicPr>
          <p:nvPr>
            <p:ph type="pic" sz="quarter" idx="16"/>
          </p:nvPr>
        </p:nvPicPr>
        <p:blipFill>
          <a:blip r:embed="rId3">
            <a:extLst>
              <a:ext uri="{28A0092B-C50C-407E-A947-70E740481C1C}">
                <a14:useLocalDpi xmlns:a14="http://schemas.microsoft.com/office/drawing/2010/main"/>
              </a:ext>
            </a:extLst>
          </a:blip>
          <a:stretch>
            <a:fillRect/>
          </a:stretch>
        </p:blipFill>
        <p:spPr>
          <a:xfrm>
            <a:off x="271583" y="1905708"/>
            <a:ext cx="4301124" cy="2865210"/>
          </a:xfrm>
        </p:spPr>
      </p:pic>
      <p:sp>
        <p:nvSpPr>
          <p:cNvPr id="5" name="Title 4"/>
          <p:cNvSpPr>
            <a:spLocks noGrp="1"/>
          </p:cNvSpPr>
          <p:nvPr>
            <p:ph type="title"/>
          </p:nvPr>
        </p:nvSpPr>
        <p:spPr/>
        <p:txBody>
          <a:bodyPr/>
          <a:lstStyle/>
          <a:p>
            <a:r>
              <a:rPr lang="en-US" dirty="0" smtClean="0"/>
              <a:t>Summary</a:t>
            </a:r>
            <a:br>
              <a:rPr lang="en-US" dirty="0" smtClean="0"/>
            </a:br>
            <a:endParaRPr lang="en-US" dirty="0"/>
          </a:p>
        </p:txBody>
      </p:sp>
    </p:spTree>
    <p:extLst>
      <p:ext uri="{BB962C8B-B14F-4D97-AF65-F5344CB8AC3E}">
        <p14:creationId xmlns:p14="http://schemas.microsoft.com/office/powerpoint/2010/main" val="130164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See </a:t>
            </a:r>
            <a:r>
              <a:rPr lang="en-US" dirty="0">
                <a:hlinkClick r:id="rId2"/>
              </a:rPr>
              <a:t>http://</a:t>
            </a:r>
            <a:r>
              <a:rPr lang="en-US" dirty="0" smtClean="0">
                <a:hlinkClick r:id="rId2"/>
              </a:rPr>
              <a:t>dev.office.com/ios</a:t>
            </a:r>
            <a:r>
              <a:rPr lang="en-US" dirty="0" smtClean="0"/>
              <a:t> to get started.</a:t>
            </a:r>
          </a:p>
          <a:p>
            <a:r>
              <a:rPr lang="en-US" dirty="0" smtClean="0"/>
              <a:t>ADAL:</a:t>
            </a:r>
            <a:br>
              <a:rPr lang="en-US" dirty="0" smtClean="0"/>
            </a:br>
            <a:r>
              <a:rPr lang="en-US" sz="3500" dirty="0" smtClean="0">
                <a:hlinkClick r:id="rId3"/>
              </a:rPr>
              <a:t>https</a:t>
            </a:r>
            <a:r>
              <a:rPr lang="en-US" sz="3500" dirty="0">
                <a:hlinkClick r:id="rId3"/>
              </a:rPr>
              <a:t>://</a:t>
            </a:r>
            <a:r>
              <a:rPr lang="en-US" sz="3500" dirty="0" smtClean="0">
                <a:hlinkClick r:id="rId3"/>
              </a:rPr>
              <a:t>github.com/AzureAD/azure-activedirectory-library-for-objc</a:t>
            </a:r>
            <a:endParaRPr lang="en-US" sz="3500" dirty="0" smtClean="0"/>
          </a:p>
          <a:p>
            <a:r>
              <a:rPr lang="en-US" dirty="0" smtClean="0"/>
              <a:t>Office </a:t>
            </a:r>
            <a:r>
              <a:rPr lang="en-US" dirty="0"/>
              <a:t>365 </a:t>
            </a:r>
            <a:r>
              <a:rPr lang="en-US" dirty="0" smtClean="0"/>
              <a:t>SDKs:</a:t>
            </a:r>
            <a:br>
              <a:rPr lang="en-US" dirty="0" smtClean="0"/>
            </a:br>
            <a:r>
              <a:rPr lang="en-US" sz="3500" dirty="0" smtClean="0">
                <a:hlinkClick r:id="rId4"/>
              </a:rPr>
              <a:t>https</a:t>
            </a:r>
            <a:r>
              <a:rPr lang="en-US" sz="3500" dirty="0">
                <a:hlinkClick r:id="rId4"/>
              </a:rPr>
              <a:t>://</a:t>
            </a:r>
            <a:r>
              <a:rPr lang="en-US" sz="3500" dirty="0" smtClean="0">
                <a:hlinkClick r:id="rId4"/>
              </a:rPr>
              <a:t>github.com/OfficeDev/Office-365-SDK-for-iOS</a:t>
            </a:r>
            <a:endParaRPr lang="en-US" dirty="0"/>
          </a:p>
          <a:p>
            <a:endParaRPr lang="en-US" dirty="0"/>
          </a:p>
        </p:txBody>
      </p:sp>
      <p:sp>
        <p:nvSpPr>
          <p:cNvPr id="3" name="Title 2"/>
          <p:cNvSpPr>
            <a:spLocks noGrp="1"/>
          </p:cNvSpPr>
          <p:nvPr>
            <p:ph type="title"/>
          </p:nvPr>
        </p:nvSpPr>
        <p:spPr/>
        <p:txBody>
          <a:bodyPr/>
          <a:lstStyle/>
          <a:p>
            <a:r>
              <a:rPr lang="en-US" dirty="0" smtClean="0"/>
              <a:t>Resources</a:t>
            </a:r>
            <a:endParaRPr lang="en-US" dirty="0"/>
          </a:p>
        </p:txBody>
      </p:sp>
      <p:sp>
        <p:nvSpPr>
          <p:cNvPr id="4" name="Slide Number Placeholder 3"/>
          <p:cNvSpPr>
            <a:spLocks noGrp="1"/>
          </p:cNvSpPr>
          <p:nvPr>
            <p:ph type="sldNum" sz="quarter" idx="12"/>
          </p:nvPr>
        </p:nvSpPr>
        <p:spPr/>
        <p:txBody>
          <a:bodyPr/>
          <a:lstStyle/>
          <a:p>
            <a:pPr defTabSz="914363"/>
            <a:fld id="{727B4C2D-45E2-4621-8491-2995EB46A674}" type="slidenum">
              <a:rPr lang="en-US" smtClean="0">
                <a:gradFill>
                  <a:gsLst>
                    <a:gs pos="100000">
                      <a:srgbClr val="797A7D"/>
                    </a:gs>
                    <a:gs pos="0">
                      <a:srgbClr val="797A7D"/>
                    </a:gs>
                  </a:gsLst>
                  <a:lin ang="5400000" scaled="0"/>
                </a:gradFill>
              </a:rPr>
              <a:pPr defTabSz="914363"/>
              <a:t>38</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91715006"/>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Developer Program Launch</a:t>
            </a:r>
            <a:endParaRPr lang="en-US" dirty="0"/>
          </a:p>
        </p:txBody>
      </p:sp>
      <p:sp>
        <p:nvSpPr>
          <p:cNvPr id="7" name="Content Placeholder 6"/>
          <p:cNvSpPr>
            <a:spLocks noGrp="1"/>
          </p:cNvSpPr>
          <p:nvPr>
            <p:ph type="body" sz="quarter" idx="4294967295"/>
          </p:nvPr>
        </p:nvSpPr>
        <p:spPr>
          <a:xfrm>
            <a:off x="2452" y="5095121"/>
            <a:ext cx="11947523" cy="618864"/>
          </a:xfrm>
          <a:prstGeom prst="rect">
            <a:avLst/>
          </a:prstGeom>
        </p:spPr>
        <p:txBody>
          <a:bodyPr/>
          <a:lstStyle/>
          <a:p>
            <a:pPr marL="0" indent="0" algn="ctr">
              <a:buNone/>
            </a:pPr>
            <a:r>
              <a:rPr lang="en-US" sz="3074" dirty="0">
                <a:hlinkClick r:id="rId3"/>
              </a:rPr>
              <a:t>http://dev.office.com/devprogram</a:t>
            </a:r>
            <a:r>
              <a:rPr lang="en-US" sz="3074" dirty="0"/>
              <a:t> </a:t>
            </a:r>
          </a:p>
        </p:txBody>
      </p:sp>
      <p:grpSp>
        <p:nvGrpSpPr>
          <p:cNvPr id="83" name="Group 82"/>
          <p:cNvGrpSpPr/>
          <p:nvPr/>
        </p:nvGrpSpPr>
        <p:grpSpPr>
          <a:xfrm>
            <a:off x="4601416" y="3142286"/>
            <a:ext cx="2992220" cy="3667830"/>
            <a:chOff x="4662488" y="3198813"/>
            <a:chExt cx="3114676" cy="3817937"/>
          </a:xfrm>
        </p:grpSpPr>
        <p:sp>
          <p:nvSpPr>
            <p:cNvPr id="84" name="AutoShape 3"/>
            <p:cNvSpPr>
              <a:spLocks noChangeAspect="1" noChangeArrowheads="1" noTextEdit="1"/>
            </p:cNvSpPr>
            <p:nvPr/>
          </p:nvSpPr>
          <p:spPr bwMode="auto">
            <a:xfrm>
              <a:off x="4732338" y="3198813"/>
              <a:ext cx="2974975" cy="379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endParaRPr lang="en-US" sz="1729">
                <a:noFill/>
                <a:latin typeface="Segoe UI"/>
              </a:endParaRPr>
            </a:p>
          </p:txBody>
        </p:sp>
        <p:sp>
          <p:nvSpPr>
            <p:cNvPr id="89" name="Freeform 5"/>
            <p:cNvSpPr>
              <a:spLocks/>
            </p:cNvSpPr>
            <p:nvPr/>
          </p:nvSpPr>
          <p:spPr bwMode="auto">
            <a:xfrm>
              <a:off x="6946901" y="5176838"/>
              <a:ext cx="830263" cy="1839912"/>
            </a:xfrm>
            <a:custGeom>
              <a:avLst/>
              <a:gdLst>
                <a:gd name="T0" fmla="*/ 12 w 72"/>
                <a:gd name="T1" fmla="*/ 0 h 160"/>
                <a:gd name="T2" fmla="*/ 0 w 72"/>
                <a:gd name="T3" fmla="*/ 76 h 160"/>
                <a:gd name="T4" fmla="*/ 57 w 72"/>
                <a:gd name="T5" fmla="*/ 151 h 160"/>
                <a:gd name="T6" fmla="*/ 67 w 72"/>
                <a:gd name="T7" fmla="*/ 151 h 160"/>
                <a:gd name="T8" fmla="*/ 12 w 72"/>
                <a:gd name="T9" fmla="*/ 0 h 160"/>
              </a:gdLst>
              <a:ahLst/>
              <a:cxnLst>
                <a:cxn ang="0">
                  <a:pos x="T0" y="T1"/>
                </a:cxn>
                <a:cxn ang="0">
                  <a:pos x="T2" y="T3"/>
                </a:cxn>
                <a:cxn ang="0">
                  <a:pos x="T4" y="T5"/>
                </a:cxn>
                <a:cxn ang="0">
                  <a:pos x="T6" y="T7"/>
                </a:cxn>
                <a:cxn ang="0">
                  <a:pos x="T8" y="T9"/>
                </a:cxn>
              </a:cxnLst>
              <a:rect l="0" t="0" r="r" b="b"/>
              <a:pathLst>
                <a:path w="72" h="160">
                  <a:moveTo>
                    <a:pt x="12" y="0"/>
                  </a:moveTo>
                  <a:cubicBezTo>
                    <a:pt x="11" y="24"/>
                    <a:pt x="8" y="49"/>
                    <a:pt x="0" y="76"/>
                  </a:cubicBezTo>
                  <a:cubicBezTo>
                    <a:pt x="45" y="82"/>
                    <a:pt x="56" y="147"/>
                    <a:pt x="57" y="151"/>
                  </a:cubicBezTo>
                  <a:cubicBezTo>
                    <a:pt x="58" y="160"/>
                    <a:pt x="67" y="157"/>
                    <a:pt x="67" y="151"/>
                  </a:cubicBezTo>
                  <a:cubicBezTo>
                    <a:pt x="72" y="50"/>
                    <a:pt x="21" y="7"/>
                    <a:pt x="12" y="0"/>
                  </a:cubicBezTo>
                  <a:close/>
                </a:path>
              </a:pathLst>
            </a:custGeom>
            <a:solidFill>
              <a:srgbClr val="BAD80A"/>
            </a:solidFill>
            <a:ln>
              <a:noFill/>
            </a:ln>
          </p:spPr>
          <p:txBody>
            <a:bodyPr vert="horz" wrap="square" lIns="87845" tIns="43921" rIns="87845" bIns="43921" numCol="1" anchor="t" anchorCtr="0" compatLnSpc="1">
              <a:prstTxWarp prst="textNoShape">
                <a:avLst/>
              </a:prstTxWarp>
            </a:bodyPr>
            <a:lstStyle/>
            <a:p>
              <a:pPr defTabSz="895999"/>
              <a:endParaRPr lang="en-US" sz="1729">
                <a:noFill/>
                <a:latin typeface="Segoe UI"/>
              </a:endParaRPr>
            </a:p>
          </p:txBody>
        </p:sp>
        <p:sp>
          <p:nvSpPr>
            <p:cNvPr id="96" name="Freeform 6"/>
            <p:cNvSpPr>
              <a:spLocks/>
            </p:cNvSpPr>
            <p:nvPr/>
          </p:nvSpPr>
          <p:spPr bwMode="auto">
            <a:xfrm>
              <a:off x="4662488" y="5187950"/>
              <a:ext cx="819150" cy="1828800"/>
            </a:xfrm>
            <a:custGeom>
              <a:avLst/>
              <a:gdLst>
                <a:gd name="T0" fmla="*/ 59 w 71"/>
                <a:gd name="T1" fmla="*/ 0 h 159"/>
                <a:gd name="T2" fmla="*/ 5 w 71"/>
                <a:gd name="T3" fmla="*/ 150 h 159"/>
                <a:gd name="T4" fmla="*/ 15 w 71"/>
                <a:gd name="T5" fmla="*/ 150 h 159"/>
                <a:gd name="T6" fmla="*/ 71 w 71"/>
                <a:gd name="T7" fmla="*/ 75 h 159"/>
                <a:gd name="T8" fmla="*/ 59 w 71"/>
                <a:gd name="T9" fmla="*/ 0 h 159"/>
              </a:gdLst>
              <a:ahLst/>
              <a:cxnLst>
                <a:cxn ang="0">
                  <a:pos x="T0" y="T1"/>
                </a:cxn>
                <a:cxn ang="0">
                  <a:pos x="T2" y="T3"/>
                </a:cxn>
                <a:cxn ang="0">
                  <a:pos x="T4" y="T5"/>
                </a:cxn>
                <a:cxn ang="0">
                  <a:pos x="T6" y="T7"/>
                </a:cxn>
                <a:cxn ang="0">
                  <a:pos x="T8" y="T9"/>
                </a:cxn>
              </a:cxnLst>
              <a:rect l="0" t="0" r="r" b="b"/>
              <a:pathLst>
                <a:path w="71" h="159">
                  <a:moveTo>
                    <a:pt x="59" y="0"/>
                  </a:moveTo>
                  <a:cubicBezTo>
                    <a:pt x="48" y="9"/>
                    <a:pt x="0" y="52"/>
                    <a:pt x="5" y="150"/>
                  </a:cubicBezTo>
                  <a:cubicBezTo>
                    <a:pt x="5" y="156"/>
                    <a:pt x="14" y="159"/>
                    <a:pt x="15" y="150"/>
                  </a:cubicBezTo>
                  <a:cubicBezTo>
                    <a:pt x="16" y="146"/>
                    <a:pt x="27" y="82"/>
                    <a:pt x="71" y="75"/>
                  </a:cubicBezTo>
                  <a:cubicBezTo>
                    <a:pt x="63" y="49"/>
                    <a:pt x="60" y="23"/>
                    <a:pt x="59" y="0"/>
                  </a:cubicBezTo>
                  <a:close/>
                </a:path>
              </a:pathLst>
            </a:custGeom>
            <a:solidFill>
              <a:srgbClr val="BAD80A"/>
            </a:solidFill>
            <a:ln>
              <a:noFill/>
            </a:ln>
          </p:spPr>
          <p:txBody>
            <a:bodyPr vert="horz" wrap="square" lIns="87845" tIns="43921" rIns="87845" bIns="43921" numCol="1" anchor="t" anchorCtr="0" compatLnSpc="1">
              <a:prstTxWarp prst="textNoShape">
                <a:avLst/>
              </a:prstTxWarp>
            </a:bodyPr>
            <a:lstStyle/>
            <a:p>
              <a:pPr defTabSz="895999"/>
              <a:endParaRPr lang="en-US" sz="1729">
                <a:noFill/>
                <a:latin typeface="Segoe UI"/>
              </a:endParaRPr>
            </a:p>
          </p:txBody>
        </p:sp>
        <p:sp>
          <p:nvSpPr>
            <p:cNvPr id="97" name="Freeform 7"/>
            <p:cNvSpPr>
              <a:spLocks/>
            </p:cNvSpPr>
            <p:nvPr/>
          </p:nvSpPr>
          <p:spPr bwMode="auto">
            <a:xfrm>
              <a:off x="6105526" y="5119688"/>
              <a:ext cx="230188" cy="1851025"/>
            </a:xfrm>
            <a:custGeom>
              <a:avLst/>
              <a:gdLst>
                <a:gd name="T0" fmla="*/ 10 w 20"/>
                <a:gd name="T1" fmla="*/ 0 h 161"/>
                <a:gd name="T2" fmla="*/ 10 w 20"/>
                <a:gd name="T3" fmla="*/ 0 h 161"/>
                <a:gd name="T4" fmla="*/ 10 w 20"/>
                <a:gd name="T5" fmla="*/ 0 h 161"/>
                <a:gd name="T6" fmla="*/ 10 w 20"/>
                <a:gd name="T7" fmla="*/ 0 h 161"/>
                <a:gd name="T8" fmla="*/ 10 w 20"/>
                <a:gd name="T9" fmla="*/ 0 h 161"/>
                <a:gd name="T10" fmla="*/ 0 w 20"/>
                <a:gd name="T11" fmla="*/ 11 h 161"/>
                <a:gd name="T12" fmla="*/ 0 w 20"/>
                <a:gd name="T13" fmla="*/ 149 h 161"/>
                <a:gd name="T14" fmla="*/ 10 w 20"/>
                <a:gd name="T15" fmla="*/ 161 h 161"/>
                <a:gd name="T16" fmla="*/ 10 w 20"/>
                <a:gd name="T17" fmla="*/ 161 h 161"/>
                <a:gd name="T18" fmla="*/ 10 w 20"/>
                <a:gd name="T19" fmla="*/ 161 h 161"/>
                <a:gd name="T20" fmla="*/ 10 w 20"/>
                <a:gd name="T21" fmla="*/ 161 h 161"/>
                <a:gd name="T22" fmla="*/ 10 w 20"/>
                <a:gd name="T23" fmla="*/ 161 h 161"/>
                <a:gd name="T24" fmla="*/ 20 w 20"/>
                <a:gd name="T25" fmla="*/ 149 h 161"/>
                <a:gd name="T26" fmla="*/ 20 w 20"/>
                <a:gd name="T27" fmla="*/ 11 h 161"/>
                <a:gd name="T28" fmla="*/ 10 w 20"/>
                <a:gd name="T29"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161">
                  <a:moveTo>
                    <a:pt x="10" y="0"/>
                  </a:moveTo>
                  <a:cubicBezTo>
                    <a:pt x="10" y="0"/>
                    <a:pt x="10" y="0"/>
                    <a:pt x="10" y="0"/>
                  </a:cubicBezTo>
                  <a:cubicBezTo>
                    <a:pt x="10" y="0"/>
                    <a:pt x="10" y="0"/>
                    <a:pt x="10" y="0"/>
                  </a:cubicBezTo>
                  <a:cubicBezTo>
                    <a:pt x="10" y="0"/>
                    <a:pt x="10" y="0"/>
                    <a:pt x="10" y="0"/>
                  </a:cubicBezTo>
                  <a:cubicBezTo>
                    <a:pt x="10" y="0"/>
                    <a:pt x="10" y="0"/>
                    <a:pt x="10" y="0"/>
                  </a:cubicBezTo>
                  <a:cubicBezTo>
                    <a:pt x="0" y="0"/>
                    <a:pt x="0" y="11"/>
                    <a:pt x="0" y="11"/>
                  </a:cubicBezTo>
                  <a:cubicBezTo>
                    <a:pt x="0" y="11"/>
                    <a:pt x="0" y="144"/>
                    <a:pt x="0" y="149"/>
                  </a:cubicBezTo>
                  <a:cubicBezTo>
                    <a:pt x="0" y="154"/>
                    <a:pt x="0" y="161"/>
                    <a:pt x="10" y="161"/>
                  </a:cubicBezTo>
                  <a:cubicBezTo>
                    <a:pt x="10" y="161"/>
                    <a:pt x="10" y="161"/>
                    <a:pt x="10" y="161"/>
                  </a:cubicBezTo>
                  <a:cubicBezTo>
                    <a:pt x="10" y="161"/>
                    <a:pt x="10" y="161"/>
                    <a:pt x="10" y="161"/>
                  </a:cubicBezTo>
                  <a:cubicBezTo>
                    <a:pt x="10" y="161"/>
                    <a:pt x="10" y="161"/>
                    <a:pt x="10" y="161"/>
                  </a:cubicBezTo>
                  <a:cubicBezTo>
                    <a:pt x="10" y="161"/>
                    <a:pt x="10" y="161"/>
                    <a:pt x="10" y="161"/>
                  </a:cubicBezTo>
                  <a:cubicBezTo>
                    <a:pt x="20" y="161"/>
                    <a:pt x="20" y="154"/>
                    <a:pt x="20" y="149"/>
                  </a:cubicBezTo>
                  <a:cubicBezTo>
                    <a:pt x="20" y="144"/>
                    <a:pt x="20" y="11"/>
                    <a:pt x="20" y="11"/>
                  </a:cubicBezTo>
                  <a:cubicBezTo>
                    <a:pt x="20" y="11"/>
                    <a:pt x="20" y="0"/>
                    <a:pt x="10" y="0"/>
                  </a:cubicBezTo>
                  <a:close/>
                </a:path>
              </a:pathLst>
            </a:custGeom>
            <a:solidFill>
              <a:srgbClr val="00188F"/>
            </a:solidFill>
            <a:ln>
              <a:noFill/>
            </a:ln>
          </p:spPr>
          <p:txBody>
            <a:bodyPr vert="horz" wrap="square" lIns="87845" tIns="43921" rIns="87845" bIns="43921" numCol="1" anchor="t" anchorCtr="0" compatLnSpc="1">
              <a:prstTxWarp prst="textNoShape">
                <a:avLst/>
              </a:prstTxWarp>
            </a:bodyPr>
            <a:lstStyle/>
            <a:p>
              <a:pPr defTabSz="895999"/>
              <a:endParaRPr lang="en-US" sz="1729">
                <a:noFill/>
                <a:latin typeface="Segoe UI"/>
              </a:endParaRPr>
            </a:p>
          </p:txBody>
        </p:sp>
        <p:sp>
          <p:nvSpPr>
            <p:cNvPr id="98" name="Freeform 8"/>
            <p:cNvSpPr>
              <a:spLocks/>
            </p:cNvSpPr>
            <p:nvPr/>
          </p:nvSpPr>
          <p:spPr bwMode="auto">
            <a:xfrm>
              <a:off x="5851526" y="3198813"/>
              <a:ext cx="738188" cy="425450"/>
            </a:xfrm>
            <a:custGeom>
              <a:avLst/>
              <a:gdLst>
                <a:gd name="T0" fmla="*/ 64 w 64"/>
                <a:gd name="T1" fmla="*/ 37 h 37"/>
                <a:gd name="T2" fmla="*/ 32 w 64"/>
                <a:gd name="T3" fmla="*/ 0 h 37"/>
                <a:gd name="T4" fmla="*/ 32 w 64"/>
                <a:gd name="T5" fmla="*/ 0 h 37"/>
                <a:gd name="T6" fmla="*/ 0 w 64"/>
                <a:gd name="T7" fmla="*/ 37 h 37"/>
                <a:gd name="T8" fmla="*/ 64 w 64"/>
                <a:gd name="T9" fmla="*/ 37 h 37"/>
              </a:gdLst>
              <a:ahLst/>
              <a:cxnLst>
                <a:cxn ang="0">
                  <a:pos x="T0" y="T1"/>
                </a:cxn>
                <a:cxn ang="0">
                  <a:pos x="T2" y="T3"/>
                </a:cxn>
                <a:cxn ang="0">
                  <a:pos x="T4" y="T5"/>
                </a:cxn>
                <a:cxn ang="0">
                  <a:pos x="T6" y="T7"/>
                </a:cxn>
                <a:cxn ang="0">
                  <a:pos x="T8" y="T9"/>
                </a:cxn>
              </a:cxnLst>
              <a:rect l="0" t="0" r="r" b="b"/>
              <a:pathLst>
                <a:path w="64" h="37">
                  <a:moveTo>
                    <a:pt x="64" y="37"/>
                  </a:moveTo>
                  <a:cubicBezTo>
                    <a:pt x="51" y="14"/>
                    <a:pt x="38" y="0"/>
                    <a:pt x="32" y="0"/>
                  </a:cubicBezTo>
                  <a:cubicBezTo>
                    <a:pt x="32" y="0"/>
                    <a:pt x="32" y="0"/>
                    <a:pt x="32" y="0"/>
                  </a:cubicBezTo>
                  <a:cubicBezTo>
                    <a:pt x="26" y="0"/>
                    <a:pt x="13" y="14"/>
                    <a:pt x="0" y="37"/>
                  </a:cubicBezTo>
                  <a:lnTo>
                    <a:pt x="64" y="37"/>
                  </a:lnTo>
                  <a:close/>
                </a:path>
              </a:pathLst>
            </a:custGeom>
            <a:solidFill>
              <a:srgbClr val="00188F"/>
            </a:solidFill>
            <a:ln>
              <a:noFill/>
            </a:ln>
          </p:spPr>
          <p:txBody>
            <a:bodyPr vert="horz" wrap="square" lIns="87845" tIns="43921" rIns="87845" bIns="43921" numCol="1" anchor="t" anchorCtr="0" compatLnSpc="1">
              <a:prstTxWarp prst="textNoShape">
                <a:avLst/>
              </a:prstTxWarp>
            </a:bodyPr>
            <a:lstStyle/>
            <a:p>
              <a:pPr defTabSz="895999"/>
              <a:endParaRPr lang="en-US" sz="1729">
                <a:noFill/>
                <a:latin typeface="Segoe UI"/>
              </a:endParaRPr>
            </a:p>
          </p:txBody>
        </p:sp>
        <p:sp>
          <p:nvSpPr>
            <p:cNvPr id="99" name="Freeform 9"/>
            <p:cNvSpPr>
              <a:spLocks noEditPoints="1"/>
            </p:cNvSpPr>
            <p:nvPr/>
          </p:nvSpPr>
          <p:spPr bwMode="auto">
            <a:xfrm>
              <a:off x="5262563" y="3727450"/>
              <a:ext cx="1914525" cy="2484437"/>
            </a:xfrm>
            <a:custGeom>
              <a:avLst/>
              <a:gdLst>
                <a:gd name="T0" fmla="*/ 120 w 166"/>
                <a:gd name="T1" fmla="*/ 0 h 216"/>
                <a:gd name="T2" fmla="*/ 46 w 166"/>
                <a:gd name="T3" fmla="*/ 0 h 216"/>
                <a:gd name="T4" fmla="*/ 32 w 166"/>
                <a:gd name="T5" fmla="*/ 216 h 216"/>
                <a:gd name="T6" fmla="*/ 65 w 166"/>
                <a:gd name="T7" fmla="*/ 216 h 216"/>
                <a:gd name="T8" fmla="*/ 65 w 166"/>
                <a:gd name="T9" fmla="*/ 132 h 216"/>
                <a:gd name="T10" fmla="*/ 70 w 166"/>
                <a:gd name="T11" fmla="*/ 118 h 216"/>
                <a:gd name="T12" fmla="*/ 83 w 166"/>
                <a:gd name="T13" fmla="*/ 113 h 216"/>
                <a:gd name="T14" fmla="*/ 96 w 166"/>
                <a:gd name="T15" fmla="*/ 118 h 216"/>
                <a:gd name="T16" fmla="*/ 101 w 166"/>
                <a:gd name="T17" fmla="*/ 132 h 216"/>
                <a:gd name="T18" fmla="*/ 101 w 166"/>
                <a:gd name="T19" fmla="*/ 216 h 216"/>
                <a:gd name="T20" fmla="*/ 134 w 166"/>
                <a:gd name="T21" fmla="*/ 216 h 216"/>
                <a:gd name="T22" fmla="*/ 120 w 166"/>
                <a:gd name="T23" fmla="*/ 0 h 216"/>
                <a:gd name="T24" fmla="*/ 83 w 166"/>
                <a:gd name="T25" fmla="*/ 75 h 216"/>
                <a:gd name="T26" fmla="*/ 57 w 166"/>
                <a:gd name="T27" fmla="*/ 49 h 216"/>
                <a:gd name="T28" fmla="*/ 83 w 166"/>
                <a:gd name="T29" fmla="*/ 23 h 216"/>
                <a:gd name="T30" fmla="*/ 109 w 166"/>
                <a:gd name="T31" fmla="*/ 49 h 216"/>
                <a:gd name="T32" fmla="*/ 83 w 166"/>
                <a:gd name="T33" fmla="*/ 7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6" h="216">
                  <a:moveTo>
                    <a:pt x="120" y="0"/>
                  </a:moveTo>
                  <a:cubicBezTo>
                    <a:pt x="46" y="0"/>
                    <a:pt x="46" y="0"/>
                    <a:pt x="46" y="0"/>
                  </a:cubicBezTo>
                  <a:cubicBezTo>
                    <a:pt x="21" y="47"/>
                    <a:pt x="0" y="126"/>
                    <a:pt x="32" y="216"/>
                  </a:cubicBezTo>
                  <a:cubicBezTo>
                    <a:pt x="32" y="216"/>
                    <a:pt x="50" y="216"/>
                    <a:pt x="65" y="216"/>
                  </a:cubicBezTo>
                  <a:cubicBezTo>
                    <a:pt x="65" y="132"/>
                    <a:pt x="65" y="132"/>
                    <a:pt x="65" y="132"/>
                  </a:cubicBezTo>
                  <a:cubicBezTo>
                    <a:pt x="65" y="130"/>
                    <a:pt x="65" y="123"/>
                    <a:pt x="70" y="118"/>
                  </a:cubicBezTo>
                  <a:cubicBezTo>
                    <a:pt x="72" y="116"/>
                    <a:pt x="77" y="113"/>
                    <a:pt x="83" y="113"/>
                  </a:cubicBezTo>
                  <a:cubicBezTo>
                    <a:pt x="90" y="113"/>
                    <a:pt x="94" y="116"/>
                    <a:pt x="96" y="118"/>
                  </a:cubicBezTo>
                  <a:cubicBezTo>
                    <a:pt x="101" y="123"/>
                    <a:pt x="101" y="130"/>
                    <a:pt x="101" y="132"/>
                  </a:cubicBezTo>
                  <a:cubicBezTo>
                    <a:pt x="101" y="216"/>
                    <a:pt x="101" y="216"/>
                    <a:pt x="101" y="216"/>
                  </a:cubicBezTo>
                  <a:cubicBezTo>
                    <a:pt x="116" y="216"/>
                    <a:pt x="134" y="216"/>
                    <a:pt x="134" y="216"/>
                  </a:cubicBezTo>
                  <a:cubicBezTo>
                    <a:pt x="166" y="126"/>
                    <a:pt x="145" y="47"/>
                    <a:pt x="120" y="0"/>
                  </a:cubicBezTo>
                  <a:close/>
                  <a:moveTo>
                    <a:pt x="83" y="75"/>
                  </a:moveTo>
                  <a:cubicBezTo>
                    <a:pt x="69" y="75"/>
                    <a:pt x="57" y="63"/>
                    <a:pt x="57" y="49"/>
                  </a:cubicBezTo>
                  <a:cubicBezTo>
                    <a:pt x="57" y="35"/>
                    <a:pt x="69" y="23"/>
                    <a:pt x="83" y="23"/>
                  </a:cubicBezTo>
                  <a:cubicBezTo>
                    <a:pt x="97" y="23"/>
                    <a:pt x="109" y="35"/>
                    <a:pt x="109" y="49"/>
                  </a:cubicBezTo>
                  <a:cubicBezTo>
                    <a:pt x="109" y="63"/>
                    <a:pt x="97" y="75"/>
                    <a:pt x="83" y="75"/>
                  </a:cubicBezTo>
                  <a:close/>
                </a:path>
              </a:pathLst>
            </a:custGeom>
            <a:solidFill>
              <a:srgbClr val="0078D7"/>
            </a:solidFill>
            <a:ln>
              <a:noFill/>
            </a:ln>
          </p:spPr>
          <p:txBody>
            <a:bodyPr vert="horz" wrap="square" lIns="87845" tIns="43921" rIns="87845" bIns="43921" numCol="1" anchor="t" anchorCtr="0" compatLnSpc="1">
              <a:prstTxWarp prst="textNoShape">
                <a:avLst/>
              </a:prstTxWarp>
            </a:bodyPr>
            <a:lstStyle/>
            <a:p>
              <a:pPr defTabSz="895999"/>
              <a:endParaRPr lang="en-US" sz="1729">
                <a:noFill/>
                <a:latin typeface="Segoe UI"/>
              </a:endParaRPr>
            </a:p>
          </p:txBody>
        </p:sp>
        <p:sp>
          <p:nvSpPr>
            <p:cNvPr id="100" name="Freeform 10"/>
            <p:cNvSpPr>
              <a:spLocks/>
            </p:cNvSpPr>
            <p:nvPr/>
          </p:nvSpPr>
          <p:spPr bwMode="auto">
            <a:xfrm>
              <a:off x="5619751" y="6292850"/>
              <a:ext cx="392113" cy="92075"/>
            </a:xfrm>
            <a:custGeom>
              <a:avLst/>
              <a:gdLst>
                <a:gd name="T0" fmla="*/ 34 w 34"/>
                <a:gd name="T1" fmla="*/ 0 h 8"/>
                <a:gd name="T2" fmla="*/ 5 w 34"/>
                <a:gd name="T3" fmla="*/ 0 h 8"/>
                <a:gd name="T4" fmla="*/ 0 w 34"/>
                <a:gd name="T5" fmla="*/ 4 h 8"/>
                <a:gd name="T6" fmla="*/ 5 w 34"/>
                <a:gd name="T7" fmla="*/ 8 h 8"/>
                <a:gd name="T8" fmla="*/ 34 w 34"/>
                <a:gd name="T9" fmla="*/ 8 h 8"/>
                <a:gd name="T10" fmla="*/ 34 w 34"/>
                <a:gd name="T11" fmla="*/ 0 h 8"/>
              </a:gdLst>
              <a:ahLst/>
              <a:cxnLst>
                <a:cxn ang="0">
                  <a:pos x="T0" y="T1"/>
                </a:cxn>
                <a:cxn ang="0">
                  <a:pos x="T2" y="T3"/>
                </a:cxn>
                <a:cxn ang="0">
                  <a:pos x="T4" y="T5"/>
                </a:cxn>
                <a:cxn ang="0">
                  <a:pos x="T6" y="T7"/>
                </a:cxn>
                <a:cxn ang="0">
                  <a:pos x="T8" y="T9"/>
                </a:cxn>
                <a:cxn ang="0">
                  <a:pos x="T10" y="T11"/>
                </a:cxn>
              </a:cxnLst>
              <a:rect l="0" t="0" r="r" b="b"/>
              <a:pathLst>
                <a:path w="34" h="8">
                  <a:moveTo>
                    <a:pt x="34" y="0"/>
                  </a:moveTo>
                  <a:cubicBezTo>
                    <a:pt x="5" y="0"/>
                    <a:pt x="5" y="0"/>
                    <a:pt x="5" y="0"/>
                  </a:cubicBezTo>
                  <a:cubicBezTo>
                    <a:pt x="2" y="0"/>
                    <a:pt x="0" y="2"/>
                    <a:pt x="0" y="4"/>
                  </a:cubicBezTo>
                  <a:cubicBezTo>
                    <a:pt x="0" y="6"/>
                    <a:pt x="2" y="8"/>
                    <a:pt x="5" y="8"/>
                  </a:cubicBezTo>
                  <a:cubicBezTo>
                    <a:pt x="34" y="8"/>
                    <a:pt x="34" y="8"/>
                    <a:pt x="34" y="8"/>
                  </a:cubicBezTo>
                  <a:lnTo>
                    <a:pt x="34" y="0"/>
                  </a:lnTo>
                  <a:close/>
                </a:path>
              </a:pathLst>
            </a:custGeom>
            <a:solidFill>
              <a:srgbClr val="00188F"/>
            </a:solidFill>
            <a:ln>
              <a:noFill/>
            </a:ln>
          </p:spPr>
          <p:txBody>
            <a:bodyPr vert="horz" wrap="square" lIns="87845" tIns="43921" rIns="87845" bIns="43921" numCol="1" anchor="t" anchorCtr="0" compatLnSpc="1">
              <a:prstTxWarp prst="textNoShape">
                <a:avLst/>
              </a:prstTxWarp>
            </a:bodyPr>
            <a:lstStyle/>
            <a:p>
              <a:pPr defTabSz="895999"/>
              <a:endParaRPr lang="en-US" sz="1729">
                <a:noFill/>
                <a:latin typeface="Segoe UI"/>
              </a:endParaRPr>
            </a:p>
          </p:txBody>
        </p:sp>
        <p:sp>
          <p:nvSpPr>
            <p:cNvPr id="101" name="Freeform 11"/>
            <p:cNvSpPr>
              <a:spLocks/>
            </p:cNvSpPr>
            <p:nvPr/>
          </p:nvSpPr>
          <p:spPr bwMode="auto">
            <a:xfrm>
              <a:off x="6427788" y="6292850"/>
              <a:ext cx="392113" cy="92075"/>
            </a:xfrm>
            <a:custGeom>
              <a:avLst/>
              <a:gdLst>
                <a:gd name="T0" fmla="*/ 30 w 34"/>
                <a:gd name="T1" fmla="*/ 0 h 8"/>
                <a:gd name="T2" fmla="*/ 0 w 34"/>
                <a:gd name="T3" fmla="*/ 0 h 8"/>
                <a:gd name="T4" fmla="*/ 0 w 34"/>
                <a:gd name="T5" fmla="*/ 8 h 8"/>
                <a:gd name="T6" fmla="*/ 30 w 34"/>
                <a:gd name="T7" fmla="*/ 8 h 8"/>
                <a:gd name="T8" fmla="*/ 34 w 34"/>
                <a:gd name="T9" fmla="*/ 4 h 8"/>
                <a:gd name="T10" fmla="*/ 30 w 34"/>
                <a:gd name="T11" fmla="*/ 0 h 8"/>
              </a:gdLst>
              <a:ahLst/>
              <a:cxnLst>
                <a:cxn ang="0">
                  <a:pos x="T0" y="T1"/>
                </a:cxn>
                <a:cxn ang="0">
                  <a:pos x="T2" y="T3"/>
                </a:cxn>
                <a:cxn ang="0">
                  <a:pos x="T4" y="T5"/>
                </a:cxn>
                <a:cxn ang="0">
                  <a:pos x="T6" y="T7"/>
                </a:cxn>
                <a:cxn ang="0">
                  <a:pos x="T8" y="T9"/>
                </a:cxn>
                <a:cxn ang="0">
                  <a:pos x="T10" y="T11"/>
                </a:cxn>
              </a:cxnLst>
              <a:rect l="0" t="0" r="r" b="b"/>
              <a:pathLst>
                <a:path w="34" h="8">
                  <a:moveTo>
                    <a:pt x="30" y="0"/>
                  </a:moveTo>
                  <a:cubicBezTo>
                    <a:pt x="0" y="0"/>
                    <a:pt x="0" y="0"/>
                    <a:pt x="0" y="0"/>
                  </a:cubicBezTo>
                  <a:cubicBezTo>
                    <a:pt x="0" y="8"/>
                    <a:pt x="0" y="8"/>
                    <a:pt x="0" y="8"/>
                  </a:cubicBezTo>
                  <a:cubicBezTo>
                    <a:pt x="30" y="8"/>
                    <a:pt x="30" y="8"/>
                    <a:pt x="30" y="8"/>
                  </a:cubicBezTo>
                  <a:cubicBezTo>
                    <a:pt x="32" y="8"/>
                    <a:pt x="34" y="6"/>
                    <a:pt x="34" y="4"/>
                  </a:cubicBezTo>
                  <a:cubicBezTo>
                    <a:pt x="34" y="2"/>
                    <a:pt x="32" y="0"/>
                    <a:pt x="30" y="0"/>
                  </a:cubicBezTo>
                  <a:close/>
                </a:path>
              </a:pathLst>
            </a:custGeom>
            <a:solidFill>
              <a:srgbClr val="00188F"/>
            </a:solidFill>
            <a:ln>
              <a:noFill/>
            </a:ln>
          </p:spPr>
          <p:txBody>
            <a:bodyPr vert="horz" wrap="square" lIns="87845" tIns="43921" rIns="87845" bIns="43921" numCol="1" anchor="t" anchorCtr="0" compatLnSpc="1">
              <a:prstTxWarp prst="textNoShape">
                <a:avLst/>
              </a:prstTxWarp>
            </a:bodyPr>
            <a:lstStyle/>
            <a:p>
              <a:pPr defTabSz="895999"/>
              <a:endParaRPr lang="en-US" sz="1729">
                <a:noFill/>
                <a:latin typeface="Segoe UI"/>
              </a:endParaRPr>
            </a:p>
          </p:txBody>
        </p:sp>
      </p:grpSp>
      <p:grpSp>
        <p:nvGrpSpPr>
          <p:cNvPr id="294" name="Group 293"/>
          <p:cNvGrpSpPr/>
          <p:nvPr/>
        </p:nvGrpSpPr>
        <p:grpSpPr>
          <a:xfrm>
            <a:off x="570273" y="2283865"/>
            <a:ext cx="2244390" cy="1877255"/>
            <a:chOff x="457200" y="2260433"/>
            <a:chExt cx="2290317" cy="1915668"/>
          </a:xfrm>
        </p:grpSpPr>
        <p:sp>
          <p:nvSpPr>
            <p:cNvPr id="67" name="Rectangle 66"/>
            <p:cNvSpPr/>
            <p:nvPr/>
          </p:nvSpPr>
          <p:spPr>
            <a:xfrm>
              <a:off x="457200" y="3466393"/>
              <a:ext cx="2290317" cy="709708"/>
            </a:xfrm>
            <a:prstGeom prst="rect">
              <a:avLst/>
            </a:prstGeom>
          </p:spPr>
          <p:txBody>
            <a:bodyPr wrap="square">
              <a:spAutoFit/>
            </a:bodyPr>
            <a:lstStyle/>
            <a:p>
              <a:pPr algn="ctr" defTabSz="895999"/>
              <a:r>
                <a:rPr lang="en-US" sz="1921" dirty="0">
                  <a:gradFill>
                    <a:gsLst>
                      <a:gs pos="28319">
                        <a:srgbClr val="000000"/>
                      </a:gs>
                      <a:gs pos="52212">
                        <a:srgbClr val="000000"/>
                      </a:gs>
                    </a:gsLst>
                    <a:lin ang="5400000" scaled="0"/>
                  </a:gradFill>
                  <a:latin typeface="Segoe UI"/>
                </a:rPr>
                <a:t>E-mail </a:t>
              </a:r>
              <a:br>
                <a:rPr lang="en-US" sz="1921" dirty="0">
                  <a:gradFill>
                    <a:gsLst>
                      <a:gs pos="28319">
                        <a:srgbClr val="000000"/>
                      </a:gs>
                      <a:gs pos="52212">
                        <a:srgbClr val="000000"/>
                      </a:gs>
                    </a:gsLst>
                    <a:lin ang="5400000" scaled="0"/>
                  </a:gradFill>
                  <a:latin typeface="Segoe UI"/>
                </a:rPr>
              </a:br>
              <a:r>
                <a:rPr lang="en-US" sz="1921" dirty="0">
                  <a:gradFill>
                    <a:gsLst>
                      <a:gs pos="28319">
                        <a:srgbClr val="000000"/>
                      </a:gs>
                      <a:gs pos="52212">
                        <a:srgbClr val="000000"/>
                      </a:gs>
                    </a:gsLst>
                    <a:lin ang="5400000" scaled="0"/>
                  </a:gradFill>
                  <a:latin typeface="Segoe UI"/>
                </a:rPr>
                <a:t>Newsletters</a:t>
              </a:r>
            </a:p>
          </p:txBody>
        </p:sp>
        <p:grpSp>
          <p:nvGrpSpPr>
            <p:cNvPr id="293" name="Group 292"/>
            <p:cNvGrpSpPr/>
            <p:nvPr/>
          </p:nvGrpSpPr>
          <p:grpSpPr>
            <a:xfrm>
              <a:off x="746844" y="2260433"/>
              <a:ext cx="1711028" cy="991002"/>
              <a:chOff x="860785" y="2260433"/>
              <a:chExt cx="1711028" cy="991002"/>
            </a:xfrm>
          </p:grpSpPr>
          <p:grpSp>
            <p:nvGrpSpPr>
              <p:cNvPr id="63" name="Group 62"/>
              <p:cNvGrpSpPr/>
              <p:nvPr/>
            </p:nvGrpSpPr>
            <p:grpSpPr>
              <a:xfrm>
                <a:off x="860785" y="2260433"/>
                <a:ext cx="1711028" cy="991002"/>
                <a:chOff x="506413" y="1770063"/>
                <a:chExt cx="2105025" cy="1219200"/>
              </a:xfrm>
            </p:grpSpPr>
            <p:sp>
              <p:nvSpPr>
                <p:cNvPr id="59" name="Rectangle 20"/>
                <p:cNvSpPr>
                  <a:spLocks noChangeArrowheads="1"/>
                </p:cNvSpPr>
                <p:nvPr/>
              </p:nvSpPr>
              <p:spPr bwMode="auto">
                <a:xfrm>
                  <a:off x="758825" y="1770063"/>
                  <a:ext cx="1624012" cy="1120775"/>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endParaRPr lang="en-US" sz="1729">
                    <a:gradFill>
                      <a:gsLst>
                        <a:gs pos="28319">
                          <a:srgbClr val="000000"/>
                        </a:gs>
                        <a:gs pos="52212">
                          <a:srgbClr val="000000"/>
                        </a:gs>
                      </a:gsLst>
                      <a:lin ang="5400000" scaled="0"/>
                    </a:gradFill>
                    <a:latin typeface="Segoe UI"/>
                  </a:endParaRPr>
                </a:p>
              </p:txBody>
            </p:sp>
            <p:sp>
              <p:nvSpPr>
                <p:cNvPr id="60" name="Oval 21"/>
                <p:cNvSpPr>
                  <a:spLocks noChangeArrowheads="1"/>
                </p:cNvSpPr>
                <p:nvPr/>
              </p:nvSpPr>
              <p:spPr bwMode="auto">
                <a:xfrm>
                  <a:off x="1552575" y="1793876"/>
                  <a:ext cx="36512" cy="36513"/>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endParaRPr lang="en-US" sz="1729">
                    <a:gradFill>
                      <a:gsLst>
                        <a:gs pos="28319">
                          <a:srgbClr val="000000"/>
                        </a:gs>
                        <a:gs pos="52212">
                          <a:srgbClr val="000000"/>
                        </a:gs>
                      </a:gsLst>
                      <a:lin ang="5400000" scaled="0"/>
                    </a:gradFill>
                    <a:latin typeface="Segoe UI"/>
                  </a:endParaRPr>
                </a:p>
              </p:txBody>
            </p:sp>
            <p:sp>
              <p:nvSpPr>
                <p:cNvPr id="61" name="Rectangle 22"/>
                <p:cNvSpPr>
                  <a:spLocks noChangeArrowheads="1"/>
                </p:cNvSpPr>
                <p:nvPr/>
              </p:nvSpPr>
              <p:spPr bwMode="auto">
                <a:xfrm>
                  <a:off x="819150" y="1855788"/>
                  <a:ext cx="1514475" cy="987425"/>
                </a:xfrm>
                <a:prstGeom prst="rect">
                  <a:avLst/>
                </a:prstGeom>
                <a:solidFill>
                  <a:srgbClr val="5C2D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endParaRPr lang="en-US" sz="1729">
                    <a:gradFill>
                      <a:gsLst>
                        <a:gs pos="28319">
                          <a:srgbClr val="000000"/>
                        </a:gs>
                        <a:gs pos="52212">
                          <a:srgbClr val="000000"/>
                        </a:gs>
                      </a:gsLst>
                      <a:lin ang="5400000" scaled="0"/>
                    </a:gradFill>
                    <a:latin typeface="Segoe UI"/>
                  </a:endParaRPr>
                </a:p>
              </p:txBody>
            </p:sp>
            <p:sp>
              <p:nvSpPr>
                <p:cNvPr id="62" name="Freeform 23"/>
                <p:cNvSpPr>
                  <a:spLocks/>
                </p:cNvSpPr>
                <p:nvPr/>
              </p:nvSpPr>
              <p:spPr bwMode="auto">
                <a:xfrm>
                  <a:off x="506413" y="2903538"/>
                  <a:ext cx="2105025" cy="85725"/>
                </a:xfrm>
                <a:custGeom>
                  <a:avLst/>
                  <a:gdLst>
                    <a:gd name="T0" fmla="*/ 0 w 175"/>
                    <a:gd name="T1" fmla="*/ 0 h 7"/>
                    <a:gd name="T2" fmla="*/ 0 w 175"/>
                    <a:gd name="T3" fmla="*/ 1 h 7"/>
                    <a:gd name="T4" fmla="*/ 7 w 175"/>
                    <a:gd name="T5" fmla="*/ 7 h 7"/>
                    <a:gd name="T6" fmla="*/ 168 w 175"/>
                    <a:gd name="T7" fmla="*/ 7 h 7"/>
                    <a:gd name="T8" fmla="*/ 175 w 175"/>
                    <a:gd name="T9" fmla="*/ 1 h 7"/>
                    <a:gd name="T10" fmla="*/ 175 w 175"/>
                    <a:gd name="T11" fmla="*/ 0 h 7"/>
                    <a:gd name="T12" fmla="*/ 0 w 175"/>
                    <a:gd name="T13" fmla="*/ 0 h 7"/>
                  </a:gdLst>
                  <a:ahLst/>
                  <a:cxnLst>
                    <a:cxn ang="0">
                      <a:pos x="T0" y="T1"/>
                    </a:cxn>
                    <a:cxn ang="0">
                      <a:pos x="T2" y="T3"/>
                    </a:cxn>
                    <a:cxn ang="0">
                      <a:pos x="T4" y="T5"/>
                    </a:cxn>
                    <a:cxn ang="0">
                      <a:pos x="T6" y="T7"/>
                    </a:cxn>
                    <a:cxn ang="0">
                      <a:pos x="T8" y="T9"/>
                    </a:cxn>
                    <a:cxn ang="0">
                      <a:pos x="T10" y="T11"/>
                    </a:cxn>
                    <a:cxn ang="0">
                      <a:pos x="T12" y="T13"/>
                    </a:cxn>
                  </a:cxnLst>
                  <a:rect l="0" t="0" r="r" b="b"/>
                  <a:pathLst>
                    <a:path w="175" h="7">
                      <a:moveTo>
                        <a:pt x="0" y="0"/>
                      </a:moveTo>
                      <a:cubicBezTo>
                        <a:pt x="0" y="1"/>
                        <a:pt x="0" y="1"/>
                        <a:pt x="0" y="1"/>
                      </a:cubicBezTo>
                      <a:cubicBezTo>
                        <a:pt x="0" y="4"/>
                        <a:pt x="3" y="7"/>
                        <a:pt x="7" y="7"/>
                      </a:cubicBezTo>
                      <a:cubicBezTo>
                        <a:pt x="168" y="7"/>
                        <a:pt x="168" y="7"/>
                        <a:pt x="168" y="7"/>
                      </a:cubicBezTo>
                      <a:cubicBezTo>
                        <a:pt x="172" y="7"/>
                        <a:pt x="175" y="4"/>
                        <a:pt x="175" y="1"/>
                      </a:cubicBezTo>
                      <a:cubicBezTo>
                        <a:pt x="175" y="0"/>
                        <a:pt x="175" y="0"/>
                        <a:pt x="175" y="0"/>
                      </a:cubicBezTo>
                      <a:lnTo>
                        <a:pt x="0" y="0"/>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endParaRPr lang="en-US" sz="1729">
                    <a:gradFill>
                      <a:gsLst>
                        <a:gs pos="28319">
                          <a:srgbClr val="000000"/>
                        </a:gs>
                        <a:gs pos="52212">
                          <a:srgbClr val="000000"/>
                        </a:gs>
                      </a:gsLst>
                      <a:lin ang="5400000" scaled="0"/>
                    </a:gradFill>
                    <a:latin typeface="Segoe UI"/>
                  </a:endParaRPr>
                </a:p>
              </p:txBody>
            </p:sp>
          </p:grpSp>
          <p:sp>
            <p:nvSpPr>
              <p:cNvPr id="2" name="Rectangle 1"/>
              <p:cNvSpPr/>
              <p:nvPr/>
            </p:nvSpPr>
            <p:spPr bwMode="auto">
              <a:xfrm>
                <a:off x="1416844" y="2379232"/>
                <a:ext cx="846536" cy="73958"/>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06" tIns="89606" rIns="33606" bIns="33606" rtlCol="0" anchor="b" anchorCtr="0"/>
              <a:lstStyle/>
              <a:p>
                <a:pPr algn="ctr" defTabSz="913676"/>
                <a:endParaRPr lang="en-US" sz="784" dirty="0">
                  <a:gradFill>
                    <a:gsLst>
                      <a:gs pos="28319">
                        <a:srgbClr val="000000"/>
                      </a:gs>
                      <a:gs pos="52212">
                        <a:srgbClr val="000000"/>
                      </a:gs>
                    </a:gsLst>
                    <a:lin ang="5400000" scaled="0"/>
                  </a:gradFill>
                  <a:latin typeface="Segoe UI"/>
                  <a:ea typeface="Segoe UI" pitchFamily="34" charset="0"/>
                  <a:cs typeface="Segoe UI" pitchFamily="34" charset="0"/>
                </a:endParaRPr>
              </a:p>
            </p:txBody>
          </p:sp>
          <p:cxnSp>
            <p:nvCxnSpPr>
              <p:cNvPr id="5" name="Straight Connector 4"/>
              <p:cNvCxnSpPr/>
              <p:nvPr/>
            </p:nvCxnSpPr>
            <p:spPr>
              <a:xfrm>
                <a:off x="1416844" y="2530614"/>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a:off x="1416844" y="2608038"/>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a:off x="1416844" y="2685462"/>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1416844" y="2762886"/>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6" name="Rectangle 105"/>
              <p:cNvSpPr/>
              <p:nvPr/>
            </p:nvSpPr>
            <p:spPr bwMode="auto">
              <a:xfrm>
                <a:off x="1142807" y="2375321"/>
                <a:ext cx="234036" cy="73958"/>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06" tIns="89606" rIns="33606" bIns="33606" rtlCol="0" anchor="b" anchorCtr="0"/>
              <a:lstStyle/>
              <a:p>
                <a:pPr algn="ctr" defTabSz="913676"/>
                <a:endParaRPr lang="en-US" sz="784" dirty="0">
                  <a:gradFill>
                    <a:gsLst>
                      <a:gs pos="28319">
                        <a:srgbClr val="000000"/>
                      </a:gs>
                      <a:gs pos="52212">
                        <a:srgbClr val="000000"/>
                      </a:gs>
                    </a:gsLst>
                    <a:lin ang="5400000" scaled="0"/>
                  </a:gradFill>
                  <a:latin typeface="Segoe UI"/>
                  <a:ea typeface="Segoe UI" pitchFamily="34" charset="0"/>
                  <a:cs typeface="Segoe UI" pitchFamily="34" charset="0"/>
                </a:endParaRPr>
              </a:p>
            </p:txBody>
          </p:sp>
          <p:sp>
            <p:nvSpPr>
              <p:cNvPr id="107" name="Rectangle 106"/>
              <p:cNvSpPr/>
              <p:nvPr/>
            </p:nvSpPr>
            <p:spPr bwMode="auto">
              <a:xfrm>
                <a:off x="1142807" y="2469924"/>
                <a:ext cx="234036" cy="614564"/>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lIns="89606" tIns="89606" rIns="33606" bIns="33606" rtlCol="0" anchor="b" anchorCtr="0"/>
              <a:lstStyle/>
              <a:p>
                <a:pPr algn="ctr" defTabSz="913676"/>
                <a:endParaRPr lang="en-US" sz="784" dirty="0">
                  <a:gradFill>
                    <a:gsLst>
                      <a:gs pos="28319">
                        <a:srgbClr val="000000"/>
                      </a:gs>
                      <a:gs pos="52212">
                        <a:srgbClr val="000000"/>
                      </a:gs>
                    </a:gsLst>
                    <a:lin ang="5400000" scaled="0"/>
                  </a:gradFill>
                  <a:latin typeface="Segoe UI"/>
                  <a:ea typeface="Segoe UI" pitchFamily="34" charset="0"/>
                  <a:cs typeface="Segoe UI" pitchFamily="34" charset="0"/>
                </a:endParaRPr>
              </a:p>
            </p:txBody>
          </p:sp>
          <p:cxnSp>
            <p:nvCxnSpPr>
              <p:cNvPr id="108" name="Straight Connector 107"/>
              <p:cNvCxnSpPr/>
              <p:nvPr/>
            </p:nvCxnSpPr>
            <p:spPr>
              <a:xfrm>
                <a:off x="1416844" y="2840310"/>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a:off x="1416844" y="2917734"/>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1416844" y="2995158"/>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a:off x="1416844" y="3072583"/>
                <a:ext cx="846536" cy="0"/>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grpSp>
      </p:grpSp>
      <p:grpSp>
        <p:nvGrpSpPr>
          <p:cNvPr id="297" name="Group 296"/>
          <p:cNvGrpSpPr/>
          <p:nvPr/>
        </p:nvGrpSpPr>
        <p:grpSpPr>
          <a:xfrm>
            <a:off x="3338415" y="2305812"/>
            <a:ext cx="1578195" cy="2156889"/>
            <a:chOff x="3320378" y="2282825"/>
            <a:chExt cx="1610489" cy="2201025"/>
          </a:xfrm>
        </p:grpSpPr>
        <p:sp>
          <p:nvSpPr>
            <p:cNvPr id="1041" name="Rectangle 1040"/>
            <p:cNvSpPr/>
            <p:nvPr/>
          </p:nvSpPr>
          <p:spPr>
            <a:xfrm>
              <a:off x="3320378" y="3466393"/>
              <a:ext cx="1610489" cy="1017457"/>
            </a:xfrm>
            <a:prstGeom prst="rect">
              <a:avLst/>
            </a:prstGeom>
          </p:spPr>
          <p:txBody>
            <a:bodyPr wrap="square">
              <a:spAutoFit/>
            </a:bodyPr>
            <a:lstStyle/>
            <a:p>
              <a:pPr algn="ctr" defTabSz="895999"/>
              <a:r>
                <a:rPr lang="en-US" sz="1921" dirty="0">
                  <a:gradFill>
                    <a:gsLst>
                      <a:gs pos="28319">
                        <a:srgbClr val="000000"/>
                      </a:gs>
                      <a:gs pos="52212">
                        <a:srgbClr val="000000"/>
                      </a:gs>
                    </a:gsLst>
                    <a:lin ang="5400000" scaled="0"/>
                  </a:gradFill>
                  <a:latin typeface="Segoe UI"/>
                </a:rPr>
                <a:t>Free Developer Subscription</a:t>
              </a:r>
            </a:p>
          </p:txBody>
        </p:sp>
        <p:grpSp>
          <p:nvGrpSpPr>
            <p:cNvPr id="1130" name="Group 1129"/>
            <p:cNvGrpSpPr/>
            <p:nvPr/>
          </p:nvGrpSpPr>
          <p:grpSpPr>
            <a:xfrm>
              <a:off x="3376613" y="2282825"/>
              <a:ext cx="1422401" cy="1065213"/>
              <a:chOff x="3376613" y="2282825"/>
              <a:chExt cx="1422401" cy="1065213"/>
            </a:xfrm>
          </p:grpSpPr>
          <p:sp>
            <p:nvSpPr>
              <p:cNvPr id="24" name="Freeform 7"/>
              <p:cNvSpPr>
                <a:spLocks/>
              </p:cNvSpPr>
              <p:nvPr/>
            </p:nvSpPr>
            <p:spPr bwMode="auto">
              <a:xfrm>
                <a:off x="3376613" y="2741613"/>
                <a:ext cx="419100" cy="555625"/>
              </a:xfrm>
              <a:custGeom>
                <a:avLst/>
                <a:gdLst>
                  <a:gd name="T0" fmla="*/ 0 w 139"/>
                  <a:gd name="T1" fmla="*/ 184 h 184"/>
                  <a:gd name="T2" fmla="*/ 34 w 139"/>
                  <a:gd name="T3" fmla="*/ 116 h 184"/>
                  <a:gd name="T4" fmla="*/ 30 w 139"/>
                  <a:gd name="T5" fmla="*/ 90 h 184"/>
                  <a:gd name="T6" fmla="*/ 30 w 139"/>
                  <a:gd name="T7" fmla="*/ 58 h 184"/>
                  <a:gd name="T8" fmla="*/ 81 w 139"/>
                  <a:gd name="T9" fmla="*/ 0 h 184"/>
                  <a:gd name="T10" fmla="*/ 139 w 139"/>
                  <a:gd name="T11" fmla="*/ 58 h 184"/>
                  <a:gd name="T12" fmla="*/ 139 w 139"/>
                  <a:gd name="T13" fmla="*/ 90 h 184"/>
                  <a:gd name="T14" fmla="*/ 106 w 139"/>
                  <a:gd name="T15" fmla="*/ 142 h 184"/>
                  <a:gd name="T16" fmla="*/ 94 w 139"/>
                  <a:gd name="T17" fmla="*/ 184 h 184"/>
                  <a:gd name="T18" fmla="*/ 0 w 139"/>
                  <a:gd name="T19" fmla="*/ 18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84">
                    <a:moveTo>
                      <a:pt x="0" y="184"/>
                    </a:moveTo>
                    <a:cubicBezTo>
                      <a:pt x="34" y="116"/>
                      <a:pt x="34" y="116"/>
                      <a:pt x="34" y="116"/>
                    </a:cubicBezTo>
                    <a:cubicBezTo>
                      <a:pt x="31" y="108"/>
                      <a:pt x="30" y="99"/>
                      <a:pt x="30" y="90"/>
                    </a:cubicBezTo>
                    <a:cubicBezTo>
                      <a:pt x="30" y="58"/>
                      <a:pt x="30" y="58"/>
                      <a:pt x="30" y="58"/>
                    </a:cubicBezTo>
                    <a:cubicBezTo>
                      <a:pt x="30" y="26"/>
                      <a:pt x="48" y="0"/>
                      <a:pt x="81" y="0"/>
                    </a:cubicBezTo>
                    <a:cubicBezTo>
                      <a:pt x="113" y="0"/>
                      <a:pt x="139" y="26"/>
                      <a:pt x="139" y="58"/>
                    </a:cubicBezTo>
                    <a:cubicBezTo>
                      <a:pt x="139" y="90"/>
                      <a:pt x="139" y="90"/>
                      <a:pt x="139" y="90"/>
                    </a:cubicBezTo>
                    <a:cubicBezTo>
                      <a:pt x="139" y="113"/>
                      <a:pt x="126" y="133"/>
                      <a:pt x="106" y="142"/>
                    </a:cubicBezTo>
                    <a:cubicBezTo>
                      <a:pt x="94" y="184"/>
                      <a:pt x="94" y="184"/>
                      <a:pt x="94" y="184"/>
                    </a:cubicBezTo>
                    <a:lnTo>
                      <a:pt x="0" y="184"/>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25" name="Freeform 8"/>
              <p:cNvSpPr>
                <a:spLocks/>
              </p:cNvSpPr>
              <p:nvPr/>
            </p:nvSpPr>
            <p:spPr bwMode="auto">
              <a:xfrm>
                <a:off x="3533776" y="2282825"/>
                <a:ext cx="1238250" cy="773113"/>
              </a:xfrm>
              <a:custGeom>
                <a:avLst/>
                <a:gdLst>
                  <a:gd name="T0" fmla="*/ 411 w 411"/>
                  <a:gd name="T1" fmla="*/ 250 h 256"/>
                  <a:gd name="T2" fmla="*/ 406 w 411"/>
                  <a:gd name="T3" fmla="*/ 256 h 256"/>
                  <a:gd name="T4" fmla="*/ 6 w 411"/>
                  <a:gd name="T5" fmla="*/ 256 h 256"/>
                  <a:gd name="T6" fmla="*/ 0 w 411"/>
                  <a:gd name="T7" fmla="*/ 250 h 256"/>
                  <a:gd name="T8" fmla="*/ 0 w 411"/>
                  <a:gd name="T9" fmla="*/ 6 h 256"/>
                  <a:gd name="T10" fmla="*/ 6 w 411"/>
                  <a:gd name="T11" fmla="*/ 0 h 256"/>
                  <a:gd name="T12" fmla="*/ 406 w 411"/>
                  <a:gd name="T13" fmla="*/ 0 h 256"/>
                  <a:gd name="T14" fmla="*/ 411 w 411"/>
                  <a:gd name="T15" fmla="*/ 6 h 256"/>
                  <a:gd name="T16" fmla="*/ 411 w 411"/>
                  <a:gd name="T17" fmla="*/ 25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1" h="256">
                    <a:moveTo>
                      <a:pt x="411" y="250"/>
                    </a:moveTo>
                    <a:cubicBezTo>
                      <a:pt x="411" y="253"/>
                      <a:pt x="409" y="256"/>
                      <a:pt x="406" y="256"/>
                    </a:cubicBezTo>
                    <a:cubicBezTo>
                      <a:pt x="6" y="256"/>
                      <a:pt x="6" y="256"/>
                      <a:pt x="6" y="256"/>
                    </a:cubicBezTo>
                    <a:cubicBezTo>
                      <a:pt x="3" y="256"/>
                      <a:pt x="0" y="253"/>
                      <a:pt x="0" y="250"/>
                    </a:cubicBezTo>
                    <a:cubicBezTo>
                      <a:pt x="0" y="6"/>
                      <a:pt x="0" y="6"/>
                      <a:pt x="0" y="6"/>
                    </a:cubicBezTo>
                    <a:cubicBezTo>
                      <a:pt x="0" y="3"/>
                      <a:pt x="3" y="0"/>
                      <a:pt x="6" y="0"/>
                    </a:cubicBezTo>
                    <a:cubicBezTo>
                      <a:pt x="406" y="0"/>
                      <a:pt x="406" y="0"/>
                      <a:pt x="406" y="0"/>
                    </a:cubicBezTo>
                    <a:cubicBezTo>
                      <a:pt x="409" y="0"/>
                      <a:pt x="411" y="3"/>
                      <a:pt x="411" y="6"/>
                    </a:cubicBezTo>
                    <a:lnTo>
                      <a:pt x="411" y="2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26" name="Freeform 9"/>
              <p:cNvSpPr>
                <a:spLocks/>
              </p:cNvSpPr>
              <p:nvPr/>
            </p:nvSpPr>
            <p:spPr bwMode="auto">
              <a:xfrm>
                <a:off x="3630613" y="2376488"/>
                <a:ext cx="1047750" cy="579438"/>
              </a:xfrm>
              <a:custGeom>
                <a:avLst/>
                <a:gdLst>
                  <a:gd name="T0" fmla="*/ 348 w 348"/>
                  <a:gd name="T1" fmla="*/ 187 h 192"/>
                  <a:gd name="T2" fmla="*/ 343 w 348"/>
                  <a:gd name="T3" fmla="*/ 192 h 192"/>
                  <a:gd name="T4" fmla="*/ 5 w 348"/>
                  <a:gd name="T5" fmla="*/ 192 h 192"/>
                  <a:gd name="T6" fmla="*/ 0 w 348"/>
                  <a:gd name="T7" fmla="*/ 187 h 192"/>
                  <a:gd name="T8" fmla="*/ 0 w 348"/>
                  <a:gd name="T9" fmla="*/ 5 h 192"/>
                  <a:gd name="T10" fmla="*/ 5 w 348"/>
                  <a:gd name="T11" fmla="*/ 0 h 192"/>
                  <a:gd name="T12" fmla="*/ 343 w 348"/>
                  <a:gd name="T13" fmla="*/ 0 h 192"/>
                  <a:gd name="T14" fmla="*/ 348 w 348"/>
                  <a:gd name="T15" fmla="*/ 5 h 192"/>
                  <a:gd name="T16" fmla="*/ 348 w 348"/>
                  <a:gd name="T17" fmla="*/ 187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8" h="192">
                    <a:moveTo>
                      <a:pt x="348" y="187"/>
                    </a:moveTo>
                    <a:cubicBezTo>
                      <a:pt x="348" y="190"/>
                      <a:pt x="345" y="192"/>
                      <a:pt x="343" y="192"/>
                    </a:cubicBezTo>
                    <a:cubicBezTo>
                      <a:pt x="5" y="192"/>
                      <a:pt x="5" y="192"/>
                      <a:pt x="5" y="192"/>
                    </a:cubicBezTo>
                    <a:cubicBezTo>
                      <a:pt x="2" y="192"/>
                      <a:pt x="0" y="190"/>
                      <a:pt x="0" y="187"/>
                    </a:cubicBezTo>
                    <a:cubicBezTo>
                      <a:pt x="0" y="5"/>
                      <a:pt x="0" y="5"/>
                      <a:pt x="0" y="5"/>
                    </a:cubicBezTo>
                    <a:cubicBezTo>
                      <a:pt x="0" y="2"/>
                      <a:pt x="2" y="0"/>
                      <a:pt x="5" y="0"/>
                    </a:cubicBezTo>
                    <a:cubicBezTo>
                      <a:pt x="343" y="0"/>
                      <a:pt x="343" y="0"/>
                      <a:pt x="343" y="0"/>
                    </a:cubicBezTo>
                    <a:cubicBezTo>
                      <a:pt x="345" y="0"/>
                      <a:pt x="348" y="2"/>
                      <a:pt x="348" y="5"/>
                    </a:cubicBezTo>
                    <a:lnTo>
                      <a:pt x="348" y="187"/>
                    </a:lnTo>
                    <a:close/>
                  </a:path>
                </a:pathLst>
              </a:custGeom>
              <a:solidFill>
                <a:srgbClr val="BAD80A"/>
              </a:solidFill>
              <a:ln>
                <a:noFill/>
              </a:ln>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098" name="Freeform 161"/>
              <p:cNvSpPr>
                <a:spLocks/>
              </p:cNvSpPr>
              <p:nvPr/>
            </p:nvSpPr>
            <p:spPr bwMode="auto">
              <a:xfrm>
                <a:off x="3467101" y="2659063"/>
                <a:ext cx="144463" cy="157163"/>
              </a:xfrm>
              <a:custGeom>
                <a:avLst/>
                <a:gdLst>
                  <a:gd name="T0" fmla="*/ 43 w 48"/>
                  <a:gd name="T1" fmla="*/ 9 h 52"/>
                  <a:gd name="T2" fmla="*/ 43 w 48"/>
                  <a:gd name="T3" fmla="*/ 26 h 52"/>
                  <a:gd name="T4" fmla="*/ 22 w 48"/>
                  <a:gd name="T5" fmla="*/ 47 h 52"/>
                  <a:gd name="T6" fmla="*/ 5 w 48"/>
                  <a:gd name="T7" fmla="*/ 47 h 52"/>
                  <a:gd name="T8" fmla="*/ 5 w 48"/>
                  <a:gd name="T9" fmla="*/ 30 h 52"/>
                  <a:gd name="T10" fmla="*/ 35 w 48"/>
                  <a:gd name="T11" fmla="*/ 0 h 52"/>
                  <a:gd name="T12" fmla="*/ 43 w 48"/>
                  <a:gd name="T13" fmla="*/ 9 h 52"/>
                </a:gdLst>
                <a:ahLst/>
                <a:cxnLst>
                  <a:cxn ang="0">
                    <a:pos x="T0" y="T1"/>
                  </a:cxn>
                  <a:cxn ang="0">
                    <a:pos x="T2" y="T3"/>
                  </a:cxn>
                  <a:cxn ang="0">
                    <a:pos x="T4" y="T5"/>
                  </a:cxn>
                  <a:cxn ang="0">
                    <a:pos x="T6" y="T7"/>
                  </a:cxn>
                  <a:cxn ang="0">
                    <a:pos x="T8" y="T9"/>
                  </a:cxn>
                  <a:cxn ang="0">
                    <a:pos x="T10" y="T11"/>
                  </a:cxn>
                  <a:cxn ang="0">
                    <a:pos x="T12" y="T13"/>
                  </a:cxn>
                </a:cxnLst>
                <a:rect l="0" t="0" r="r" b="b"/>
                <a:pathLst>
                  <a:path w="48" h="52">
                    <a:moveTo>
                      <a:pt x="43" y="9"/>
                    </a:moveTo>
                    <a:cubicBezTo>
                      <a:pt x="48" y="14"/>
                      <a:pt x="48" y="21"/>
                      <a:pt x="43" y="26"/>
                    </a:cubicBezTo>
                    <a:cubicBezTo>
                      <a:pt x="22" y="47"/>
                      <a:pt x="22" y="47"/>
                      <a:pt x="22" y="47"/>
                    </a:cubicBezTo>
                    <a:cubicBezTo>
                      <a:pt x="17" y="52"/>
                      <a:pt x="9" y="52"/>
                      <a:pt x="5" y="47"/>
                    </a:cubicBezTo>
                    <a:cubicBezTo>
                      <a:pt x="0" y="43"/>
                      <a:pt x="0" y="35"/>
                      <a:pt x="5" y="30"/>
                    </a:cubicBezTo>
                    <a:cubicBezTo>
                      <a:pt x="35" y="0"/>
                      <a:pt x="35" y="0"/>
                      <a:pt x="35" y="0"/>
                    </a:cubicBezTo>
                    <a:lnTo>
                      <a:pt x="43" y="9"/>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099" name="Freeform 162"/>
              <p:cNvSpPr>
                <a:spLocks/>
              </p:cNvSpPr>
              <p:nvPr/>
            </p:nvSpPr>
            <p:spPr bwMode="auto">
              <a:xfrm>
                <a:off x="3467101" y="2732088"/>
                <a:ext cx="87313" cy="220663"/>
              </a:xfrm>
              <a:custGeom>
                <a:avLst/>
                <a:gdLst>
                  <a:gd name="T0" fmla="*/ 0 w 29"/>
                  <a:gd name="T1" fmla="*/ 55 h 73"/>
                  <a:gd name="T2" fmla="*/ 15 w 29"/>
                  <a:gd name="T3" fmla="*/ 70 h 73"/>
                  <a:gd name="T4" fmla="*/ 15 w 29"/>
                  <a:gd name="T5" fmla="*/ 70 h 73"/>
                  <a:gd name="T6" fmla="*/ 29 w 29"/>
                  <a:gd name="T7" fmla="*/ 65 h 73"/>
                  <a:gd name="T8" fmla="*/ 29 w 29"/>
                  <a:gd name="T9" fmla="*/ 8 h 73"/>
                  <a:gd name="T10" fmla="*/ 15 w 29"/>
                  <a:gd name="T11" fmla="*/ 3 h 73"/>
                  <a:gd name="T12" fmla="*/ 15 w 29"/>
                  <a:gd name="T13" fmla="*/ 3 h 73"/>
                  <a:gd name="T14" fmla="*/ 0 w 29"/>
                  <a:gd name="T15" fmla="*/ 18 h 73"/>
                  <a:gd name="T16" fmla="*/ 0 w 29"/>
                  <a:gd name="T17" fmla="*/ 5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73">
                    <a:moveTo>
                      <a:pt x="0" y="55"/>
                    </a:moveTo>
                    <a:cubicBezTo>
                      <a:pt x="0" y="63"/>
                      <a:pt x="6" y="70"/>
                      <a:pt x="15" y="70"/>
                    </a:cubicBezTo>
                    <a:cubicBezTo>
                      <a:pt x="15" y="70"/>
                      <a:pt x="15" y="70"/>
                      <a:pt x="15" y="70"/>
                    </a:cubicBezTo>
                    <a:cubicBezTo>
                      <a:pt x="23" y="70"/>
                      <a:pt x="29" y="73"/>
                      <a:pt x="29" y="65"/>
                    </a:cubicBezTo>
                    <a:cubicBezTo>
                      <a:pt x="29" y="8"/>
                      <a:pt x="29" y="8"/>
                      <a:pt x="29" y="8"/>
                    </a:cubicBezTo>
                    <a:cubicBezTo>
                      <a:pt x="29" y="0"/>
                      <a:pt x="23" y="3"/>
                      <a:pt x="15" y="3"/>
                    </a:cubicBezTo>
                    <a:cubicBezTo>
                      <a:pt x="15" y="3"/>
                      <a:pt x="15" y="3"/>
                      <a:pt x="15" y="3"/>
                    </a:cubicBezTo>
                    <a:cubicBezTo>
                      <a:pt x="6" y="3"/>
                      <a:pt x="0" y="9"/>
                      <a:pt x="0" y="18"/>
                    </a:cubicBezTo>
                    <a:lnTo>
                      <a:pt x="0" y="55"/>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00" name="Freeform 163"/>
              <p:cNvSpPr>
                <a:spLocks/>
              </p:cNvSpPr>
              <p:nvPr/>
            </p:nvSpPr>
            <p:spPr bwMode="auto">
              <a:xfrm>
                <a:off x="3540126" y="2659063"/>
                <a:ext cx="41275" cy="36513"/>
              </a:xfrm>
              <a:custGeom>
                <a:avLst/>
                <a:gdLst>
                  <a:gd name="T0" fmla="*/ 11 w 14"/>
                  <a:gd name="T1" fmla="*/ 0 h 12"/>
                  <a:gd name="T2" fmla="*/ 14 w 14"/>
                  <a:gd name="T3" fmla="*/ 3 h 12"/>
                  <a:gd name="T4" fmla="*/ 9 w 14"/>
                  <a:gd name="T5" fmla="*/ 8 h 12"/>
                  <a:gd name="T6" fmla="*/ 0 w 14"/>
                  <a:gd name="T7" fmla="*/ 11 h 12"/>
                  <a:gd name="T8" fmla="*/ 11 w 14"/>
                  <a:gd name="T9" fmla="*/ 0 h 12"/>
                </a:gdLst>
                <a:ahLst/>
                <a:cxnLst>
                  <a:cxn ang="0">
                    <a:pos x="T0" y="T1"/>
                  </a:cxn>
                  <a:cxn ang="0">
                    <a:pos x="T2" y="T3"/>
                  </a:cxn>
                  <a:cxn ang="0">
                    <a:pos x="T4" y="T5"/>
                  </a:cxn>
                  <a:cxn ang="0">
                    <a:pos x="T6" y="T7"/>
                  </a:cxn>
                  <a:cxn ang="0">
                    <a:pos x="T8" y="T9"/>
                  </a:cxn>
                </a:cxnLst>
                <a:rect l="0" t="0" r="r" b="b"/>
                <a:pathLst>
                  <a:path w="14" h="12">
                    <a:moveTo>
                      <a:pt x="11" y="0"/>
                    </a:moveTo>
                    <a:cubicBezTo>
                      <a:pt x="14" y="3"/>
                      <a:pt x="14" y="3"/>
                      <a:pt x="14" y="3"/>
                    </a:cubicBezTo>
                    <a:cubicBezTo>
                      <a:pt x="9" y="8"/>
                      <a:pt x="9" y="8"/>
                      <a:pt x="9" y="8"/>
                    </a:cubicBezTo>
                    <a:cubicBezTo>
                      <a:pt x="7" y="11"/>
                      <a:pt x="3" y="12"/>
                      <a:pt x="0" y="11"/>
                    </a:cubicBezTo>
                    <a:lnTo>
                      <a:pt x="11" y="0"/>
                    </a:lnTo>
                    <a:close/>
                  </a:path>
                </a:pathLst>
              </a:custGeom>
              <a:solidFill>
                <a:srgbClr val="EFD9C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01" name="Freeform 164"/>
              <p:cNvSpPr>
                <a:spLocks/>
              </p:cNvSpPr>
              <p:nvPr/>
            </p:nvSpPr>
            <p:spPr bwMode="auto">
              <a:xfrm>
                <a:off x="3524251" y="2882900"/>
                <a:ext cx="144463" cy="381000"/>
              </a:xfrm>
              <a:custGeom>
                <a:avLst/>
                <a:gdLst>
                  <a:gd name="T0" fmla="*/ 0 w 48"/>
                  <a:gd name="T1" fmla="*/ 0 h 126"/>
                  <a:gd name="T2" fmla="*/ 48 w 48"/>
                  <a:gd name="T3" fmla="*/ 63 h 126"/>
                  <a:gd name="T4" fmla="*/ 0 w 48"/>
                  <a:gd name="T5" fmla="*/ 126 h 126"/>
                  <a:gd name="T6" fmla="*/ 0 w 48"/>
                  <a:gd name="T7" fmla="*/ 0 h 126"/>
                </a:gdLst>
                <a:ahLst/>
                <a:cxnLst>
                  <a:cxn ang="0">
                    <a:pos x="T0" y="T1"/>
                  </a:cxn>
                  <a:cxn ang="0">
                    <a:pos x="T2" y="T3"/>
                  </a:cxn>
                  <a:cxn ang="0">
                    <a:pos x="T4" y="T5"/>
                  </a:cxn>
                  <a:cxn ang="0">
                    <a:pos x="T6" y="T7"/>
                  </a:cxn>
                </a:cxnLst>
                <a:rect l="0" t="0" r="r" b="b"/>
                <a:pathLst>
                  <a:path w="48" h="126">
                    <a:moveTo>
                      <a:pt x="0" y="0"/>
                    </a:moveTo>
                    <a:cubicBezTo>
                      <a:pt x="28" y="8"/>
                      <a:pt x="48" y="33"/>
                      <a:pt x="48" y="63"/>
                    </a:cubicBezTo>
                    <a:cubicBezTo>
                      <a:pt x="48" y="93"/>
                      <a:pt x="28" y="119"/>
                      <a:pt x="0" y="126"/>
                    </a:cubicBezTo>
                    <a:lnTo>
                      <a:pt x="0" y="0"/>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02" name="Freeform 165"/>
              <p:cNvSpPr>
                <a:spLocks/>
              </p:cNvSpPr>
              <p:nvPr/>
            </p:nvSpPr>
            <p:spPr bwMode="auto">
              <a:xfrm>
                <a:off x="3668713" y="3055938"/>
                <a:ext cx="120650" cy="77788"/>
              </a:xfrm>
              <a:custGeom>
                <a:avLst/>
                <a:gdLst>
                  <a:gd name="T0" fmla="*/ 26 w 40"/>
                  <a:gd name="T1" fmla="*/ 26 h 26"/>
                  <a:gd name="T2" fmla="*/ 0 w 40"/>
                  <a:gd name="T3" fmla="*/ 0 h 26"/>
                  <a:gd name="T4" fmla="*/ 40 w 40"/>
                  <a:gd name="T5" fmla="*/ 0 h 26"/>
                  <a:gd name="T6" fmla="*/ 26 w 40"/>
                  <a:gd name="T7" fmla="*/ 26 h 26"/>
                </a:gdLst>
                <a:ahLst/>
                <a:cxnLst>
                  <a:cxn ang="0">
                    <a:pos x="T0" y="T1"/>
                  </a:cxn>
                  <a:cxn ang="0">
                    <a:pos x="T2" y="T3"/>
                  </a:cxn>
                  <a:cxn ang="0">
                    <a:pos x="T4" y="T5"/>
                  </a:cxn>
                  <a:cxn ang="0">
                    <a:pos x="T6" y="T7"/>
                  </a:cxn>
                </a:cxnLst>
                <a:rect l="0" t="0" r="r" b="b"/>
                <a:pathLst>
                  <a:path w="40" h="26">
                    <a:moveTo>
                      <a:pt x="26" y="26"/>
                    </a:moveTo>
                    <a:cubicBezTo>
                      <a:pt x="0" y="0"/>
                      <a:pt x="0" y="0"/>
                      <a:pt x="0" y="0"/>
                    </a:cubicBezTo>
                    <a:cubicBezTo>
                      <a:pt x="40" y="0"/>
                      <a:pt x="40" y="0"/>
                      <a:pt x="40" y="0"/>
                    </a:cubicBezTo>
                    <a:cubicBezTo>
                      <a:pt x="38" y="10"/>
                      <a:pt x="33" y="19"/>
                      <a:pt x="26" y="26"/>
                    </a:cubicBezTo>
                    <a:close/>
                  </a:path>
                </a:pathLst>
              </a:custGeom>
              <a:solidFill>
                <a:srgbClr val="CC86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26" name="TextBox 1125"/>
              <p:cNvSpPr txBox="1"/>
              <p:nvPr/>
            </p:nvSpPr>
            <p:spPr>
              <a:xfrm>
                <a:off x="3534023" y="2405361"/>
                <a:ext cx="1223320" cy="489365"/>
              </a:xfrm>
              <a:prstGeom prst="rect">
                <a:avLst/>
              </a:prstGeom>
              <a:noFill/>
            </p:spPr>
            <p:txBody>
              <a:bodyPr wrap="square" lIns="0" tIns="143371" rIns="0" bIns="143371" rtlCol="0" anchor="ctr" anchorCtr="0">
                <a:spAutoFit/>
              </a:bodyPr>
              <a:lstStyle/>
              <a:p>
                <a:pPr algn="ctr" defTabSz="913952">
                  <a:lnSpc>
                    <a:spcPct val="90000"/>
                  </a:lnSpc>
                  <a:spcAft>
                    <a:spcPts val="588"/>
                  </a:spcAft>
                </a:pPr>
                <a:r>
                  <a:rPr lang="en-US" sz="1371" dirty="0">
                    <a:gradFill>
                      <a:gsLst>
                        <a:gs pos="28319">
                          <a:srgbClr val="000000"/>
                        </a:gs>
                        <a:gs pos="52212">
                          <a:srgbClr val="000000"/>
                        </a:gs>
                      </a:gsLst>
                      <a:lin ang="5400000" scaled="0"/>
                    </a:gradFill>
                    <a:latin typeface="Segoe UI"/>
                  </a:rPr>
                  <a:t>1 YEAR FREE</a:t>
                </a:r>
              </a:p>
            </p:txBody>
          </p:sp>
          <p:cxnSp>
            <p:nvCxnSpPr>
              <p:cNvPr id="295" name="Straight Connector 294"/>
              <p:cNvCxnSpPr/>
              <p:nvPr/>
            </p:nvCxnSpPr>
            <p:spPr>
              <a:xfrm>
                <a:off x="3722415" y="2444926"/>
                <a:ext cx="846536" cy="0"/>
              </a:xfrm>
              <a:prstGeom prst="line">
                <a:avLst/>
              </a:prstGeom>
              <a:ln w="15875">
                <a:solidFill>
                  <a:srgbClr val="D6F42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6" name="Straight Connector 295"/>
              <p:cNvCxnSpPr/>
              <p:nvPr/>
            </p:nvCxnSpPr>
            <p:spPr>
              <a:xfrm>
                <a:off x="3660384" y="2786063"/>
                <a:ext cx="970598" cy="0"/>
              </a:xfrm>
              <a:prstGeom prst="line">
                <a:avLst/>
              </a:prstGeom>
              <a:ln w="15875">
                <a:solidFill>
                  <a:srgbClr val="D6F42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p:nvCxnSpPr>
            <p:spPr>
              <a:xfrm>
                <a:off x="3660384" y="2838450"/>
                <a:ext cx="970598" cy="0"/>
              </a:xfrm>
              <a:prstGeom prst="line">
                <a:avLst/>
              </a:prstGeom>
              <a:ln w="15875">
                <a:solidFill>
                  <a:srgbClr val="D6F42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p:nvPr/>
            </p:nvCxnSpPr>
            <p:spPr>
              <a:xfrm>
                <a:off x="3660384" y="2890045"/>
                <a:ext cx="970598" cy="0"/>
              </a:xfrm>
              <a:prstGeom prst="line">
                <a:avLst/>
              </a:prstGeom>
              <a:ln w="15875">
                <a:solidFill>
                  <a:srgbClr val="D6F420"/>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129" name="Group 1128"/>
              <p:cNvGrpSpPr/>
              <p:nvPr/>
            </p:nvGrpSpPr>
            <p:grpSpPr>
              <a:xfrm>
                <a:off x="3987801" y="2778125"/>
                <a:ext cx="811213" cy="569913"/>
                <a:chOff x="3987801" y="2778125"/>
                <a:chExt cx="811213" cy="569913"/>
              </a:xfrm>
            </p:grpSpPr>
            <p:sp>
              <p:nvSpPr>
                <p:cNvPr id="1103" name="Freeform 166"/>
                <p:cNvSpPr>
                  <a:spLocks/>
                </p:cNvSpPr>
                <p:nvPr/>
              </p:nvSpPr>
              <p:spPr bwMode="auto">
                <a:xfrm>
                  <a:off x="3987801" y="2778125"/>
                  <a:ext cx="236538" cy="231775"/>
                </a:xfrm>
                <a:custGeom>
                  <a:avLst/>
                  <a:gdLst>
                    <a:gd name="T0" fmla="*/ 78 w 78"/>
                    <a:gd name="T1" fmla="*/ 60 h 77"/>
                    <a:gd name="T2" fmla="*/ 23 w 78"/>
                    <a:gd name="T3" fmla="*/ 5 h 77"/>
                    <a:gd name="T4" fmla="*/ 5 w 78"/>
                    <a:gd name="T5" fmla="*/ 5 h 77"/>
                    <a:gd name="T6" fmla="*/ 5 w 78"/>
                    <a:gd name="T7" fmla="*/ 22 h 77"/>
                    <a:gd name="T8" fmla="*/ 60 w 78"/>
                    <a:gd name="T9" fmla="*/ 77 h 77"/>
                    <a:gd name="T10" fmla="*/ 78 w 78"/>
                    <a:gd name="T11" fmla="*/ 60 h 77"/>
                  </a:gdLst>
                  <a:ahLst/>
                  <a:cxnLst>
                    <a:cxn ang="0">
                      <a:pos x="T0" y="T1"/>
                    </a:cxn>
                    <a:cxn ang="0">
                      <a:pos x="T2" y="T3"/>
                    </a:cxn>
                    <a:cxn ang="0">
                      <a:pos x="T4" y="T5"/>
                    </a:cxn>
                    <a:cxn ang="0">
                      <a:pos x="T6" y="T7"/>
                    </a:cxn>
                    <a:cxn ang="0">
                      <a:pos x="T8" y="T9"/>
                    </a:cxn>
                    <a:cxn ang="0">
                      <a:pos x="T10" y="T11"/>
                    </a:cxn>
                  </a:cxnLst>
                  <a:rect l="0" t="0" r="r" b="b"/>
                  <a:pathLst>
                    <a:path w="78" h="77">
                      <a:moveTo>
                        <a:pt x="78" y="60"/>
                      </a:moveTo>
                      <a:cubicBezTo>
                        <a:pt x="23" y="5"/>
                        <a:pt x="23" y="5"/>
                        <a:pt x="23" y="5"/>
                      </a:cubicBezTo>
                      <a:cubicBezTo>
                        <a:pt x="18" y="0"/>
                        <a:pt x="10" y="0"/>
                        <a:pt x="5" y="5"/>
                      </a:cubicBezTo>
                      <a:cubicBezTo>
                        <a:pt x="0" y="10"/>
                        <a:pt x="0" y="17"/>
                        <a:pt x="5" y="22"/>
                      </a:cubicBezTo>
                      <a:cubicBezTo>
                        <a:pt x="60" y="77"/>
                        <a:pt x="60" y="77"/>
                        <a:pt x="60" y="77"/>
                      </a:cubicBezTo>
                      <a:lnTo>
                        <a:pt x="78" y="60"/>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04" name="Freeform 167"/>
                <p:cNvSpPr>
                  <a:spLocks/>
                </p:cNvSpPr>
                <p:nvPr/>
              </p:nvSpPr>
              <p:spPr bwMode="auto">
                <a:xfrm>
                  <a:off x="4000501" y="2786063"/>
                  <a:ext cx="66675" cy="69850"/>
                </a:xfrm>
                <a:custGeom>
                  <a:avLst/>
                  <a:gdLst>
                    <a:gd name="T0" fmla="*/ 6 w 22"/>
                    <a:gd name="T1" fmla="*/ 6 h 23"/>
                    <a:gd name="T2" fmla="*/ 0 w 22"/>
                    <a:gd name="T3" fmla="*/ 13 h 23"/>
                    <a:gd name="T4" fmla="*/ 6 w 22"/>
                    <a:gd name="T5" fmla="*/ 19 h 23"/>
                    <a:gd name="T6" fmla="*/ 19 w 22"/>
                    <a:gd name="T7" fmla="*/ 19 h 23"/>
                    <a:gd name="T8" fmla="*/ 19 w 22"/>
                    <a:gd name="T9" fmla="*/ 7 h 23"/>
                    <a:gd name="T10" fmla="*/ 13 w 22"/>
                    <a:gd name="T11" fmla="*/ 0 h 23"/>
                    <a:gd name="T12" fmla="*/ 6 w 22"/>
                    <a:gd name="T13" fmla="*/ 6 h 23"/>
                  </a:gdLst>
                  <a:ahLst/>
                  <a:cxnLst>
                    <a:cxn ang="0">
                      <a:pos x="T0" y="T1"/>
                    </a:cxn>
                    <a:cxn ang="0">
                      <a:pos x="T2" y="T3"/>
                    </a:cxn>
                    <a:cxn ang="0">
                      <a:pos x="T4" y="T5"/>
                    </a:cxn>
                    <a:cxn ang="0">
                      <a:pos x="T6" y="T7"/>
                    </a:cxn>
                    <a:cxn ang="0">
                      <a:pos x="T8" y="T9"/>
                    </a:cxn>
                    <a:cxn ang="0">
                      <a:pos x="T10" y="T11"/>
                    </a:cxn>
                    <a:cxn ang="0">
                      <a:pos x="T12" y="T13"/>
                    </a:cxn>
                  </a:cxnLst>
                  <a:rect l="0" t="0" r="r" b="b"/>
                  <a:pathLst>
                    <a:path w="22" h="23">
                      <a:moveTo>
                        <a:pt x="6" y="6"/>
                      </a:moveTo>
                      <a:cubicBezTo>
                        <a:pt x="3" y="8"/>
                        <a:pt x="1" y="11"/>
                        <a:pt x="0" y="13"/>
                      </a:cubicBezTo>
                      <a:cubicBezTo>
                        <a:pt x="6" y="19"/>
                        <a:pt x="6" y="19"/>
                        <a:pt x="6" y="19"/>
                      </a:cubicBezTo>
                      <a:cubicBezTo>
                        <a:pt x="10" y="23"/>
                        <a:pt x="15" y="23"/>
                        <a:pt x="19" y="19"/>
                      </a:cubicBezTo>
                      <a:cubicBezTo>
                        <a:pt x="22" y="16"/>
                        <a:pt x="22" y="10"/>
                        <a:pt x="19" y="7"/>
                      </a:cubicBezTo>
                      <a:cubicBezTo>
                        <a:pt x="13" y="0"/>
                        <a:pt x="13" y="0"/>
                        <a:pt x="13" y="0"/>
                      </a:cubicBezTo>
                      <a:cubicBezTo>
                        <a:pt x="10" y="2"/>
                        <a:pt x="8" y="4"/>
                        <a:pt x="6" y="6"/>
                      </a:cubicBezTo>
                      <a:close/>
                    </a:path>
                  </a:pathLst>
                </a:custGeom>
                <a:solidFill>
                  <a:srgbClr val="F2D3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05" name="Freeform 168"/>
                <p:cNvSpPr>
                  <a:spLocks/>
                </p:cNvSpPr>
                <p:nvPr/>
              </p:nvSpPr>
              <p:spPr bwMode="auto">
                <a:xfrm>
                  <a:off x="4033838" y="2822575"/>
                  <a:ext cx="33338" cy="30163"/>
                </a:xfrm>
                <a:custGeom>
                  <a:avLst/>
                  <a:gdLst>
                    <a:gd name="T0" fmla="*/ 3 w 11"/>
                    <a:gd name="T1" fmla="*/ 3 h 10"/>
                    <a:gd name="T2" fmla="*/ 1 w 11"/>
                    <a:gd name="T3" fmla="*/ 10 h 10"/>
                    <a:gd name="T4" fmla="*/ 8 w 11"/>
                    <a:gd name="T5" fmla="*/ 7 h 10"/>
                    <a:gd name="T6" fmla="*/ 10 w 11"/>
                    <a:gd name="T7" fmla="*/ 0 h 10"/>
                    <a:gd name="T8" fmla="*/ 3 w 11"/>
                    <a:gd name="T9" fmla="*/ 3 h 10"/>
                  </a:gdLst>
                  <a:ahLst/>
                  <a:cxnLst>
                    <a:cxn ang="0">
                      <a:pos x="T0" y="T1"/>
                    </a:cxn>
                    <a:cxn ang="0">
                      <a:pos x="T2" y="T3"/>
                    </a:cxn>
                    <a:cxn ang="0">
                      <a:pos x="T4" y="T5"/>
                    </a:cxn>
                    <a:cxn ang="0">
                      <a:pos x="T6" y="T7"/>
                    </a:cxn>
                    <a:cxn ang="0">
                      <a:pos x="T8" y="T9"/>
                    </a:cxn>
                  </a:cxnLst>
                  <a:rect l="0" t="0" r="r" b="b"/>
                  <a:pathLst>
                    <a:path w="11" h="10">
                      <a:moveTo>
                        <a:pt x="3" y="3"/>
                      </a:moveTo>
                      <a:cubicBezTo>
                        <a:pt x="1" y="5"/>
                        <a:pt x="0" y="7"/>
                        <a:pt x="1" y="10"/>
                      </a:cubicBezTo>
                      <a:cubicBezTo>
                        <a:pt x="3" y="10"/>
                        <a:pt x="6" y="9"/>
                        <a:pt x="8" y="7"/>
                      </a:cubicBezTo>
                      <a:cubicBezTo>
                        <a:pt x="10" y="5"/>
                        <a:pt x="11" y="3"/>
                        <a:pt x="10" y="0"/>
                      </a:cubicBezTo>
                      <a:cubicBezTo>
                        <a:pt x="8" y="0"/>
                        <a:pt x="5" y="1"/>
                        <a:pt x="3" y="3"/>
                      </a:cubicBezTo>
                      <a:close/>
                    </a:path>
                  </a:pathLst>
                </a:custGeom>
                <a:solidFill>
                  <a:srgbClr val="E0A3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06" name="Freeform 169"/>
                <p:cNvSpPr>
                  <a:spLocks/>
                </p:cNvSpPr>
                <p:nvPr/>
              </p:nvSpPr>
              <p:spPr bwMode="auto">
                <a:xfrm>
                  <a:off x="4064001" y="2852738"/>
                  <a:ext cx="30163" cy="30163"/>
                </a:xfrm>
                <a:custGeom>
                  <a:avLst/>
                  <a:gdLst>
                    <a:gd name="T0" fmla="*/ 10 w 10"/>
                    <a:gd name="T1" fmla="*/ 0 h 10"/>
                    <a:gd name="T2" fmla="*/ 3 w 10"/>
                    <a:gd name="T3" fmla="*/ 3 h 10"/>
                    <a:gd name="T4" fmla="*/ 0 w 10"/>
                    <a:gd name="T5" fmla="*/ 10 h 10"/>
                  </a:gdLst>
                  <a:ahLst/>
                  <a:cxnLst>
                    <a:cxn ang="0">
                      <a:pos x="T0" y="T1"/>
                    </a:cxn>
                    <a:cxn ang="0">
                      <a:pos x="T2" y="T3"/>
                    </a:cxn>
                    <a:cxn ang="0">
                      <a:pos x="T4" y="T5"/>
                    </a:cxn>
                  </a:cxnLst>
                  <a:rect l="0" t="0" r="r" b="b"/>
                  <a:pathLst>
                    <a:path w="10" h="10">
                      <a:moveTo>
                        <a:pt x="10" y="0"/>
                      </a:moveTo>
                      <a:cubicBezTo>
                        <a:pt x="8" y="0"/>
                        <a:pt x="5" y="1"/>
                        <a:pt x="3" y="3"/>
                      </a:cubicBezTo>
                      <a:cubicBezTo>
                        <a:pt x="1" y="5"/>
                        <a:pt x="0" y="7"/>
                        <a:pt x="0" y="1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07" name="Freeform 170"/>
                <p:cNvSpPr>
                  <a:spLocks/>
                </p:cNvSpPr>
                <p:nvPr/>
              </p:nvSpPr>
              <p:spPr bwMode="auto">
                <a:xfrm>
                  <a:off x="4076701" y="2865438"/>
                  <a:ext cx="28575" cy="30163"/>
                </a:xfrm>
                <a:custGeom>
                  <a:avLst/>
                  <a:gdLst>
                    <a:gd name="T0" fmla="*/ 0 w 10"/>
                    <a:gd name="T1" fmla="*/ 10 h 10"/>
                    <a:gd name="T2" fmla="*/ 7 w 10"/>
                    <a:gd name="T3" fmla="*/ 7 h 10"/>
                    <a:gd name="T4" fmla="*/ 10 w 10"/>
                    <a:gd name="T5" fmla="*/ 0 h 10"/>
                  </a:gdLst>
                  <a:ahLst/>
                  <a:cxnLst>
                    <a:cxn ang="0">
                      <a:pos x="T0" y="T1"/>
                    </a:cxn>
                    <a:cxn ang="0">
                      <a:pos x="T2" y="T3"/>
                    </a:cxn>
                    <a:cxn ang="0">
                      <a:pos x="T4" y="T5"/>
                    </a:cxn>
                  </a:cxnLst>
                  <a:rect l="0" t="0" r="r" b="b"/>
                  <a:pathLst>
                    <a:path w="10" h="10">
                      <a:moveTo>
                        <a:pt x="0" y="10"/>
                      </a:moveTo>
                      <a:cubicBezTo>
                        <a:pt x="3" y="10"/>
                        <a:pt x="5" y="9"/>
                        <a:pt x="7" y="7"/>
                      </a:cubicBezTo>
                      <a:cubicBezTo>
                        <a:pt x="9" y="5"/>
                        <a:pt x="10" y="2"/>
                        <a:pt x="10" y="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08" name="Freeform 171"/>
                <p:cNvSpPr>
                  <a:spLocks/>
                </p:cNvSpPr>
                <p:nvPr/>
              </p:nvSpPr>
              <p:spPr bwMode="auto">
                <a:xfrm>
                  <a:off x="4076701" y="2862263"/>
                  <a:ext cx="14288" cy="14288"/>
                </a:xfrm>
                <a:custGeom>
                  <a:avLst/>
                  <a:gdLst>
                    <a:gd name="T0" fmla="*/ 5 w 5"/>
                    <a:gd name="T1" fmla="*/ 0 h 5"/>
                    <a:gd name="T2" fmla="*/ 1 w 5"/>
                    <a:gd name="T3" fmla="*/ 2 h 5"/>
                    <a:gd name="T4" fmla="*/ 0 w 5"/>
                    <a:gd name="T5" fmla="*/ 5 h 5"/>
                  </a:gdLst>
                  <a:ahLst/>
                  <a:cxnLst>
                    <a:cxn ang="0">
                      <a:pos x="T0" y="T1"/>
                    </a:cxn>
                    <a:cxn ang="0">
                      <a:pos x="T2" y="T3"/>
                    </a:cxn>
                    <a:cxn ang="0">
                      <a:pos x="T4" y="T5"/>
                    </a:cxn>
                  </a:cxnLst>
                  <a:rect l="0" t="0" r="r" b="b"/>
                  <a:pathLst>
                    <a:path w="5" h="5">
                      <a:moveTo>
                        <a:pt x="5" y="0"/>
                      </a:moveTo>
                      <a:cubicBezTo>
                        <a:pt x="3" y="0"/>
                        <a:pt x="2" y="1"/>
                        <a:pt x="1" y="2"/>
                      </a:cubicBezTo>
                      <a:cubicBezTo>
                        <a:pt x="0" y="3"/>
                        <a:pt x="0" y="4"/>
                        <a:pt x="0" y="5"/>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09" name="Freeform 172"/>
                <p:cNvSpPr>
                  <a:spLocks/>
                </p:cNvSpPr>
                <p:nvPr/>
              </p:nvSpPr>
              <p:spPr bwMode="auto">
                <a:xfrm>
                  <a:off x="4081463" y="2868613"/>
                  <a:ext cx="15875" cy="17463"/>
                </a:xfrm>
                <a:custGeom>
                  <a:avLst/>
                  <a:gdLst>
                    <a:gd name="T0" fmla="*/ 0 w 5"/>
                    <a:gd name="T1" fmla="*/ 6 h 6"/>
                    <a:gd name="T2" fmla="*/ 3 w 5"/>
                    <a:gd name="T3" fmla="*/ 4 h 6"/>
                    <a:gd name="T4" fmla="*/ 5 w 5"/>
                    <a:gd name="T5" fmla="*/ 0 h 6"/>
                  </a:gdLst>
                  <a:ahLst/>
                  <a:cxnLst>
                    <a:cxn ang="0">
                      <a:pos x="T0" y="T1"/>
                    </a:cxn>
                    <a:cxn ang="0">
                      <a:pos x="T2" y="T3"/>
                    </a:cxn>
                    <a:cxn ang="0">
                      <a:pos x="T4" y="T5"/>
                    </a:cxn>
                  </a:cxnLst>
                  <a:rect l="0" t="0" r="r" b="b"/>
                  <a:pathLst>
                    <a:path w="5" h="6">
                      <a:moveTo>
                        <a:pt x="0" y="6"/>
                      </a:moveTo>
                      <a:cubicBezTo>
                        <a:pt x="1" y="5"/>
                        <a:pt x="2" y="5"/>
                        <a:pt x="3" y="4"/>
                      </a:cubicBezTo>
                      <a:cubicBezTo>
                        <a:pt x="4" y="3"/>
                        <a:pt x="5" y="2"/>
                        <a:pt x="5" y="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10" name="Freeform 173"/>
                <p:cNvSpPr>
                  <a:spLocks/>
                </p:cNvSpPr>
                <p:nvPr/>
              </p:nvSpPr>
              <p:spPr bwMode="auto">
                <a:xfrm>
                  <a:off x="4130676" y="2916238"/>
                  <a:ext cx="30163" cy="30163"/>
                </a:xfrm>
                <a:custGeom>
                  <a:avLst/>
                  <a:gdLst>
                    <a:gd name="T0" fmla="*/ 10 w 10"/>
                    <a:gd name="T1" fmla="*/ 0 h 10"/>
                    <a:gd name="T2" fmla="*/ 3 w 10"/>
                    <a:gd name="T3" fmla="*/ 4 h 10"/>
                    <a:gd name="T4" fmla="*/ 0 w 10"/>
                    <a:gd name="T5" fmla="*/ 10 h 10"/>
                  </a:gdLst>
                  <a:ahLst/>
                  <a:cxnLst>
                    <a:cxn ang="0">
                      <a:pos x="T0" y="T1"/>
                    </a:cxn>
                    <a:cxn ang="0">
                      <a:pos x="T2" y="T3"/>
                    </a:cxn>
                    <a:cxn ang="0">
                      <a:pos x="T4" y="T5"/>
                    </a:cxn>
                  </a:cxnLst>
                  <a:rect l="0" t="0" r="r" b="b"/>
                  <a:pathLst>
                    <a:path w="10" h="10">
                      <a:moveTo>
                        <a:pt x="10" y="0"/>
                      </a:moveTo>
                      <a:cubicBezTo>
                        <a:pt x="7" y="1"/>
                        <a:pt x="5" y="2"/>
                        <a:pt x="3" y="4"/>
                      </a:cubicBezTo>
                      <a:cubicBezTo>
                        <a:pt x="1" y="6"/>
                        <a:pt x="0" y="8"/>
                        <a:pt x="0" y="1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11" name="Freeform 174"/>
                <p:cNvSpPr>
                  <a:spLocks/>
                </p:cNvSpPr>
                <p:nvPr/>
              </p:nvSpPr>
              <p:spPr bwMode="auto">
                <a:xfrm>
                  <a:off x="4141788" y="2932113"/>
                  <a:ext cx="30163" cy="30163"/>
                </a:xfrm>
                <a:custGeom>
                  <a:avLst/>
                  <a:gdLst>
                    <a:gd name="T0" fmla="*/ 0 w 10"/>
                    <a:gd name="T1" fmla="*/ 10 h 10"/>
                    <a:gd name="T2" fmla="*/ 7 w 10"/>
                    <a:gd name="T3" fmla="*/ 7 h 10"/>
                    <a:gd name="T4" fmla="*/ 10 w 10"/>
                    <a:gd name="T5" fmla="*/ 0 h 10"/>
                  </a:gdLst>
                  <a:ahLst/>
                  <a:cxnLst>
                    <a:cxn ang="0">
                      <a:pos x="T0" y="T1"/>
                    </a:cxn>
                    <a:cxn ang="0">
                      <a:pos x="T2" y="T3"/>
                    </a:cxn>
                    <a:cxn ang="0">
                      <a:pos x="T4" y="T5"/>
                    </a:cxn>
                  </a:cxnLst>
                  <a:rect l="0" t="0" r="r" b="b"/>
                  <a:pathLst>
                    <a:path w="10" h="10">
                      <a:moveTo>
                        <a:pt x="0" y="10"/>
                      </a:moveTo>
                      <a:cubicBezTo>
                        <a:pt x="3" y="10"/>
                        <a:pt x="5" y="9"/>
                        <a:pt x="7" y="7"/>
                      </a:cubicBezTo>
                      <a:cubicBezTo>
                        <a:pt x="9" y="5"/>
                        <a:pt x="10" y="2"/>
                        <a:pt x="10" y="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12" name="Freeform 175"/>
                <p:cNvSpPr>
                  <a:spLocks/>
                </p:cNvSpPr>
                <p:nvPr/>
              </p:nvSpPr>
              <p:spPr bwMode="auto">
                <a:xfrm>
                  <a:off x="4138613" y="2928938"/>
                  <a:ext cx="19050" cy="14288"/>
                </a:xfrm>
                <a:custGeom>
                  <a:avLst/>
                  <a:gdLst>
                    <a:gd name="T0" fmla="*/ 6 w 6"/>
                    <a:gd name="T1" fmla="*/ 0 h 5"/>
                    <a:gd name="T2" fmla="*/ 2 w 6"/>
                    <a:gd name="T3" fmla="*/ 2 h 5"/>
                    <a:gd name="T4" fmla="*/ 0 w 6"/>
                    <a:gd name="T5" fmla="*/ 5 h 5"/>
                  </a:gdLst>
                  <a:ahLst/>
                  <a:cxnLst>
                    <a:cxn ang="0">
                      <a:pos x="T0" y="T1"/>
                    </a:cxn>
                    <a:cxn ang="0">
                      <a:pos x="T2" y="T3"/>
                    </a:cxn>
                    <a:cxn ang="0">
                      <a:pos x="T4" y="T5"/>
                    </a:cxn>
                  </a:cxnLst>
                  <a:rect l="0" t="0" r="r" b="b"/>
                  <a:pathLst>
                    <a:path w="6" h="5">
                      <a:moveTo>
                        <a:pt x="6" y="0"/>
                      </a:moveTo>
                      <a:cubicBezTo>
                        <a:pt x="4" y="0"/>
                        <a:pt x="3" y="1"/>
                        <a:pt x="2" y="2"/>
                      </a:cubicBezTo>
                      <a:cubicBezTo>
                        <a:pt x="1" y="3"/>
                        <a:pt x="1" y="4"/>
                        <a:pt x="0" y="5"/>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13" name="Freeform 176"/>
                <p:cNvSpPr>
                  <a:spLocks/>
                </p:cNvSpPr>
                <p:nvPr/>
              </p:nvSpPr>
              <p:spPr bwMode="auto">
                <a:xfrm>
                  <a:off x="4148138" y="2933700"/>
                  <a:ext cx="15875" cy="15875"/>
                </a:xfrm>
                <a:custGeom>
                  <a:avLst/>
                  <a:gdLst>
                    <a:gd name="T0" fmla="*/ 0 w 5"/>
                    <a:gd name="T1" fmla="*/ 5 h 5"/>
                    <a:gd name="T2" fmla="*/ 3 w 5"/>
                    <a:gd name="T3" fmla="*/ 4 h 5"/>
                    <a:gd name="T4" fmla="*/ 5 w 5"/>
                    <a:gd name="T5" fmla="*/ 0 h 5"/>
                  </a:gdLst>
                  <a:ahLst/>
                  <a:cxnLst>
                    <a:cxn ang="0">
                      <a:pos x="T0" y="T1"/>
                    </a:cxn>
                    <a:cxn ang="0">
                      <a:pos x="T2" y="T3"/>
                    </a:cxn>
                    <a:cxn ang="0">
                      <a:pos x="T4" y="T5"/>
                    </a:cxn>
                  </a:cxnLst>
                  <a:rect l="0" t="0" r="r" b="b"/>
                  <a:pathLst>
                    <a:path w="5" h="5">
                      <a:moveTo>
                        <a:pt x="0" y="5"/>
                      </a:moveTo>
                      <a:cubicBezTo>
                        <a:pt x="1" y="5"/>
                        <a:pt x="2" y="5"/>
                        <a:pt x="3" y="4"/>
                      </a:cubicBezTo>
                      <a:cubicBezTo>
                        <a:pt x="4" y="3"/>
                        <a:pt x="5" y="2"/>
                        <a:pt x="5" y="0"/>
                      </a:cubicBezTo>
                    </a:path>
                  </a:pathLst>
                </a:custGeom>
                <a:noFill/>
                <a:ln w="3175" cap="rnd">
                  <a:solidFill>
                    <a:srgbClr val="CC867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14" name="Freeform 177"/>
                <p:cNvSpPr>
                  <a:spLocks/>
                </p:cNvSpPr>
                <p:nvPr/>
              </p:nvSpPr>
              <p:spPr bwMode="auto">
                <a:xfrm>
                  <a:off x="4187826" y="2801938"/>
                  <a:ext cx="231775" cy="157163"/>
                </a:xfrm>
                <a:custGeom>
                  <a:avLst/>
                  <a:gdLst>
                    <a:gd name="T0" fmla="*/ 77 w 77"/>
                    <a:gd name="T1" fmla="*/ 12 h 52"/>
                    <a:gd name="T2" fmla="*/ 70 w 77"/>
                    <a:gd name="T3" fmla="*/ 5 h 52"/>
                    <a:gd name="T4" fmla="*/ 53 w 77"/>
                    <a:gd name="T5" fmla="*/ 5 h 52"/>
                    <a:gd name="T6" fmla="*/ 44 w 77"/>
                    <a:gd name="T7" fmla="*/ 14 h 52"/>
                    <a:gd name="T8" fmla="*/ 27 w 77"/>
                    <a:gd name="T9" fmla="*/ 15 h 52"/>
                    <a:gd name="T10" fmla="*/ 18 w 77"/>
                    <a:gd name="T11" fmla="*/ 25 h 52"/>
                    <a:gd name="T12" fmla="*/ 5 w 77"/>
                    <a:gd name="T13" fmla="*/ 28 h 52"/>
                    <a:gd name="T14" fmla="*/ 5 w 77"/>
                    <a:gd name="T15" fmla="*/ 45 h 52"/>
                    <a:gd name="T16" fmla="*/ 12 w 77"/>
                    <a:gd name="T17" fmla="*/ 52 h 52"/>
                    <a:gd name="T18" fmla="*/ 26 w 77"/>
                    <a:gd name="T19" fmla="*/ 38 h 52"/>
                    <a:gd name="T20" fmla="*/ 27 w 77"/>
                    <a:gd name="T21" fmla="*/ 39 h 52"/>
                    <a:gd name="T22" fmla="*/ 31 w 77"/>
                    <a:gd name="T23" fmla="*/ 36 h 52"/>
                    <a:gd name="T24" fmla="*/ 34 w 77"/>
                    <a:gd name="T25" fmla="*/ 39 h 52"/>
                    <a:gd name="T26" fmla="*/ 48 w 77"/>
                    <a:gd name="T27" fmla="*/ 25 h 52"/>
                    <a:gd name="T28" fmla="*/ 58 w 77"/>
                    <a:gd name="T29" fmla="*/ 35 h 52"/>
                    <a:gd name="T30" fmla="*/ 70 w 77"/>
                    <a:gd name="T31" fmla="*/ 22 h 52"/>
                    <a:gd name="T32" fmla="*/ 68 w 77"/>
                    <a:gd name="T33" fmla="*/ 21 h 52"/>
                    <a:gd name="T34" fmla="*/ 77 w 77"/>
                    <a:gd name="T35"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7" h="52">
                      <a:moveTo>
                        <a:pt x="77" y="12"/>
                      </a:moveTo>
                      <a:cubicBezTo>
                        <a:pt x="70" y="5"/>
                        <a:pt x="70" y="5"/>
                        <a:pt x="70" y="5"/>
                      </a:cubicBezTo>
                      <a:cubicBezTo>
                        <a:pt x="65" y="0"/>
                        <a:pt x="57" y="0"/>
                        <a:pt x="53" y="5"/>
                      </a:cubicBezTo>
                      <a:cubicBezTo>
                        <a:pt x="44" y="14"/>
                        <a:pt x="44" y="14"/>
                        <a:pt x="44" y="14"/>
                      </a:cubicBezTo>
                      <a:cubicBezTo>
                        <a:pt x="39" y="10"/>
                        <a:pt x="32" y="10"/>
                        <a:pt x="27" y="15"/>
                      </a:cubicBezTo>
                      <a:cubicBezTo>
                        <a:pt x="18" y="25"/>
                        <a:pt x="18" y="25"/>
                        <a:pt x="18" y="25"/>
                      </a:cubicBezTo>
                      <a:cubicBezTo>
                        <a:pt x="13" y="23"/>
                        <a:pt x="8" y="24"/>
                        <a:pt x="5" y="28"/>
                      </a:cubicBezTo>
                      <a:cubicBezTo>
                        <a:pt x="0" y="32"/>
                        <a:pt x="0" y="40"/>
                        <a:pt x="5" y="45"/>
                      </a:cubicBezTo>
                      <a:cubicBezTo>
                        <a:pt x="12" y="52"/>
                        <a:pt x="12" y="52"/>
                        <a:pt x="12" y="52"/>
                      </a:cubicBezTo>
                      <a:cubicBezTo>
                        <a:pt x="26" y="38"/>
                        <a:pt x="26" y="38"/>
                        <a:pt x="26" y="38"/>
                      </a:cubicBezTo>
                      <a:cubicBezTo>
                        <a:pt x="27" y="39"/>
                        <a:pt x="27" y="39"/>
                        <a:pt x="27" y="39"/>
                      </a:cubicBezTo>
                      <a:cubicBezTo>
                        <a:pt x="31" y="36"/>
                        <a:pt x="31" y="36"/>
                        <a:pt x="31" y="36"/>
                      </a:cubicBezTo>
                      <a:cubicBezTo>
                        <a:pt x="34" y="39"/>
                        <a:pt x="34" y="39"/>
                        <a:pt x="34" y="39"/>
                      </a:cubicBezTo>
                      <a:cubicBezTo>
                        <a:pt x="48" y="25"/>
                        <a:pt x="48" y="25"/>
                        <a:pt x="48" y="25"/>
                      </a:cubicBezTo>
                      <a:cubicBezTo>
                        <a:pt x="58" y="35"/>
                        <a:pt x="58" y="35"/>
                        <a:pt x="58" y="35"/>
                      </a:cubicBezTo>
                      <a:cubicBezTo>
                        <a:pt x="70" y="22"/>
                        <a:pt x="70" y="22"/>
                        <a:pt x="70" y="22"/>
                      </a:cubicBezTo>
                      <a:cubicBezTo>
                        <a:pt x="68" y="21"/>
                        <a:pt x="68" y="21"/>
                        <a:pt x="68" y="21"/>
                      </a:cubicBezTo>
                      <a:lnTo>
                        <a:pt x="77" y="12"/>
                      </a:lnTo>
                      <a:close/>
                    </a:path>
                  </a:pathLst>
                </a:custGeom>
                <a:solidFill>
                  <a:srgbClr val="CC86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15" name="Freeform 178"/>
                <p:cNvSpPr>
                  <a:spLocks/>
                </p:cNvSpPr>
                <p:nvPr/>
              </p:nvSpPr>
              <p:spPr bwMode="auto">
                <a:xfrm>
                  <a:off x="4160838" y="2838450"/>
                  <a:ext cx="406400" cy="401638"/>
                </a:xfrm>
                <a:custGeom>
                  <a:avLst/>
                  <a:gdLst>
                    <a:gd name="T0" fmla="*/ 150 w 256"/>
                    <a:gd name="T1" fmla="*/ 253 h 253"/>
                    <a:gd name="T2" fmla="*/ 256 w 256"/>
                    <a:gd name="T3" fmla="*/ 184 h 253"/>
                    <a:gd name="T4" fmla="*/ 163 w 256"/>
                    <a:gd name="T5" fmla="*/ 0 h 253"/>
                    <a:gd name="T6" fmla="*/ 127 w 256"/>
                    <a:gd name="T7" fmla="*/ 30 h 253"/>
                    <a:gd name="T8" fmla="*/ 83 w 256"/>
                    <a:gd name="T9" fmla="*/ 53 h 253"/>
                    <a:gd name="T10" fmla="*/ 36 w 256"/>
                    <a:gd name="T11" fmla="*/ 72 h 253"/>
                    <a:gd name="T12" fmla="*/ 0 w 256"/>
                    <a:gd name="T13" fmla="*/ 102 h 253"/>
                    <a:gd name="T14" fmla="*/ 150 w 256"/>
                    <a:gd name="T15" fmla="*/ 253 h 2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6" h="253">
                      <a:moveTo>
                        <a:pt x="150" y="253"/>
                      </a:moveTo>
                      <a:lnTo>
                        <a:pt x="256" y="184"/>
                      </a:lnTo>
                      <a:lnTo>
                        <a:pt x="163" y="0"/>
                      </a:lnTo>
                      <a:lnTo>
                        <a:pt x="127" y="30"/>
                      </a:lnTo>
                      <a:lnTo>
                        <a:pt x="83" y="53"/>
                      </a:lnTo>
                      <a:lnTo>
                        <a:pt x="36" y="72"/>
                      </a:lnTo>
                      <a:lnTo>
                        <a:pt x="0" y="102"/>
                      </a:lnTo>
                      <a:lnTo>
                        <a:pt x="150" y="253"/>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16" name="Freeform 179"/>
                <p:cNvSpPr>
                  <a:spLocks/>
                </p:cNvSpPr>
                <p:nvPr/>
              </p:nvSpPr>
              <p:spPr bwMode="auto">
                <a:xfrm>
                  <a:off x="4208463" y="2889250"/>
                  <a:ext cx="87313" cy="87313"/>
                </a:xfrm>
                <a:custGeom>
                  <a:avLst/>
                  <a:gdLst>
                    <a:gd name="T0" fmla="*/ 29 w 29"/>
                    <a:gd name="T1" fmla="*/ 12 h 29"/>
                    <a:gd name="T2" fmla="*/ 22 w 29"/>
                    <a:gd name="T3" fmla="*/ 5 h 29"/>
                    <a:gd name="T4" fmla="*/ 5 w 29"/>
                    <a:gd name="T5" fmla="*/ 5 h 29"/>
                    <a:gd name="T6" fmla="*/ 5 w 29"/>
                    <a:gd name="T7" fmla="*/ 23 h 29"/>
                    <a:gd name="T8" fmla="*/ 11 w 29"/>
                    <a:gd name="T9" fmla="*/ 29 h 29"/>
                    <a:gd name="T10" fmla="*/ 29 w 29"/>
                    <a:gd name="T11" fmla="*/ 12 h 29"/>
                  </a:gdLst>
                  <a:ahLst/>
                  <a:cxnLst>
                    <a:cxn ang="0">
                      <a:pos x="T0" y="T1"/>
                    </a:cxn>
                    <a:cxn ang="0">
                      <a:pos x="T2" y="T3"/>
                    </a:cxn>
                    <a:cxn ang="0">
                      <a:pos x="T4" y="T5"/>
                    </a:cxn>
                    <a:cxn ang="0">
                      <a:pos x="T6" y="T7"/>
                    </a:cxn>
                    <a:cxn ang="0">
                      <a:pos x="T8" y="T9"/>
                    </a:cxn>
                    <a:cxn ang="0">
                      <a:pos x="T10" y="T11"/>
                    </a:cxn>
                  </a:cxnLst>
                  <a:rect l="0" t="0" r="r" b="b"/>
                  <a:pathLst>
                    <a:path w="29" h="29">
                      <a:moveTo>
                        <a:pt x="29" y="12"/>
                      </a:moveTo>
                      <a:cubicBezTo>
                        <a:pt x="22" y="5"/>
                        <a:pt x="22" y="5"/>
                        <a:pt x="22" y="5"/>
                      </a:cubicBezTo>
                      <a:cubicBezTo>
                        <a:pt x="17" y="0"/>
                        <a:pt x="9" y="0"/>
                        <a:pt x="5" y="5"/>
                      </a:cubicBezTo>
                      <a:cubicBezTo>
                        <a:pt x="0" y="10"/>
                        <a:pt x="0" y="18"/>
                        <a:pt x="5" y="23"/>
                      </a:cubicBezTo>
                      <a:cubicBezTo>
                        <a:pt x="11" y="29"/>
                        <a:pt x="11" y="29"/>
                        <a:pt x="11" y="29"/>
                      </a:cubicBezTo>
                      <a:lnTo>
                        <a:pt x="29" y="12"/>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17" name="Freeform 180"/>
                <p:cNvSpPr>
                  <a:spLocks/>
                </p:cNvSpPr>
                <p:nvPr/>
              </p:nvSpPr>
              <p:spPr bwMode="auto">
                <a:xfrm>
                  <a:off x="4275138" y="2852738"/>
                  <a:ext cx="87313" cy="87313"/>
                </a:xfrm>
                <a:custGeom>
                  <a:avLst/>
                  <a:gdLst>
                    <a:gd name="T0" fmla="*/ 29 w 29"/>
                    <a:gd name="T1" fmla="*/ 11 h 29"/>
                    <a:gd name="T2" fmla="*/ 22 w 29"/>
                    <a:gd name="T3" fmla="*/ 4 h 29"/>
                    <a:gd name="T4" fmla="*/ 5 w 29"/>
                    <a:gd name="T5" fmla="*/ 4 h 29"/>
                    <a:gd name="T6" fmla="*/ 5 w 29"/>
                    <a:gd name="T7" fmla="*/ 22 h 29"/>
                    <a:gd name="T8" fmla="*/ 12 w 29"/>
                    <a:gd name="T9" fmla="*/ 29 h 29"/>
                    <a:gd name="T10" fmla="*/ 29 w 29"/>
                    <a:gd name="T11" fmla="*/ 11 h 29"/>
                  </a:gdLst>
                  <a:ahLst/>
                  <a:cxnLst>
                    <a:cxn ang="0">
                      <a:pos x="T0" y="T1"/>
                    </a:cxn>
                    <a:cxn ang="0">
                      <a:pos x="T2" y="T3"/>
                    </a:cxn>
                    <a:cxn ang="0">
                      <a:pos x="T4" y="T5"/>
                    </a:cxn>
                    <a:cxn ang="0">
                      <a:pos x="T6" y="T7"/>
                    </a:cxn>
                    <a:cxn ang="0">
                      <a:pos x="T8" y="T9"/>
                    </a:cxn>
                    <a:cxn ang="0">
                      <a:pos x="T10" y="T11"/>
                    </a:cxn>
                  </a:cxnLst>
                  <a:rect l="0" t="0" r="r" b="b"/>
                  <a:pathLst>
                    <a:path w="29" h="29">
                      <a:moveTo>
                        <a:pt x="29" y="11"/>
                      </a:moveTo>
                      <a:cubicBezTo>
                        <a:pt x="22" y="4"/>
                        <a:pt x="22" y="4"/>
                        <a:pt x="22" y="4"/>
                      </a:cubicBezTo>
                      <a:cubicBezTo>
                        <a:pt x="18" y="0"/>
                        <a:pt x="10" y="0"/>
                        <a:pt x="5" y="4"/>
                      </a:cubicBezTo>
                      <a:cubicBezTo>
                        <a:pt x="0" y="9"/>
                        <a:pt x="0" y="17"/>
                        <a:pt x="5" y="22"/>
                      </a:cubicBezTo>
                      <a:cubicBezTo>
                        <a:pt x="12" y="29"/>
                        <a:pt x="12" y="29"/>
                        <a:pt x="12" y="29"/>
                      </a:cubicBezTo>
                      <a:lnTo>
                        <a:pt x="29" y="11"/>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19" name="Freeform 182"/>
                <p:cNvSpPr>
                  <a:spLocks/>
                </p:cNvSpPr>
                <p:nvPr/>
              </p:nvSpPr>
              <p:spPr bwMode="auto">
                <a:xfrm>
                  <a:off x="4165601" y="3027363"/>
                  <a:ext cx="266700" cy="190500"/>
                </a:xfrm>
                <a:custGeom>
                  <a:avLst/>
                  <a:gdLst>
                    <a:gd name="T0" fmla="*/ 88 w 88"/>
                    <a:gd name="T1" fmla="*/ 63 h 63"/>
                    <a:gd name="T2" fmla="*/ 23 w 88"/>
                    <a:gd name="T3" fmla="*/ 40 h 63"/>
                    <a:gd name="T4" fmla="*/ 30 w 88"/>
                    <a:gd name="T5" fmla="*/ 0 h 63"/>
                    <a:gd name="T6" fmla="*/ 88 w 88"/>
                    <a:gd name="T7" fmla="*/ 63 h 63"/>
                  </a:gdLst>
                  <a:ahLst/>
                  <a:cxnLst>
                    <a:cxn ang="0">
                      <a:pos x="T0" y="T1"/>
                    </a:cxn>
                    <a:cxn ang="0">
                      <a:pos x="T2" y="T3"/>
                    </a:cxn>
                    <a:cxn ang="0">
                      <a:pos x="T4" y="T5"/>
                    </a:cxn>
                    <a:cxn ang="0">
                      <a:pos x="T6" y="T7"/>
                    </a:cxn>
                  </a:cxnLst>
                  <a:rect l="0" t="0" r="r" b="b"/>
                  <a:pathLst>
                    <a:path w="88" h="63">
                      <a:moveTo>
                        <a:pt x="88" y="63"/>
                      </a:moveTo>
                      <a:cubicBezTo>
                        <a:pt x="88" y="63"/>
                        <a:pt x="42" y="60"/>
                        <a:pt x="23" y="40"/>
                      </a:cubicBezTo>
                      <a:cubicBezTo>
                        <a:pt x="0" y="15"/>
                        <a:pt x="30" y="0"/>
                        <a:pt x="30" y="0"/>
                      </a:cubicBezTo>
                      <a:lnTo>
                        <a:pt x="88" y="63"/>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20" name="Freeform 183"/>
                <p:cNvSpPr>
                  <a:spLocks/>
                </p:cNvSpPr>
                <p:nvPr/>
              </p:nvSpPr>
              <p:spPr bwMode="auto">
                <a:xfrm>
                  <a:off x="4148138" y="3009900"/>
                  <a:ext cx="147638" cy="153988"/>
                </a:xfrm>
                <a:custGeom>
                  <a:avLst/>
                  <a:gdLst>
                    <a:gd name="T0" fmla="*/ 45 w 49"/>
                    <a:gd name="T1" fmla="*/ 32 h 51"/>
                    <a:gd name="T2" fmla="*/ 44 w 49"/>
                    <a:gd name="T3" fmla="*/ 47 h 51"/>
                    <a:gd name="T4" fmla="*/ 44 w 49"/>
                    <a:gd name="T5" fmla="*/ 47 h 51"/>
                    <a:gd name="T6" fmla="*/ 29 w 49"/>
                    <a:gd name="T7" fmla="*/ 46 h 51"/>
                    <a:gd name="T8" fmla="*/ 4 w 49"/>
                    <a:gd name="T9" fmla="*/ 19 h 51"/>
                    <a:gd name="T10" fmla="*/ 5 w 49"/>
                    <a:gd name="T11" fmla="*/ 4 h 51"/>
                    <a:gd name="T12" fmla="*/ 5 w 49"/>
                    <a:gd name="T13" fmla="*/ 4 h 51"/>
                    <a:gd name="T14" fmla="*/ 20 w 49"/>
                    <a:gd name="T15" fmla="*/ 5 h 51"/>
                    <a:gd name="T16" fmla="*/ 45 w 49"/>
                    <a:gd name="T17" fmla="*/ 3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51">
                      <a:moveTo>
                        <a:pt x="45" y="32"/>
                      </a:moveTo>
                      <a:cubicBezTo>
                        <a:pt x="49" y="36"/>
                        <a:pt x="49" y="43"/>
                        <a:pt x="44" y="47"/>
                      </a:cubicBezTo>
                      <a:cubicBezTo>
                        <a:pt x="44" y="47"/>
                        <a:pt x="44" y="47"/>
                        <a:pt x="44" y="47"/>
                      </a:cubicBezTo>
                      <a:cubicBezTo>
                        <a:pt x="40" y="51"/>
                        <a:pt x="33" y="50"/>
                        <a:pt x="29" y="46"/>
                      </a:cubicBezTo>
                      <a:cubicBezTo>
                        <a:pt x="4" y="19"/>
                        <a:pt x="4" y="19"/>
                        <a:pt x="4" y="19"/>
                      </a:cubicBezTo>
                      <a:cubicBezTo>
                        <a:pt x="0" y="15"/>
                        <a:pt x="1" y="8"/>
                        <a:pt x="5" y="4"/>
                      </a:cubicBezTo>
                      <a:cubicBezTo>
                        <a:pt x="5" y="4"/>
                        <a:pt x="5" y="4"/>
                        <a:pt x="5" y="4"/>
                      </a:cubicBezTo>
                      <a:cubicBezTo>
                        <a:pt x="9" y="0"/>
                        <a:pt x="16" y="1"/>
                        <a:pt x="20" y="5"/>
                      </a:cubicBezTo>
                      <a:lnTo>
                        <a:pt x="45" y="32"/>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21" name="Freeform 184"/>
                <p:cNvSpPr>
                  <a:spLocks/>
                </p:cNvSpPr>
                <p:nvPr/>
              </p:nvSpPr>
              <p:spPr bwMode="auto">
                <a:xfrm>
                  <a:off x="4160838" y="3000375"/>
                  <a:ext cx="84138" cy="96838"/>
                </a:xfrm>
                <a:custGeom>
                  <a:avLst/>
                  <a:gdLst>
                    <a:gd name="T0" fmla="*/ 10 w 28"/>
                    <a:gd name="T1" fmla="*/ 27 h 32"/>
                    <a:gd name="T2" fmla="*/ 9 w 28"/>
                    <a:gd name="T3" fmla="*/ 9 h 32"/>
                    <a:gd name="T4" fmla="*/ 28 w 28"/>
                    <a:gd name="T5" fmla="*/ 18 h 32"/>
                    <a:gd name="T6" fmla="*/ 21 w 28"/>
                    <a:gd name="T7" fmla="*/ 32 h 32"/>
                    <a:gd name="T8" fmla="*/ 10 w 28"/>
                    <a:gd name="T9" fmla="*/ 27 h 32"/>
                  </a:gdLst>
                  <a:ahLst/>
                  <a:cxnLst>
                    <a:cxn ang="0">
                      <a:pos x="T0" y="T1"/>
                    </a:cxn>
                    <a:cxn ang="0">
                      <a:pos x="T2" y="T3"/>
                    </a:cxn>
                    <a:cxn ang="0">
                      <a:pos x="T4" y="T5"/>
                    </a:cxn>
                    <a:cxn ang="0">
                      <a:pos x="T6" y="T7"/>
                    </a:cxn>
                    <a:cxn ang="0">
                      <a:pos x="T8" y="T9"/>
                    </a:cxn>
                  </a:cxnLst>
                  <a:rect l="0" t="0" r="r" b="b"/>
                  <a:pathLst>
                    <a:path w="28" h="32">
                      <a:moveTo>
                        <a:pt x="10" y="27"/>
                      </a:moveTo>
                      <a:cubicBezTo>
                        <a:pt x="10" y="27"/>
                        <a:pt x="18" y="18"/>
                        <a:pt x="9" y="9"/>
                      </a:cubicBezTo>
                      <a:cubicBezTo>
                        <a:pt x="0" y="0"/>
                        <a:pt x="28" y="18"/>
                        <a:pt x="28" y="18"/>
                      </a:cubicBezTo>
                      <a:cubicBezTo>
                        <a:pt x="21" y="32"/>
                        <a:pt x="21" y="32"/>
                        <a:pt x="21" y="32"/>
                      </a:cubicBezTo>
                      <a:lnTo>
                        <a:pt x="10" y="27"/>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22" name="Freeform 185"/>
                <p:cNvSpPr>
                  <a:spLocks/>
                </p:cNvSpPr>
                <p:nvPr/>
              </p:nvSpPr>
              <p:spPr bwMode="auto">
                <a:xfrm>
                  <a:off x="4067176" y="2973388"/>
                  <a:ext cx="157163" cy="109538"/>
                </a:xfrm>
                <a:custGeom>
                  <a:avLst/>
                  <a:gdLst>
                    <a:gd name="T0" fmla="*/ 5 w 52"/>
                    <a:gd name="T1" fmla="*/ 7 h 36"/>
                    <a:gd name="T2" fmla="*/ 0 w 52"/>
                    <a:gd name="T3" fmla="*/ 16 h 36"/>
                    <a:gd name="T4" fmla="*/ 9 w 52"/>
                    <a:gd name="T5" fmla="*/ 21 h 36"/>
                    <a:gd name="T6" fmla="*/ 36 w 52"/>
                    <a:gd name="T7" fmla="*/ 34 h 36"/>
                    <a:gd name="T8" fmla="*/ 50 w 52"/>
                    <a:gd name="T9" fmla="*/ 29 h 36"/>
                    <a:gd name="T10" fmla="*/ 45 w 52"/>
                    <a:gd name="T11" fmla="*/ 16 h 36"/>
                    <a:gd name="T12" fmla="*/ 18 w 52"/>
                    <a:gd name="T13" fmla="*/ 3 h 36"/>
                    <a:gd name="T14" fmla="*/ 5 w 52"/>
                    <a:gd name="T15" fmla="*/ 7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36">
                      <a:moveTo>
                        <a:pt x="5" y="7"/>
                      </a:moveTo>
                      <a:cubicBezTo>
                        <a:pt x="0" y="16"/>
                        <a:pt x="0" y="16"/>
                        <a:pt x="0" y="16"/>
                      </a:cubicBezTo>
                      <a:cubicBezTo>
                        <a:pt x="9" y="21"/>
                        <a:pt x="9" y="21"/>
                        <a:pt x="9" y="21"/>
                      </a:cubicBezTo>
                      <a:cubicBezTo>
                        <a:pt x="36" y="34"/>
                        <a:pt x="36" y="34"/>
                        <a:pt x="36" y="34"/>
                      </a:cubicBezTo>
                      <a:cubicBezTo>
                        <a:pt x="41" y="36"/>
                        <a:pt x="47" y="34"/>
                        <a:pt x="50" y="29"/>
                      </a:cubicBezTo>
                      <a:cubicBezTo>
                        <a:pt x="52" y="25"/>
                        <a:pt x="50" y="19"/>
                        <a:pt x="45" y="16"/>
                      </a:cubicBezTo>
                      <a:cubicBezTo>
                        <a:pt x="18" y="3"/>
                        <a:pt x="18" y="3"/>
                        <a:pt x="18" y="3"/>
                      </a:cubicBezTo>
                      <a:cubicBezTo>
                        <a:pt x="13" y="0"/>
                        <a:pt x="7" y="2"/>
                        <a:pt x="5" y="7"/>
                      </a:cubicBez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23" name="Freeform 186"/>
                <p:cNvSpPr>
                  <a:spLocks/>
                </p:cNvSpPr>
                <p:nvPr/>
              </p:nvSpPr>
              <p:spPr bwMode="auto">
                <a:xfrm>
                  <a:off x="4067176" y="3006725"/>
                  <a:ext cx="57150" cy="42863"/>
                </a:xfrm>
                <a:custGeom>
                  <a:avLst/>
                  <a:gdLst>
                    <a:gd name="T0" fmla="*/ 12 w 19"/>
                    <a:gd name="T1" fmla="*/ 5 h 14"/>
                    <a:gd name="T2" fmla="*/ 3 w 19"/>
                    <a:gd name="T3" fmla="*/ 0 h 14"/>
                    <a:gd name="T4" fmla="*/ 0 w 19"/>
                    <a:gd name="T5" fmla="*/ 5 h 14"/>
                    <a:gd name="T6" fmla="*/ 9 w 19"/>
                    <a:gd name="T7" fmla="*/ 10 h 14"/>
                    <a:gd name="T8" fmla="*/ 19 w 19"/>
                    <a:gd name="T9" fmla="*/ 14 h 14"/>
                    <a:gd name="T10" fmla="*/ 12 w 19"/>
                    <a:gd name="T11" fmla="*/ 5 h 14"/>
                  </a:gdLst>
                  <a:ahLst/>
                  <a:cxnLst>
                    <a:cxn ang="0">
                      <a:pos x="T0" y="T1"/>
                    </a:cxn>
                    <a:cxn ang="0">
                      <a:pos x="T2" y="T3"/>
                    </a:cxn>
                    <a:cxn ang="0">
                      <a:pos x="T4" y="T5"/>
                    </a:cxn>
                    <a:cxn ang="0">
                      <a:pos x="T6" y="T7"/>
                    </a:cxn>
                    <a:cxn ang="0">
                      <a:pos x="T8" y="T9"/>
                    </a:cxn>
                    <a:cxn ang="0">
                      <a:pos x="T10" y="T11"/>
                    </a:cxn>
                  </a:cxnLst>
                  <a:rect l="0" t="0" r="r" b="b"/>
                  <a:pathLst>
                    <a:path w="19" h="14">
                      <a:moveTo>
                        <a:pt x="12" y="5"/>
                      </a:moveTo>
                      <a:cubicBezTo>
                        <a:pt x="3" y="0"/>
                        <a:pt x="3" y="0"/>
                        <a:pt x="3" y="0"/>
                      </a:cubicBezTo>
                      <a:cubicBezTo>
                        <a:pt x="0" y="5"/>
                        <a:pt x="0" y="5"/>
                        <a:pt x="0" y="5"/>
                      </a:cubicBezTo>
                      <a:cubicBezTo>
                        <a:pt x="9" y="10"/>
                        <a:pt x="9" y="10"/>
                        <a:pt x="9" y="10"/>
                      </a:cubicBezTo>
                      <a:cubicBezTo>
                        <a:pt x="19" y="14"/>
                        <a:pt x="19" y="14"/>
                        <a:pt x="19" y="14"/>
                      </a:cubicBezTo>
                      <a:cubicBezTo>
                        <a:pt x="18" y="10"/>
                        <a:pt x="16" y="7"/>
                        <a:pt x="12" y="5"/>
                      </a:cubicBezTo>
                      <a:close/>
                    </a:path>
                  </a:pathLst>
                </a:custGeom>
                <a:solidFill>
                  <a:srgbClr val="F2D3C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24" name="Freeform 187"/>
                <p:cNvSpPr>
                  <a:spLocks/>
                </p:cNvSpPr>
                <p:nvPr/>
              </p:nvSpPr>
              <p:spPr bwMode="auto">
                <a:xfrm>
                  <a:off x="4121151" y="2982913"/>
                  <a:ext cx="84138" cy="66675"/>
                </a:xfrm>
                <a:custGeom>
                  <a:avLst/>
                  <a:gdLst>
                    <a:gd name="T0" fmla="*/ 13 w 28"/>
                    <a:gd name="T1" fmla="*/ 6 h 22"/>
                    <a:gd name="T2" fmla="*/ 28 w 28"/>
                    <a:gd name="T3" fmla="*/ 22 h 22"/>
                    <a:gd name="T4" fmla="*/ 0 w 28"/>
                    <a:gd name="T5" fmla="*/ 0 h 22"/>
                    <a:gd name="T6" fmla="*/ 13 w 28"/>
                    <a:gd name="T7" fmla="*/ 6 h 22"/>
                  </a:gdLst>
                  <a:ahLst/>
                  <a:cxnLst>
                    <a:cxn ang="0">
                      <a:pos x="T0" y="T1"/>
                    </a:cxn>
                    <a:cxn ang="0">
                      <a:pos x="T2" y="T3"/>
                    </a:cxn>
                    <a:cxn ang="0">
                      <a:pos x="T4" y="T5"/>
                    </a:cxn>
                    <a:cxn ang="0">
                      <a:pos x="T6" y="T7"/>
                    </a:cxn>
                  </a:cxnLst>
                  <a:rect l="0" t="0" r="r" b="b"/>
                  <a:pathLst>
                    <a:path w="28" h="22">
                      <a:moveTo>
                        <a:pt x="13" y="6"/>
                      </a:moveTo>
                      <a:cubicBezTo>
                        <a:pt x="28" y="22"/>
                        <a:pt x="28" y="22"/>
                        <a:pt x="28" y="22"/>
                      </a:cubicBezTo>
                      <a:cubicBezTo>
                        <a:pt x="28" y="22"/>
                        <a:pt x="3" y="22"/>
                        <a:pt x="0" y="0"/>
                      </a:cubicBezTo>
                      <a:cubicBezTo>
                        <a:pt x="8" y="4"/>
                        <a:pt x="13" y="6"/>
                        <a:pt x="13" y="6"/>
                      </a:cubicBezTo>
                      <a:close/>
                    </a:path>
                  </a:pathLst>
                </a:custGeom>
                <a:solidFill>
                  <a:srgbClr val="CC86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25" name="Freeform 188"/>
                <p:cNvSpPr>
                  <a:spLocks/>
                </p:cNvSpPr>
                <p:nvPr/>
              </p:nvSpPr>
              <p:spPr bwMode="auto">
                <a:xfrm>
                  <a:off x="4343401" y="3043238"/>
                  <a:ext cx="455613" cy="304800"/>
                </a:xfrm>
                <a:custGeom>
                  <a:avLst/>
                  <a:gdLst>
                    <a:gd name="T0" fmla="*/ 109 w 287"/>
                    <a:gd name="T1" fmla="*/ 0 h 192"/>
                    <a:gd name="T2" fmla="*/ 287 w 287"/>
                    <a:gd name="T3" fmla="*/ 139 h 192"/>
                    <a:gd name="T4" fmla="*/ 95 w 287"/>
                    <a:gd name="T5" fmla="*/ 192 h 192"/>
                    <a:gd name="T6" fmla="*/ 0 w 287"/>
                    <a:gd name="T7" fmla="*/ 89 h 192"/>
                    <a:gd name="T8" fmla="*/ 109 w 287"/>
                    <a:gd name="T9" fmla="*/ 0 h 192"/>
                  </a:gdLst>
                  <a:ahLst/>
                  <a:cxnLst>
                    <a:cxn ang="0">
                      <a:pos x="T0" y="T1"/>
                    </a:cxn>
                    <a:cxn ang="0">
                      <a:pos x="T2" y="T3"/>
                    </a:cxn>
                    <a:cxn ang="0">
                      <a:pos x="T4" y="T5"/>
                    </a:cxn>
                    <a:cxn ang="0">
                      <a:pos x="T6" y="T7"/>
                    </a:cxn>
                    <a:cxn ang="0">
                      <a:pos x="T8" y="T9"/>
                    </a:cxn>
                  </a:cxnLst>
                  <a:rect l="0" t="0" r="r" b="b"/>
                  <a:pathLst>
                    <a:path w="287" h="192">
                      <a:moveTo>
                        <a:pt x="109" y="0"/>
                      </a:moveTo>
                      <a:lnTo>
                        <a:pt x="287" y="139"/>
                      </a:lnTo>
                      <a:lnTo>
                        <a:pt x="95" y="192"/>
                      </a:lnTo>
                      <a:lnTo>
                        <a:pt x="0" y="89"/>
                      </a:lnTo>
                      <a:lnTo>
                        <a:pt x="109" y="0"/>
                      </a:lnTo>
                      <a:close/>
                    </a:path>
                  </a:pathLst>
                </a:custGeom>
                <a:solidFill>
                  <a:srgbClr val="E5B5A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grpSp>
        </p:grpSp>
      </p:grpSp>
      <p:grpSp>
        <p:nvGrpSpPr>
          <p:cNvPr id="302" name="Group 301"/>
          <p:cNvGrpSpPr/>
          <p:nvPr/>
        </p:nvGrpSpPr>
        <p:grpSpPr>
          <a:xfrm>
            <a:off x="5440363" y="2237901"/>
            <a:ext cx="1578195" cy="1923220"/>
            <a:chOff x="5503728" y="2213527"/>
            <a:chExt cx="1610489" cy="1962574"/>
          </a:xfrm>
        </p:grpSpPr>
        <p:sp>
          <p:nvSpPr>
            <p:cNvPr id="134" name="Rectangle 133"/>
            <p:cNvSpPr/>
            <p:nvPr/>
          </p:nvSpPr>
          <p:spPr>
            <a:xfrm>
              <a:off x="5503728" y="3466393"/>
              <a:ext cx="1610489" cy="709708"/>
            </a:xfrm>
            <a:prstGeom prst="rect">
              <a:avLst/>
            </a:prstGeom>
          </p:spPr>
          <p:txBody>
            <a:bodyPr wrap="square">
              <a:spAutoFit/>
            </a:bodyPr>
            <a:lstStyle/>
            <a:p>
              <a:pPr algn="ctr" defTabSz="895999"/>
              <a:r>
                <a:rPr lang="en-US" sz="1921" dirty="0">
                  <a:gradFill>
                    <a:gsLst>
                      <a:gs pos="28319">
                        <a:srgbClr val="000000"/>
                      </a:gs>
                      <a:gs pos="52212">
                        <a:srgbClr val="000000"/>
                      </a:gs>
                    </a:gsLst>
                    <a:lin ang="5400000" scaled="0"/>
                  </a:gradFill>
                  <a:latin typeface="Segoe UI"/>
                </a:rPr>
                <a:t>Free </a:t>
              </a:r>
              <a:br>
                <a:rPr lang="en-US" sz="1921" dirty="0">
                  <a:gradFill>
                    <a:gsLst>
                      <a:gs pos="28319">
                        <a:srgbClr val="000000"/>
                      </a:gs>
                      <a:gs pos="52212">
                        <a:srgbClr val="000000"/>
                      </a:gs>
                    </a:gsLst>
                    <a:lin ang="5400000" scaled="0"/>
                  </a:gradFill>
                  <a:latin typeface="Segoe UI"/>
                </a:rPr>
              </a:br>
              <a:r>
                <a:rPr lang="en-US" sz="1921" dirty="0">
                  <a:gradFill>
                    <a:gsLst>
                      <a:gs pos="28319">
                        <a:srgbClr val="000000"/>
                      </a:gs>
                      <a:gs pos="52212">
                        <a:srgbClr val="000000"/>
                      </a:gs>
                    </a:gsLst>
                    <a:lin ang="5400000" scaled="0"/>
                  </a:gradFill>
                  <a:latin typeface="Segoe UI"/>
                </a:rPr>
                <a:t>Training</a:t>
              </a:r>
            </a:p>
          </p:txBody>
        </p:sp>
        <p:pic>
          <p:nvPicPr>
            <p:cNvPr id="303" name="Picture 302"/>
            <p:cNvPicPr>
              <a:picLocks noChangeAspect="1"/>
            </p:cNvPicPr>
            <p:nvPr/>
          </p:nvPicPr>
          <p:blipFill>
            <a:blip r:embed="rId4"/>
            <a:stretch>
              <a:fillRect/>
            </a:stretch>
          </p:blipFill>
          <p:spPr>
            <a:xfrm flipH="1">
              <a:off x="5899272" y="2213527"/>
              <a:ext cx="819400" cy="1205398"/>
            </a:xfrm>
            <a:prstGeom prst="rect">
              <a:avLst/>
            </a:prstGeom>
          </p:spPr>
        </p:pic>
      </p:grpSp>
      <p:grpSp>
        <p:nvGrpSpPr>
          <p:cNvPr id="298" name="Group 297"/>
          <p:cNvGrpSpPr/>
          <p:nvPr/>
        </p:nvGrpSpPr>
        <p:grpSpPr>
          <a:xfrm>
            <a:off x="7542307" y="2237752"/>
            <a:ext cx="1710015" cy="1923370"/>
            <a:chOff x="7453007" y="2213374"/>
            <a:chExt cx="1745006" cy="1962727"/>
          </a:xfrm>
        </p:grpSpPr>
        <p:sp>
          <p:nvSpPr>
            <p:cNvPr id="142" name="Rectangle 141"/>
            <p:cNvSpPr/>
            <p:nvPr/>
          </p:nvSpPr>
          <p:spPr>
            <a:xfrm>
              <a:off x="7520266" y="3466393"/>
              <a:ext cx="1610489" cy="709708"/>
            </a:xfrm>
            <a:prstGeom prst="rect">
              <a:avLst/>
            </a:prstGeom>
          </p:spPr>
          <p:txBody>
            <a:bodyPr wrap="square">
              <a:spAutoFit/>
            </a:bodyPr>
            <a:lstStyle/>
            <a:p>
              <a:pPr algn="ctr" defTabSz="895999"/>
              <a:r>
                <a:rPr lang="en-US" sz="1921" dirty="0">
                  <a:gradFill>
                    <a:gsLst>
                      <a:gs pos="28319">
                        <a:srgbClr val="000000"/>
                      </a:gs>
                      <a:gs pos="52212">
                        <a:srgbClr val="000000"/>
                      </a:gs>
                    </a:gsLst>
                    <a:lin ang="5400000" scaled="0"/>
                  </a:gradFill>
                  <a:latin typeface="Segoe UI"/>
                </a:rPr>
                <a:t>Free </a:t>
              </a:r>
              <a:br>
                <a:rPr lang="en-US" sz="1921" dirty="0">
                  <a:gradFill>
                    <a:gsLst>
                      <a:gs pos="28319">
                        <a:srgbClr val="000000"/>
                      </a:gs>
                      <a:gs pos="52212">
                        <a:srgbClr val="000000"/>
                      </a:gs>
                    </a:gsLst>
                    <a:lin ang="5400000" scaled="0"/>
                  </a:gradFill>
                  <a:latin typeface="Segoe UI"/>
                </a:rPr>
              </a:br>
              <a:r>
                <a:rPr lang="en-US" sz="1921" dirty="0">
                  <a:gradFill>
                    <a:gsLst>
                      <a:gs pos="28319">
                        <a:srgbClr val="000000"/>
                      </a:gs>
                      <a:gs pos="52212">
                        <a:srgbClr val="000000"/>
                      </a:gs>
                    </a:gsLst>
                    <a:lin ang="5400000" scaled="0"/>
                  </a:gradFill>
                  <a:latin typeface="Segoe UI"/>
                </a:rPr>
                <a:t>Tools</a:t>
              </a:r>
            </a:p>
          </p:txBody>
        </p:sp>
        <p:grpSp>
          <p:nvGrpSpPr>
            <p:cNvPr id="1140" name="Group 1139"/>
            <p:cNvGrpSpPr/>
            <p:nvPr/>
          </p:nvGrpSpPr>
          <p:grpSpPr>
            <a:xfrm>
              <a:off x="7453007" y="2213374"/>
              <a:ext cx="1745006" cy="1177578"/>
              <a:chOff x="7353454" y="2213374"/>
              <a:chExt cx="1745006" cy="1177578"/>
            </a:xfrm>
          </p:grpSpPr>
          <p:grpSp>
            <p:nvGrpSpPr>
              <p:cNvPr id="1139" name="Group 1138"/>
              <p:cNvGrpSpPr/>
              <p:nvPr/>
            </p:nvGrpSpPr>
            <p:grpSpPr>
              <a:xfrm>
                <a:off x="7353454" y="2213374"/>
                <a:ext cx="1517514" cy="1152575"/>
                <a:chOff x="7377113" y="1308100"/>
                <a:chExt cx="1277937" cy="847725"/>
              </a:xfrm>
            </p:grpSpPr>
            <p:sp>
              <p:nvSpPr>
                <p:cNvPr id="1132" name="AutoShape 190"/>
                <p:cNvSpPr>
                  <a:spLocks noChangeAspect="1" noChangeArrowheads="1" noTextEdit="1"/>
                </p:cNvSpPr>
                <p:nvPr/>
              </p:nvSpPr>
              <p:spPr bwMode="auto">
                <a:xfrm>
                  <a:off x="7377113" y="1308100"/>
                  <a:ext cx="1277937" cy="84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33" name="Rectangle 192"/>
                <p:cNvSpPr>
                  <a:spLocks noChangeArrowheads="1"/>
                </p:cNvSpPr>
                <p:nvPr/>
              </p:nvSpPr>
              <p:spPr bwMode="auto">
                <a:xfrm>
                  <a:off x="7844201" y="1393963"/>
                  <a:ext cx="564787" cy="761862"/>
                </a:xfrm>
                <a:prstGeom prst="rect">
                  <a:avLst/>
                </a:prstGeom>
                <a:solidFill>
                  <a:srgbClr val="D83B01"/>
                </a:solidFill>
                <a:ln>
                  <a:noFill/>
                </a:ln>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34" name="Rectangle 193"/>
                <p:cNvSpPr>
                  <a:spLocks noChangeArrowheads="1"/>
                </p:cNvSpPr>
                <p:nvPr/>
              </p:nvSpPr>
              <p:spPr bwMode="auto">
                <a:xfrm>
                  <a:off x="7586663" y="1393963"/>
                  <a:ext cx="271895" cy="761862"/>
                </a:xfrm>
                <a:prstGeom prst="rect">
                  <a:avLst/>
                </a:prstGeom>
                <a:solidFill>
                  <a:srgbClr val="A32B01"/>
                </a:solidFill>
                <a:ln>
                  <a:noFill/>
                </a:ln>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35" name="Freeform 194"/>
                <p:cNvSpPr>
                  <a:spLocks/>
                </p:cNvSpPr>
                <p:nvPr/>
              </p:nvSpPr>
              <p:spPr bwMode="auto">
                <a:xfrm>
                  <a:off x="7466520" y="1394833"/>
                  <a:ext cx="392039" cy="216395"/>
                </a:xfrm>
                <a:custGeom>
                  <a:avLst/>
                  <a:gdLst>
                    <a:gd name="T0" fmla="*/ 215 w 348"/>
                    <a:gd name="T1" fmla="*/ 133 h 133"/>
                    <a:gd name="T2" fmla="*/ 0 w 348"/>
                    <a:gd name="T3" fmla="*/ 133 h 133"/>
                    <a:gd name="T4" fmla="*/ 130 w 348"/>
                    <a:gd name="T5" fmla="*/ 0 h 133"/>
                    <a:gd name="T6" fmla="*/ 348 w 348"/>
                    <a:gd name="T7" fmla="*/ 0 h 133"/>
                    <a:gd name="T8" fmla="*/ 215 w 348"/>
                    <a:gd name="T9" fmla="*/ 133 h 133"/>
                    <a:gd name="connsiteX0" fmla="*/ 4375 w 8197"/>
                    <a:gd name="connsiteY0" fmla="*/ 10000 h 10000"/>
                    <a:gd name="connsiteX1" fmla="*/ 0 w 8197"/>
                    <a:gd name="connsiteY1" fmla="*/ 10000 h 10000"/>
                    <a:gd name="connsiteX2" fmla="*/ 1933 w 8197"/>
                    <a:gd name="connsiteY2" fmla="*/ 0 h 10000"/>
                    <a:gd name="connsiteX3" fmla="*/ 8197 w 8197"/>
                    <a:gd name="connsiteY3" fmla="*/ 0 h 10000"/>
                    <a:gd name="connsiteX4" fmla="*/ 4375 w 8197"/>
                    <a:gd name="connsiteY4" fmla="*/ 10000 h 10000"/>
                    <a:gd name="connsiteX0" fmla="*/ 7639 w 10000"/>
                    <a:gd name="connsiteY0" fmla="*/ 10249 h 10249"/>
                    <a:gd name="connsiteX1" fmla="*/ 0 w 10000"/>
                    <a:gd name="connsiteY1" fmla="*/ 10000 h 10249"/>
                    <a:gd name="connsiteX2" fmla="*/ 2358 w 10000"/>
                    <a:gd name="connsiteY2" fmla="*/ 0 h 10249"/>
                    <a:gd name="connsiteX3" fmla="*/ 10000 w 10000"/>
                    <a:gd name="connsiteY3" fmla="*/ 0 h 10249"/>
                    <a:gd name="connsiteX4" fmla="*/ 7639 w 10000"/>
                    <a:gd name="connsiteY4" fmla="*/ 10249 h 10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249">
                      <a:moveTo>
                        <a:pt x="7639" y="10249"/>
                      </a:moveTo>
                      <a:lnTo>
                        <a:pt x="0" y="10000"/>
                      </a:lnTo>
                      <a:lnTo>
                        <a:pt x="2358" y="0"/>
                      </a:lnTo>
                      <a:lnTo>
                        <a:pt x="10000" y="0"/>
                      </a:lnTo>
                      <a:lnTo>
                        <a:pt x="7639" y="10249"/>
                      </a:lnTo>
                      <a:close/>
                    </a:path>
                  </a:pathLst>
                </a:custGeom>
                <a:solidFill>
                  <a:srgbClr val="D83B01"/>
                </a:solidFill>
                <a:ln>
                  <a:noFill/>
                </a:ln>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36" name="Freeform 195"/>
                <p:cNvSpPr>
                  <a:spLocks/>
                </p:cNvSpPr>
                <p:nvPr/>
              </p:nvSpPr>
              <p:spPr bwMode="auto">
                <a:xfrm>
                  <a:off x="7864148" y="1394833"/>
                  <a:ext cx="673941" cy="209443"/>
                </a:xfrm>
                <a:custGeom>
                  <a:avLst/>
                  <a:gdLst>
                    <a:gd name="T0" fmla="*/ 457 w 457"/>
                    <a:gd name="T1" fmla="*/ 133 h 133"/>
                    <a:gd name="T2" fmla="*/ 157 w 457"/>
                    <a:gd name="T3" fmla="*/ 133 h 133"/>
                    <a:gd name="T4" fmla="*/ 0 w 457"/>
                    <a:gd name="T5" fmla="*/ 0 h 133"/>
                    <a:gd name="T6" fmla="*/ 300 w 457"/>
                    <a:gd name="T7" fmla="*/ 0 h 133"/>
                    <a:gd name="T8" fmla="*/ 457 w 457"/>
                    <a:gd name="T9" fmla="*/ 133 h 133"/>
                    <a:gd name="connsiteX0" fmla="*/ 10000 w 10000"/>
                    <a:gd name="connsiteY0" fmla="*/ 10000 h 10000"/>
                    <a:gd name="connsiteX1" fmla="*/ 3435 w 10000"/>
                    <a:gd name="connsiteY1" fmla="*/ 10000 h 10000"/>
                    <a:gd name="connsiteX2" fmla="*/ 0 w 10000"/>
                    <a:gd name="connsiteY2" fmla="*/ 0 h 10000"/>
                    <a:gd name="connsiteX3" fmla="*/ 8660 w 10000"/>
                    <a:gd name="connsiteY3" fmla="*/ 0 h 10000"/>
                    <a:gd name="connsiteX4" fmla="*/ 10000 w 10000"/>
                    <a:gd name="connsiteY4" fmla="*/ 10000 h 10000"/>
                    <a:gd name="connsiteX0" fmla="*/ 10667 w 10667"/>
                    <a:gd name="connsiteY0" fmla="*/ 10000 h 10000"/>
                    <a:gd name="connsiteX1" fmla="*/ 3435 w 10667"/>
                    <a:gd name="connsiteY1" fmla="*/ 10000 h 10000"/>
                    <a:gd name="connsiteX2" fmla="*/ 0 w 10667"/>
                    <a:gd name="connsiteY2" fmla="*/ 0 h 10000"/>
                    <a:gd name="connsiteX3" fmla="*/ 8660 w 10667"/>
                    <a:gd name="connsiteY3" fmla="*/ 0 h 10000"/>
                    <a:gd name="connsiteX4" fmla="*/ 10667 w 10667"/>
                    <a:gd name="connsiteY4" fmla="*/ 10000 h 10000"/>
                    <a:gd name="connsiteX0" fmla="*/ 10667 w 10667"/>
                    <a:gd name="connsiteY0" fmla="*/ 10000 h 10084"/>
                    <a:gd name="connsiteX1" fmla="*/ 1467 w 10667"/>
                    <a:gd name="connsiteY1" fmla="*/ 10084 h 10084"/>
                    <a:gd name="connsiteX2" fmla="*/ 0 w 10667"/>
                    <a:gd name="connsiteY2" fmla="*/ 0 h 10084"/>
                    <a:gd name="connsiteX3" fmla="*/ 8660 w 10667"/>
                    <a:gd name="connsiteY3" fmla="*/ 0 h 10084"/>
                    <a:gd name="connsiteX4" fmla="*/ 10667 w 10667"/>
                    <a:gd name="connsiteY4" fmla="*/ 10000 h 10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7" h="10084">
                      <a:moveTo>
                        <a:pt x="10667" y="10000"/>
                      </a:moveTo>
                      <a:lnTo>
                        <a:pt x="1467" y="10084"/>
                      </a:lnTo>
                      <a:lnTo>
                        <a:pt x="0" y="0"/>
                      </a:lnTo>
                      <a:lnTo>
                        <a:pt x="8660" y="0"/>
                      </a:lnTo>
                      <a:lnTo>
                        <a:pt x="10667" y="10000"/>
                      </a:lnTo>
                      <a:close/>
                    </a:path>
                  </a:pathLst>
                </a:custGeom>
                <a:solidFill>
                  <a:srgbClr val="FE4A0A"/>
                </a:solidFill>
                <a:ln>
                  <a:noFill/>
                </a:ln>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grpSp>
          <p:pic>
            <p:nvPicPr>
              <p:cNvPr id="304" name="Picture 303"/>
              <p:cNvPicPr>
                <a:picLocks noChangeAspect="1"/>
              </p:cNvPicPr>
              <p:nvPr/>
            </p:nvPicPr>
            <p:blipFill>
              <a:blip r:embed="rId5"/>
              <a:stretch>
                <a:fillRect/>
              </a:stretch>
            </p:blipFill>
            <p:spPr>
              <a:xfrm>
                <a:off x="8203393" y="2481212"/>
                <a:ext cx="895067" cy="909740"/>
              </a:xfrm>
              <a:prstGeom prst="rect">
                <a:avLst/>
              </a:prstGeom>
            </p:spPr>
          </p:pic>
        </p:grpSp>
      </p:grpSp>
      <p:grpSp>
        <p:nvGrpSpPr>
          <p:cNvPr id="301" name="Group 300"/>
          <p:cNvGrpSpPr/>
          <p:nvPr/>
        </p:nvGrpSpPr>
        <p:grpSpPr>
          <a:xfrm>
            <a:off x="9776076" y="2240472"/>
            <a:ext cx="1578195" cy="1766910"/>
            <a:chOff x="9851377" y="2216150"/>
            <a:chExt cx="1610489" cy="1803064"/>
          </a:xfrm>
        </p:grpSpPr>
        <p:sp>
          <p:nvSpPr>
            <p:cNvPr id="177" name="Rectangle 176"/>
            <p:cNvSpPr/>
            <p:nvPr/>
          </p:nvSpPr>
          <p:spPr>
            <a:xfrm>
              <a:off x="9851377" y="3617256"/>
              <a:ext cx="1610489" cy="401958"/>
            </a:xfrm>
            <a:prstGeom prst="rect">
              <a:avLst/>
            </a:prstGeom>
          </p:spPr>
          <p:txBody>
            <a:bodyPr wrap="square">
              <a:spAutoFit/>
            </a:bodyPr>
            <a:lstStyle/>
            <a:p>
              <a:pPr algn="ctr" defTabSz="895999"/>
              <a:r>
                <a:rPr lang="en-US" sz="1921" dirty="0">
                  <a:gradFill>
                    <a:gsLst>
                      <a:gs pos="28319">
                        <a:srgbClr val="000000"/>
                      </a:gs>
                      <a:gs pos="52212">
                        <a:srgbClr val="000000"/>
                      </a:gs>
                    </a:gsLst>
                    <a:lin ang="5400000" scaled="0"/>
                  </a:gradFill>
                  <a:latin typeface="Segoe UI"/>
                </a:rPr>
                <a:t>Webinars</a:t>
              </a:r>
            </a:p>
          </p:txBody>
        </p:sp>
        <p:grpSp>
          <p:nvGrpSpPr>
            <p:cNvPr id="292" name="Group 291"/>
            <p:cNvGrpSpPr/>
            <p:nvPr/>
          </p:nvGrpSpPr>
          <p:grpSpPr>
            <a:xfrm>
              <a:off x="10039877" y="2216150"/>
              <a:ext cx="1233488" cy="1268413"/>
              <a:chOff x="9902825" y="2216150"/>
              <a:chExt cx="1233488" cy="1268413"/>
            </a:xfrm>
          </p:grpSpPr>
          <p:sp>
            <p:nvSpPr>
              <p:cNvPr id="1142" name="AutoShape 199"/>
              <p:cNvSpPr>
                <a:spLocks noChangeAspect="1" noChangeArrowheads="1" noTextEdit="1"/>
              </p:cNvSpPr>
              <p:nvPr/>
            </p:nvSpPr>
            <p:spPr bwMode="auto">
              <a:xfrm>
                <a:off x="9902825" y="2216150"/>
                <a:ext cx="1228725" cy="1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43" name="Freeform 201"/>
              <p:cNvSpPr>
                <a:spLocks/>
              </p:cNvSpPr>
              <p:nvPr/>
            </p:nvSpPr>
            <p:spPr bwMode="auto">
              <a:xfrm>
                <a:off x="9907588" y="2216150"/>
                <a:ext cx="1228725" cy="1231900"/>
              </a:xfrm>
              <a:custGeom>
                <a:avLst/>
                <a:gdLst>
                  <a:gd name="T0" fmla="*/ 178 w 306"/>
                  <a:gd name="T1" fmla="*/ 305 h 307"/>
                  <a:gd name="T2" fmla="*/ 173 w 306"/>
                  <a:gd name="T3" fmla="*/ 305 h 307"/>
                  <a:gd name="T4" fmla="*/ 1 w 306"/>
                  <a:gd name="T5" fmla="*/ 133 h 307"/>
                  <a:gd name="T6" fmla="*/ 1 w 306"/>
                  <a:gd name="T7" fmla="*/ 128 h 307"/>
                  <a:gd name="T8" fmla="*/ 128 w 306"/>
                  <a:gd name="T9" fmla="*/ 2 h 307"/>
                  <a:gd name="T10" fmla="*/ 133 w 306"/>
                  <a:gd name="T11" fmla="*/ 2 h 307"/>
                  <a:gd name="T12" fmla="*/ 305 w 306"/>
                  <a:gd name="T13" fmla="*/ 174 h 307"/>
                  <a:gd name="T14" fmla="*/ 305 w 306"/>
                  <a:gd name="T15" fmla="*/ 179 h 307"/>
                  <a:gd name="T16" fmla="*/ 178 w 306"/>
                  <a:gd name="T17" fmla="*/ 305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6" h="307">
                    <a:moveTo>
                      <a:pt x="178" y="305"/>
                    </a:moveTo>
                    <a:cubicBezTo>
                      <a:pt x="177" y="307"/>
                      <a:pt x="175" y="307"/>
                      <a:pt x="173" y="305"/>
                    </a:cubicBezTo>
                    <a:cubicBezTo>
                      <a:pt x="1" y="133"/>
                      <a:pt x="1" y="133"/>
                      <a:pt x="1" y="133"/>
                    </a:cubicBezTo>
                    <a:cubicBezTo>
                      <a:pt x="0" y="132"/>
                      <a:pt x="0" y="130"/>
                      <a:pt x="1" y="128"/>
                    </a:cubicBezTo>
                    <a:cubicBezTo>
                      <a:pt x="128" y="2"/>
                      <a:pt x="128" y="2"/>
                      <a:pt x="128" y="2"/>
                    </a:cubicBezTo>
                    <a:cubicBezTo>
                      <a:pt x="129" y="0"/>
                      <a:pt x="131" y="0"/>
                      <a:pt x="133" y="2"/>
                    </a:cubicBezTo>
                    <a:cubicBezTo>
                      <a:pt x="305" y="174"/>
                      <a:pt x="305" y="174"/>
                      <a:pt x="305" y="174"/>
                    </a:cubicBezTo>
                    <a:cubicBezTo>
                      <a:pt x="306" y="175"/>
                      <a:pt x="306" y="177"/>
                      <a:pt x="305" y="179"/>
                    </a:cubicBezTo>
                    <a:lnTo>
                      <a:pt x="178" y="30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44" name="Freeform 202"/>
              <p:cNvSpPr>
                <a:spLocks/>
              </p:cNvSpPr>
              <p:nvPr/>
            </p:nvSpPr>
            <p:spPr bwMode="auto">
              <a:xfrm>
                <a:off x="10015538" y="2324100"/>
                <a:ext cx="1016000" cy="1011238"/>
              </a:xfrm>
              <a:custGeom>
                <a:avLst/>
                <a:gdLst>
                  <a:gd name="T0" fmla="*/ 151 w 253"/>
                  <a:gd name="T1" fmla="*/ 251 h 252"/>
                  <a:gd name="T2" fmla="*/ 147 w 253"/>
                  <a:gd name="T3" fmla="*/ 251 h 252"/>
                  <a:gd name="T4" fmla="*/ 2 w 253"/>
                  <a:gd name="T5" fmla="*/ 105 h 252"/>
                  <a:gd name="T6" fmla="*/ 2 w 253"/>
                  <a:gd name="T7" fmla="*/ 101 h 252"/>
                  <a:gd name="T8" fmla="*/ 102 w 253"/>
                  <a:gd name="T9" fmla="*/ 1 h 252"/>
                  <a:gd name="T10" fmla="*/ 106 w 253"/>
                  <a:gd name="T11" fmla="*/ 1 h 252"/>
                  <a:gd name="T12" fmla="*/ 251 w 253"/>
                  <a:gd name="T13" fmla="*/ 147 h 252"/>
                  <a:gd name="T14" fmla="*/ 251 w 253"/>
                  <a:gd name="T15" fmla="*/ 151 h 252"/>
                  <a:gd name="T16" fmla="*/ 151 w 253"/>
                  <a:gd name="T17" fmla="*/ 251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3" h="252">
                    <a:moveTo>
                      <a:pt x="151" y="251"/>
                    </a:moveTo>
                    <a:cubicBezTo>
                      <a:pt x="150" y="252"/>
                      <a:pt x="148" y="252"/>
                      <a:pt x="147" y="251"/>
                    </a:cubicBezTo>
                    <a:cubicBezTo>
                      <a:pt x="2" y="105"/>
                      <a:pt x="2" y="105"/>
                      <a:pt x="2" y="105"/>
                    </a:cubicBezTo>
                    <a:cubicBezTo>
                      <a:pt x="0" y="104"/>
                      <a:pt x="0" y="102"/>
                      <a:pt x="2" y="101"/>
                    </a:cubicBezTo>
                    <a:cubicBezTo>
                      <a:pt x="102" y="1"/>
                      <a:pt x="102" y="1"/>
                      <a:pt x="102" y="1"/>
                    </a:cubicBezTo>
                    <a:cubicBezTo>
                      <a:pt x="103" y="0"/>
                      <a:pt x="105" y="0"/>
                      <a:pt x="106" y="1"/>
                    </a:cubicBezTo>
                    <a:cubicBezTo>
                      <a:pt x="251" y="147"/>
                      <a:pt x="251" y="147"/>
                      <a:pt x="251" y="147"/>
                    </a:cubicBezTo>
                    <a:cubicBezTo>
                      <a:pt x="253" y="148"/>
                      <a:pt x="253" y="150"/>
                      <a:pt x="251" y="151"/>
                    </a:cubicBezTo>
                    <a:lnTo>
                      <a:pt x="151" y="251"/>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45" name="Freeform 203"/>
              <p:cNvSpPr>
                <a:spLocks/>
              </p:cNvSpPr>
              <p:nvPr/>
            </p:nvSpPr>
            <p:spPr bwMode="auto">
              <a:xfrm>
                <a:off x="10753725" y="2584450"/>
                <a:ext cx="17463" cy="17463"/>
              </a:xfrm>
              <a:custGeom>
                <a:avLst/>
                <a:gdLst>
                  <a:gd name="T0" fmla="*/ 3 w 4"/>
                  <a:gd name="T1" fmla="*/ 3 h 4"/>
                  <a:gd name="T2" fmla="*/ 0 w 4"/>
                  <a:gd name="T3" fmla="*/ 3 h 4"/>
                  <a:gd name="T4" fmla="*/ 1 w 4"/>
                  <a:gd name="T5" fmla="*/ 0 h 4"/>
                  <a:gd name="T6" fmla="*/ 3 w 4"/>
                  <a:gd name="T7" fmla="*/ 0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2" y="4"/>
                      <a:pt x="1" y="4"/>
                      <a:pt x="0" y="3"/>
                    </a:cubicBezTo>
                    <a:cubicBezTo>
                      <a:pt x="0" y="2"/>
                      <a:pt x="0" y="1"/>
                      <a:pt x="1" y="0"/>
                    </a:cubicBezTo>
                    <a:cubicBezTo>
                      <a:pt x="1" y="0"/>
                      <a:pt x="2" y="0"/>
                      <a:pt x="3" y="0"/>
                    </a:cubicBezTo>
                    <a:cubicBezTo>
                      <a:pt x="4" y="1"/>
                      <a:pt x="4" y="2"/>
                      <a:pt x="3" y="3"/>
                    </a:cubicBezTo>
                    <a:close/>
                  </a:path>
                </a:pathLst>
              </a:custGeom>
              <a:solidFill>
                <a:srgbClr val="DFDF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cxnSp>
            <p:nvCxnSpPr>
              <p:cNvPr id="328" name="Straight Connector 327"/>
              <p:cNvCxnSpPr/>
              <p:nvPr/>
            </p:nvCxnSpPr>
            <p:spPr>
              <a:xfrm>
                <a:off x="10104571" y="2735264"/>
                <a:ext cx="507866" cy="516731"/>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2" name="Straight Connector 331"/>
              <p:cNvCxnSpPr/>
              <p:nvPr/>
            </p:nvCxnSpPr>
            <p:spPr>
              <a:xfrm>
                <a:off x="10146823" y="2694304"/>
                <a:ext cx="507866" cy="516731"/>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3" name="Straight Connector 332"/>
              <p:cNvCxnSpPr/>
              <p:nvPr/>
            </p:nvCxnSpPr>
            <p:spPr>
              <a:xfrm>
                <a:off x="10272121" y="2596276"/>
                <a:ext cx="507866" cy="516731"/>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4" name="Straight Connector 333"/>
              <p:cNvCxnSpPr/>
              <p:nvPr/>
            </p:nvCxnSpPr>
            <p:spPr>
              <a:xfrm>
                <a:off x="10314121" y="2554265"/>
                <a:ext cx="507866" cy="516731"/>
              </a:xfrm>
              <a:prstGeom prst="line">
                <a:avLst/>
              </a:prstGeom>
              <a:ln w="15875">
                <a:solidFill>
                  <a:srgbClr val="0078D7"/>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291" name="Group 290"/>
              <p:cNvGrpSpPr/>
              <p:nvPr/>
            </p:nvGrpSpPr>
            <p:grpSpPr>
              <a:xfrm>
                <a:off x="10802938" y="2917825"/>
                <a:ext cx="39688" cy="566738"/>
                <a:chOff x="10802938" y="2917825"/>
                <a:chExt cx="39688" cy="566738"/>
              </a:xfrm>
            </p:grpSpPr>
            <p:sp>
              <p:nvSpPr>
                <p:cNvPr id="1146" name="Rectangle 204"/>
                <p:cNvSpPr>
                  <a:spLocks noChangeArrowheads="1"/>
                </p:cNvSpPr>
                <p:nvPr/>
              </p:nvSpPr>
              <p:spPr bwMode="auto">
                <a:xfrm>
                  <a:off x="10802938" y="3379788"/>
                  <a:ext cx="39688" cy="92075"/>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48" name="Freeform 206"/>
                <p:cNvSpPr>
                  <a:spLocks/>
                </p:cNvSpPr>
                <p:nvPr/>
              </p:nvSpPr>
              <p:spPr bwMode="auto">
                <a:xfrm>
                  <a:off x="10802938" y="3471863"/>
                  <a:ext cx="39688" cy="12700"/>
                </a:xfrm>
                <a:custGeom>
                  <a:avLst/>
                  <a:gdLst>
                    <a:gd name="T0" fmla="*/ 10 w 10"/>
                    <a:gd name="T1" fmla="*/ 1 h 3"/>
                    <a:gd name="T2" fmla="*/ 10 w 10"/>
                    <a:gd name="T3" fmla="*/ 0 h 3"/>
                    <a:gd name="T4" fmla="*/ 0 w 10"/>
                    <a:gd name="T5" fmla="*/ 0 h 3"/>
                    <a:gd name="T6" fmla="*/ 0 w 10"/>
                    <a:gd name="T7" fmla="*/ 1 h 3"/>
                    <a:gd name="T8" fmla="*/ 2 w 10"/>
                    <a:gd name="T9" fmla="*/ 3 h 3"/>
                    <a:gd name="T10" fmla="*/ 8 w 10"/>
                    <a:gd name="T11" fmla="*/ 3 h 3"/>
                    <a:gd name="T12" fmla="*/ 10 w 10"/>
                    <a:gd name="T13" fmla="*/ 1 h 3"/>
                  </a:gdLst>
                  <a:ahLst/>
                  <a:cxnLst>
                    <a:cxn ang="0">
                      <a:pos x="T0" y="T1"/>
                    </a:cxn>
                    <a:cxn ang="0">
                      <a:pos x="T2" y="T3"/>
                    </a:cxn>
                    <a:cxn ang="0">
                      <a:pos x="T4" y="T5"/>
                    </a:cxn>
                    <a:cxn ang="0">
                      <a:pos x="T6" y="T7"/>
                    </a:cxn>
                    <a:cxn ang="0">
                      <a:pos x="T8" y="T9"/>
                    </a:cxn>
                    <a:cxn ang="0">
                      <a:pos x="T10" y="T11"/>
                    </a:cxn>
                    <a:cxn ang="0">
                      <a:pos x="T12" y="T13"/>
                    </a:cxn>
                  </a:cxnLst>
                  <a:rect l="0" t="0" r="r" b="b"/>
                  <a:pathLst>
                    <a:path w="10" h="3">
                      <a:moveTo>
                        <a:pt x="10" y="1"/>
                      </a:moveTo>
                      <a:cubicBezTo>
                        <a:pt x="10" y="0"/>
                        <a:pt x="10" y="0"/>
                        <a:pt x="10" y="0"/>
                      </a:cubicBezTo>
                      <a:cubicBezTo>
                        <a:pt x="0" y="0"/>
                        <a:pt x="0" y="0"/>
                        <a:pt x="0" y="0"/>
                      </a:cubicBezTo>
                      <a:cubicBezTo>
                        <a:pt x="0" y="1"/>
                        <a:pt x="0" y="1"/>
                        <a:pt x="0" y="1"/>
                      </a:cubicBezTo>
                      <a:cubicBezTo>
                        <a:pt x="0" y="2"/>
                        <a:pt x="1" y="3"/>
                        <a:pt x="2" y="3"/>
                      </a:cubicBezTo>
                      <a:cubicBezTo>
                        <a:pt x="8" y="3"/>
                        <a:pt x="8" y="3"/>
                        <a:pt x="8" y="3"/>
                      </a:cubicBezTo>
                      <a:cubicBezTo>
                        <a:pt x="9" y="3"/>
                        <a:pt x="10" y="2"/>
                        <a:pt x="10" y="1"/>
                      </a:cubicBezTo>
                      <a:close/>
                    </a:path>
                  </a:pathLst>
                </a:custGeom>
                <a:solidFill>
                  <a:srgbClr val="00BC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49" name="Freeform 207"/>
                <p:cNvSpPr>
                  <a:spLocks/>
                </p:cNvSpPr>
                <p:nvPr/>
              </p:nvSpPr>
              <p:spPr bwMode="auto">
                <a:xfrm>
                  <a:off x="10814050" y="2917825"/>
                  <a:ext cx="15875" cy="23813"/>
                </a:xfrm>
                <a:custGeom>
                  <a:avLst/>
                  <a:gdLst>
                    <a:gd name="T0" fmla="*/ 0 w 4"/>
                    <a:gd name="T1" fmla="*/ 2 h 6"/>
                    <a:gd name="T2" fmla="*/ 0 w 4"/>
                    <a:gd name="T3" fmla="*/ 6 h 6"/>
                    <a:gd name="T4" fmla="*/ 4 w 4"/>
                    <a:gd name="T5" fmla="*/ 6 h 6"/>
                    <a:gd name="T6" fmla="*/ 4 w 4"/>
                    <a:gd name="T7" fmla="*/ 2 h 6"/>
                    <a:gd name="T8" fmla="*/ 2 w 4"/>
                    <a:gd name="T9" fmla="*/ 0 h 6"/>
                    <a:gd name="T10" fmla="*/ 2 w 4"/>
                    <a:gd name="T11" fmla="*/ 0 h 6"/>
                    <a:gd name="T12" fmla="*/ 0 w 4"/>
                    <a:gd name="T13" fmla="*/ 2 h 6"/>
                  </a:gdLst>
                  <a:ahLst/>
                  <a:cxnLst>
                    <a:cxn ang="0">
                      <a:pos x="T0" y="T1"/>
                    </a:cxn>
                    <a:cxn ang="0">
                      <a:pos x="T2" y="T3"/>
                    </a:cxn>
                    <a:cxn ang="0">
                      <a:pos x="T4" y="T5"/>
                    </a:cxn>
                    <a:cxn ang="0">
                      <a:pos x="T6" y="T7"/>
                    </a:cxn>
                    <a:cxn ang="0">
                      <a:pos x="T8" y="T9"/>
                    </a:cxn>
                    <a:cxn ang="0">
                      <a:pos x="T10" y="T11"/>
                    </a:cxn>
                    <a:cxn ang="0">
                      <a:pos x="T12" y="T13"/>
                    </a:cxn>
                  </a:cxnLst>
                  <a:rect l="0" t="0" r="r" b="b"/>
                  <a:pathLst>
                    <a:path w="4" h="6">
                      <a:moveTo>
                        <a:pt x="0" y="2"/>
                      </a:moveTo>
                      <a:cubicBezTo>
                        <a:pt x="0" y="6"/>
                        <a:pt x="0" y="6"/>
                        <a:pt x="0" y="6"/>
                      </a:cubicBezTo>
                      <a:cubicBezTo>
                        <a:pt x="4" y="6"/>
                        <a:pt x="4" y="6"/>
                        <a:pt x="4" y="6"/>
                      </a:cubicBezTo>
                      <a:cubicBezTo>
                        <a:pt x="4" y="2"/>
                        <a:pt x="4" y="2"/>
                        <a:pt x="4" y="2"/>
                      </a:cubicBezTo>
                      <a:cubicBezTo>
                        <a:pt x="4" y="1"/>
                        <a:pt x="3" y="0"/>
                        <a:pt x="2" y="0"/>
                      </a:cubicBezTo>
                      <a:cubicBezTo>
                        <a:pt x="2" y="0"/>
                        <a:pt x="2" y="0"/>
                        <a:pt x="2" y="0"/>
                      </a:cubicBezTo>
                      <a:cubicBezTo>
                        <a:pt x="1" y="0"/>
                        <a:pt x="0" y="1"/>
                        <a:pt x="0"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50" name="Freeform 208"/>
                <p:cNvSpPr>
                  <a:spLocks/>
                </p:cNvSpPr>
                <p:nvPr/>
              </p:nvSpPr>
              <p:spPr bwMode="auto">
                <a:xfrm>
                  <a:off x="10802938" y="2941638"/>
                  <a:ext cx="39688" cy="84138"/>
                </a:xfrm>
                <a:custGeom>
                  <a:avLst/>
                  <a:gdLst>
                    <a:gd name="T0" fmla="*/ 10 w 10"/>
                    <a:gd name="T1" fmla="*/ 10 h 21"/>
                    <a:gd name="T2" fmla="*/ 7 w 10"/>
                    <a:gd name="T3" fmla="*/ 0 h 21"/>
                    <a:gd name="T4" fmla="*/ 3 w 10"/>
                    <a:gd name="T5" fmla="*/ 0 h 21"/>
                    <a:gd name="T6" fmla="*/ 0 w 10"/>
                    <a:gd name="T7" fmla="*/ 10 h 21"/>
                    <a:gd name="T8" fmla="*/ 0 w 10"/>
                    <a:gd name="T9" fmla="*/ 21 h 21"/>
                    <a:gd name="T10" fmla="*/ 4 w 10"/>
                    <a:gd name="T11" fmla="*/ 21 h 21"/>
                    <a:gd name="T12" fmla="*/ 5 w 10"/>
                    <a:gd name="T13" fmla="*/ 21 h 21"/>
                    <a:gd name="T14" fmla="*/ 10 w 10"/>
                    <a:gd name="T15" fmla="*/ 21 h 21"/>
                    <a:gd name="T16" fmla="*/ 10 w 10"/>
                    <a:gd name="T17" fmla="*/ 1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21">
                      <a:moveTo>
                        <a:pt x="10" y="10"/>
                      </a:moveTo>
                      <a:cubicBezTo>
                        <a:pt x="10" y="7"/>
                        <a:pt x="9" y="1"/>
                        <a:pt x="7" y="0"/>
                      </a:cubicBezTo>
                      <a:cubicBezTo>
                        <a:pt x="3" y="0"/>
                        <a:pt x="3" y="0"/>
                        <a:pt x="3" y="0"/>
                      </a:cubicBezTo>
                      <a:cubicBezTo>
                        <a:pt x="1" y="1"/>
                        <a:pt x="0" y="7"/>
                        <a:pt x="0" y="10"/>
                      </a:cubicBezTo>
                      <a:cubicBezTo>
                        <a:pt x="0" y="21"/>
                        <a:pt x="0" y="21"/>
                        <a:pt x="0" y="21"/>
                      </a:cubicBezTo>
                      <a:cubicBezTo>
                        <a:pt x="4" y="21"/>
                        <a:pt x="4" y="21"/>
                        <a:pt x="4" y="21"/>
                      </a:cubicBezTo>
                      <a:cubicBezTo>
                        <a:pt x="5" y="21"/>
                        <a:pt x="5" y="21"/>
                        <a:pt x="5" y="21"/>
                      </a:cubicBezTo>
                      <a:cubicBezTo>
                        <a:pt x="10" y="21"/>
                        <a:pt x="10" y="21"/>
                        <a:pt x="10" y="21"/>
                      </a:cubicBezTo>
                      <a:lnTo>
                        <a:pt x="10" y="10"/>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51" name="Freeform 209"/>
                <p:cNvSpPr>
                  <a:spLocks/>
                </p:cNvSpPr>
                <p:nvPr/>
              </p:nvSpPr>
              <p:spPr bwMode="auto">
                <a:xfrm>
                  <a:off x="10814050" y="3424238"/>
                  <a:ext cx="15875" cy="47625"/>
                </a:xfrm>
                <a:custGeom>
                  <a:avLst/>
                  <a:gdLst>
                    <a:gd name="T0" fmla="*/ 1 w 4"/>
                    <a:gd name="T1" fmla="*/ 12 h 12"/>
                    <a:gd name="T2" fmla="*/ 0 w 4"/>
                    <a:gd name="T3" fmla="*/ 11 h 12"/>
                    <a:gd name="T4" fmla="*/ 0 w 4"/>
                    <a:gd name="T5" fmla="*/ 1 h 12"/>
                    <a:gd name="T6" fmla="*/ 1 w 4"/>
                    <a:gd name="T7" fmla="*/ 0 h 12"/>
                    <a:gd name="T8" fmla="*/ 2 w 4"/>
                    <a:gd name="T9" fmla="*/ 0 h 12"/>
                    <a:gd name="T10" fmla="*/ 4 w 4"/>
                    <a:gd name="T11" fmla="*/ 1 h 12"/>
                    <a:gd name="T12" fmla="*/ 4 w 4"/>
                    <a:gd name="T13" fmla="*/ 11 h 12"/>
                    <a:gd name="T14" fmla="*/ 2 w 4"/>
                    <a:gd name="T15" fmla="*/ 12 h 12"/>
                    <a:gd name="T16" fmla="*/ 1 w 4"/>
                    <a:gd name="T17" fmla="*/ 1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 h="12">
                      <a:moveTo>
                        <a:pt x="1" y="12"/>
                      </a:moveTo>
                      <a:cubicBezTo>
                        <a:pt x="0" y="12"/>
                        <a:pt x="0" y="12"/>
                        <a:pt x="0" y="11"/>
                      </a:cubicBezTo>
                      <a:cubicBezTo>
                        <a:pt x="0" y="1"/>
                        <a:pt x="0" y="1"/>
                        <a:pt x="0" y="1"/>
                      </a:cubicBezTo>
                      <a:cubicBezTo>
                        <a:pt x="0" y="0"/>
                        <a:pt x="0" y="0"/>
                        <a:pt x="1" y="0"/>
                      </a:cubicBezTo>
                      <a:cubicBezTo>
                        <a:pt x="2" y="0"/>
                        <a:pt x="2" y="0"/>
                        <a:pt x="2" y="0"/>
                      </a:cubicBezTo>
                      <a:cubicBezTo>
                        <a:pt x="3" y="0"/>
                        <a:pt x="4" y="0"/>
                        <a:pt x="4" y="1"/>
                      </a:cubicBezTo>
                      <a:cubicBezTo>
                        <a:pt x="4" y="11"/>
                        <a:pt x="4" y="11"/>
                        <a:pt x="4" y="11"/>
                      </a:cubicBezTo>
                      <a:cubicBezTo>
                        <a:pt x="4" y="12"/>
                        <a:pt x="3" y="12"/>
                        <a:pt x="2" y="12"/>
                      </a:cubicBezTo>
                      <a:lnTo>
                        <a:pt x="1" y="12"/>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sp>
              <p:nvSpPr>
                <p:cNvPr id="1147" name="Rectangle 205"/>
                <p:cNvSpPr>
                  <a:spLocks noChangeArrowheads="1"/>
                </p:cNvSpPr>
                <p:nvPr/>
              </p:nvSpPr>
              <p:spPr bwMode="auto">
                <a:xfrm>
                  <a:off x="10802938" y="3025775"/>
                  <a:ext cx="39688" cy="354013"/>
                </a:xfrm>
                <a:prstGeom prst="rect">
                  <a:avLst/>
                </a:prstGeom>
                <a:solidFill>
                  <a:srgbClr val="5050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9606" tIns="44804" rIns="89606" bIns="44804" numCol="1" anchor="t" anchorCtr="0" compatLnSpc="1">
                  <a:prstTxWarp prst="textNoShape">
                    <a:avLst/>
                  </a:prstTxWarp>
                </a:bodyPr>
                <a:lstStyle/>
                <a:p>
                  <a:pPr defTabSz="913952"/>
                  <a:endParaRPr lang="en-US" sz="1799">
                    <a:gradFill>
                      <a:gsLst>
                        <a:gs pos="28319">
                          <a:srgbClr val="000000"/>
                        </a:gs>
                        <a:gs pos="52212">
                          <a:srgbClr val="000000"/>
                        </a:gs>
                      </a:gsLst>
                      <a:lin ang="5400000" scaled="0"/>
                    </a:gradFill>
                    <a:latin typeface="Segoe UI"/>
                  </a:endParaRPr>
                </a:p>
              </p:txBody>
            </p:sp>
          </p:grpSp>
        </p:grpSp>
      </p:grpSp>
    </p:spTree>
    <p:extLst>
      <p:ext uri="{BB962C8B-B14F-4D97-AF65-F5344CB8AC3E}">
        <p14:creationId xmlns:p14="http://schemas.microsoft.com/office/powerpoint/2010/main" val="22998853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nodeType="afterEffect">
                                  <p:stCondLst>
                                    <p:cond delay="0"/>
                                  </p:stCondLst>
                                  <p:childTnLst>
                                    <p:animRot by="120000">
                                      <p:cBhvr>
                                        <p:cTn id="6" dur="125" fill="hold">
                                          <p:stCondLst>
                                            <p:cond delay="0"/>
                                          </p:stCondLst>
                                        </p:cTn>
                                        <p:tgtEl>
                                          <p:spTgt spid="83"/>
                                        </p:tgtEl>
                                        <p:attrNameLst>
                                          <p:attrName>r</p:attrName>
                                        </p:attrNameLst>
                                      </p:cBhvr>
                                    </p:animRot>
                                    <p:animRot by="-240000">
                                      <p:cBhvr>
                                        <p:cTn id="7" dur="250" fill="hold">
                                          <p:stCondLst>
                                            <p:cond delay="250"/>
                                          </p:stCondLst>
                                        </p:cTn>
                                        <p:tgtEl>
                                          <p:spTgt spid="83"/>
                                        </p:tgtEl>
                                        <p:attrNameLst>
                                          <p:attrName>r</p:attrName>
                                        </p:attrNameLst>
                                      </p:cBhvr>
                                    </p:animRot>
                                    <p:animRot by="240000">
                                      <p:cBhvr>
                                        <p:cTn id="8" dur="250" fill="hold">
                                          <p:stCondLst>
                                            <p:cond delay="500"/>
                                          </p:stCondLst>
                                        </p:cTn>
                                        <p:tgtEl>
                                          <p:spTgt spid="83"/>
                                        </p:tgtEl>
                                        <p:attrNameLst>
                                          <p:attrName>r</p:attrName>
                                        </p:attrNameLst>
                                      </p:cBhvr>
                                    </p:animRot>
                                    <p:animRot by="-240000">
                                      <p:cBhvr>
                                        <p:cTn id="9" dur="250" fill="hold">
                                          <p:stCondLst>
                                            <p:cond delay="750"/>
                                          </p:stCondLst>
                                        </p:cTn>
                                        <p:tgtEl>
                                          <p:spTgt spid="83"/>
                                        </p:tgtEl>
                                        <p:attrNameLst>
                                          <p:attrName>r</p:attrName>
                                        </p:attrNameLst>
                                      </p:cBhvr>
                                    </p:animRot>
                                    <p:animRot by="120000">
                                      <p:cBhvr>
                                        <p:cTn id="10" dur="250" fill="hold">
                                          <p:stCondLst>
                                            <p:cond delay="1000"/>
                                          </p:stCondLst>
                                        </p:cTn>
                                        <p:tgtEl>
                                          <p:spTgt spid="83"/>
                                        </p:tgtEl>
                                        <p:attrNameLst>
                                          <p:attrName>r</p:attrName>
                                        </p:attrNameLst>
                                      </p:cBhvr>
                                    </p:animRot>
                                  </p:childTnLst>
                                </p:cTn>
                              </p:par>
                            </p:childTnLst>
                          </p:cTn>
                        </p:par>
                        <p:par>
                          <p:cTn id="11" fill="hold">
                            <p:stCondLst>
                              <p:cond delay="1250"/>
                            </p:stCondLst>
                            <p:childTnLst>
                              <p:par>
                                <p:cTn id="12" presetID="64" presetClass="path" presetSubtype="0" decel="100000" fill="hold" nodeType="afterEffect">
                                  <p:stCondLst>
                                    <p:cond delay="0"/>
                                  </p:stCondLst>
                                  <p:childTnLst>
                                    <p:animMotion origin="layout" path="M -2.08333E-7 -2.59259E-6 L -2.08333E-7 -1.0169 " pathEditMode="relative" rAng="0" ptsTypes="AA">
                                      <p:cBhvr>
                                        <p:cTn id="13" dur="2000" fill="hold"/>
                                        <p:tgtEl>
                                          <p:spTgt spid="83"/>
                                        </p:tgtEl>
                                        <p:attrNameLst>
                                          <p:attrName>ppt_x</p:attrName>
                                          <p:attrName>ppt_y</p:attrName>
                                        </p:attrNameLst>
                                      </p:cBhvr>
                                      <p:rCtr x="0" y="-50856"/>
                                    </p:animMotion>
                                  </p:childTnLst>
                                </p:cTn>
                              </p:par>
                            </p:childTnLst>
                          </p:cTn>
                        </p:par>
                        <p:par>
                          <p:cTn id="14" fill="hold">
                            <p:stCondLst>
                              <p:cond delay="3250"/>
                            </p:stCondLst>
                            <p:childTnLst>
                              <p:par>
                                <p:cTn id="15" presetID="10" presetClass="entr" presetSubtype="0" fill="hold" nodeType="afterEffect">
                                  <p:stCondLst>
                                    <p:cond delay="0"/>
                                  </p:stCondLst>
                                  <p:childTnLst>
                                    <p:set>
                                      <p:cBhvr>
                                        <p:cTn id="16" dur="1" fill="hold">
                                          <p:stCondLst>
                                            <p:cond delay="0"/>
                                          </p:stCondLst>
                                        </p:cTn>
                                        <p:tgtEl>
                                          <p:spTgt spid="294"/>
                                        </p:tgtEl>
                                        <p:attrNameLst>
                                          <p:attrName>style.visibility</p:attrName>
                                        </p:attrNameLst>
                                      </p:cBhvr>
                                      <p:to>
                                        <p:strVal val="visible"/>
                                      </p:to>
                                    </p:set>
                                    <p:animEffect transition="in" filter="fade">
                                      <p:cBhvr>
                                        <p:cTn id="17" dur="1000"/>
                                        <p:tgtEl>
                                          <p:spTgt spid="294"/>
                                        </p:tgtEl>
                                      </p:cBhvr>
                                    </p:animEffect>
                                  </p:childTnLst>
                                </p:cTn>
                              </p:par>
                              <p:par>
                                <p:cTn id="18" presetID="42" presetClass="path" presetSubtype="0" accel="50000" decel="50000" fill="hold" nodeType="withEffect">
                                  <p:stCondLst>
                                    <p:cond delay="0"/>
                                  </p:stCondLst>
                                  <p:childTnLst>
                                    <p:animMotion origin="layout" path="M -2.27981E-6 -0.08375 L -2.27981E-6 -2.00182E-6 " pathEditMode="relative" rAng="0" ptsTypes="AA">
                                      <p:cBhvr>
                                        <p:cTn id="19" dur="1000" fill="hold"/>
                                        <p:tgtEl>
                                          <p:spTgt spid="294"/>
                                        </p:tgtEl>
                                        <p:attrNameLst>
                                          <p:attrName>ppt_x</p:attrName>
                                          <p:attrName>ppt_y</p:attrName>
                                        </p:attrNameLst>
                                      </p:cBhvr>
                                      <p:rCtr x="0" y="4176"/>
                                    </p:animMotion>
                                  </p:childTnLst>
                                </p:cTn>
                              </p:par>
                            </p:childTnLst>
                          </p:cTn>
                        </p:par>
                        <p:par>
                          <p:cTn id="20" fill="hold">
                            <p:stCondLst>
                              <p:cond delay="4250"/>
                            </p:stCondLst>
                            <p:childTnLst>
                              <p:par>
                                <p:cTn id="21" presetID="10" presetClass="entr" presetSubtype="0" fill="hold" nodeType="afterEffect">
                                  <p:stCondLst>
                                    <p:cond delay="0"/>
                                  </p:stCondLst>
                                  <p:childTnLst>
                                    <p:set>
                                      <p:cBhvr>
                                        <p:cTn id="22" dur="1" fill="hold">
                                          <p:stCondLst>
                                            <p:cond delay="0"/>
                                          </p:stCondLst>
                                        </p:cTn>
                                        <p:tgtEl>
                                          <p:spTgt spid="297"/>
                                        </p:tgtEl>
                                        <p:attrNameLst>
                                          <p:attrName>style.visibility</p:attrName>
                                        </p:attrNameLst>
                                      </p:cBhvr>
                                      <p:to>
                                        <p:strVal val="visible"/>
                                      </p:to>
                                    </p:set>
                                    <p:animEffect transition="in" filter="fade">
                                      <p:cBhvr>
                                        <p:cTn id="23" dur="1000"/>
                                        <p:tgtEl>
                                          <p:spTgt spid="297"/>
                                        </p:tgtEl>
                                      </p:cBhvr>
                                    </p:animEffect>
                                  </p:childTnLst>
                                </p:cTn>
                              </p:par>
                              <p:par>
                                <p:cTn id="24" presetID="42" presetClass="path" presetSubtype="0" accel="50000" decel="50000" fill="hold" nodeType="withEffect">
                                  <p:stCondLst>
                                    <p:cond delay="0"/>
                                  </p:stCondLst>
                                  <p:childTnLst>
                                    <p:animMotion origin="layout" path="M 3.75E-6 -0.0838 L 3.75E-6 1.85185E-6 " pathEditMode="relative" rAng="0" ptsTypes="AA">
                                      <p:cBhvr>
                                        <p:cTn id="25" dur="1000" fill="hold"/>
                                        <p:tgtEl>
                                          <p:spTgt spid="297"/>
                                        </p:tgtEl>
                                        <p:attrNameLst>
                                          <p:attrName>ppt_x</p:attrName>
                                          <p:attrName>ppt_y</p:attrName>
                                        </p:attrNameLst>
                                      </p:cBhvr>
                                      <p:rCtr x="0" y="4190"/>
                                    </p:animMotion>
                                  </p:childTnLst>
                                </p:cTn>
                              </p:par>
                            </p:childTnLst>
                          </p:cTn>
                        </p:par>
                        <p:par>
                          <p:cTn id="26" fill="hold">
                            <p:stCondLst>
                              <p:cond delay="5250"/>
                            </p:stCondLst>
                            <p:childTnLst>
                              <p:par>
                                <p:cTn id="27" presetID="10" presetClass="entr" presetSubtype="0" fill="hold" nodeType="afterEffect">
                                  <p:stCondLst>
                                    <p:cond delay="0"/>
                                  </p:stCondLst>
                                  <p:childTnLst>
                                    <p:set>
                                      <p:cBhvr>
                                        <p:cTn id="28" dur="1" fill="hold">
                                          <p:stCondLst>
                                            <p:cond delay="0"/>
                                          </p:stCondLst>
                                        </p:cTn>
                                        <p:tgtEl>
                                          <p:spTgt spid="302"/>
                                        </p:tgtEl>
                                        <p:attrNameLst>
                                          <p:attrName>style.visibility</p:attrName>
                                        </p:attrNameLst>
                                      </p:cBhvr>
                                      <p:to>
                                        <p:strVal val="visible"/>
                                      </p:to>
                                    </p:set>
                                    <p:animEffect transition="in" filter="fade">
                                      <p:cBhvr>
                                        <p:cTn id="29" dur="1000"/>
                                        <p:tgtEl>
                                          <p:spTgt spid="302"/>
                                        </p:tgtEl>
                                      </p:cBhvr>
                                    </p:animEffect>
                                  </p:childTnLst>
                                </p:cTn>
                              </p:par>
                              <p:par>
                                <p:cTn id="30" presetID="42" presetClass="path" presetSubtype="0" accel="50000" decel="50000" fill="hold" nodeType="withEffect">
                                  <p:stCondLst>
                                    <p:cond delay="0"/>
                                  </p:stCondLst>
                                  <p:childTnLst>
                                    <p:animMotion origin="layout" path="M -2.27981E-6 -0.08375 L -2.27981E-6 -2.00182E-6 " pathEditMode="relative" rAng="0" ptsTypes="AA">
                                      <p:cBhvr>
                                        <p:cTn id="31" dur="1000" fill="hold"/>
                                        <p:tgtEl>
                                          <p:spTgt spid="302"/>
                                        </p:tgtEl>
                                        <p:attrNameLst>
                                          <p:attrName>ppt_x</p:attrName>
                                          <p:attrName>ppt_y</p:attrName>
                                        </p:attrNameLst>
                                      </p:cBhvr>
                                      <p:rCtr x="0" y="4176"/>
                                    </p:animMotion>
                                  </p:childTnLst>
                                </p:cTn>
                              </p:par>
                            </p:childTnLst>
                          </p:cTn>
                        </p:par>
                        <p:par>
                          <p:cTn id="32" fill="hold">
                            <p:stCondLst>
                              <p:cond delay="6250"/>
                            </p:stCondLst>
                            <p:childTnLst>
                              <p:par>
                                <p:cTn id="33" presetID="10" presetClass="entr" presetSubtype="0" fill="hold" nodeType="afterEffect">
                                  <p:stCondLst>
                                    <p:cond delay="0"/>
                                  </p:stCondLst>
                                  <p:childTnLst>
                                    <p:set>
                                      <p:cBhvr>
                                        <p:cTn id="34" dur="1" fill="hold">
                                          <p:stCondLst>
                                            <p:cond delay="0"/>
                                          </p:stCondLst>
                                        </p:cTn>
                                        <p:tgtEl>
                                          <p:spTgt spid="298"/>
                                        </p:tgtEl>
                                        <p:attrNameLst>
                                          <p:attrName>style.visibility</p:attrName>
                                        </p:attrNameLst>
                                      </p:cBhvr>
                                      <p:to>
                                        <p:strVal val="visible"/>
                                      </p:to>
                                    </p:set>
                                    <p:animEffect transition="in" filter="fade">
                                      <p:cBhvr>
                                        <p:cTn id="35" dur="1000"/>
                                        <p:tgtEl>
                                          <p:spTgt spid="298"/>
                                        </p:tgtEl>
                                      </p:cBhvr>
                                    </p:animEffect>
                                  </p:childTnLst>
                                </p:cTn>
                              </p:par>
                              <p:par>
                                <p:cTn id="36" presetID="42" presetClass="path" presetSubtype="0" accel="50000" decel="50000" fill="hold" nodeType="withEffect">
                                  <p:stCondLst>
                                    <p:cond delay="0"/>
                                  </p:stCondLst>
                                  <p:childTnLst>
                                    <p:animMotion origin="layout" path="M -2.27981E-6 -0.08375 L -2.27981E-6 -2.00182E-6 " pathEditMode="relative" rAng="0" ptsTypes="AA">
                                      <p:cBhvr>
                                        <p:cTn id="37" dur="1000" fill="hold"/>
                                        <p:tgtEl>
                                          <p:spTgt spid="298"/>
                                        </p:tgtEl>
                                        <p:attrNameLst>
                                          <p:attrName>ppt_x</p:attrName>
                                          <p:attrName>ppt_y</p:attrName>
                                        </p:attrNameLst>
                                      </p:cBhvr>
                                      <p:rCtr x="0" y="4176"/>
                                    </p:animMotion>
                                  </p:childTnLst>
                                </p:cTn>
                              </p:par>
                            </p:childTnLst>
                          </p:cTn>
                        </p:par>
                        <p:par>
                          <p:cTn id="38" fill="hold">
                            <p:stCondLst>
                              <p:cond delay="7250"/>
                            </p:stCondLst>
                            <p:childTnLst>
                              <p:par>
                                <p:cTn id="39" presetID="10" presetClass="entr" presetSubtype="0" fill="hold" nodeType="afterEffect">
                                  <p:stCondLst>
                                    <p:cond delay="0"/>
                                  </p:stCondLst>
                                  <p:childTnLst>
                                    <p:set>
                                      <p:cBhvr>
                                        <p:cTn id="40" dur="1" fill="hold">
                                          <p:stCondLst>
                                            <p:cond delay="0"/>
                                          </p:stCondLst>
                                        </p:cTn>
                                        <p:tgtEl>
                                          <p:spTgt spid="301"/>
                                        </p:tgtEl>
                                        <p:attrNameLst>
                                          <p:attrName>style.visibility</p:attrName>
                                        </p:attrNameLst>
                                      </p:cBhvr>
                                      <p:to>
                                        <p:strVal val="visible"/>
                                      </p:to>
                                    </p:set>
                                    <p:animEffect transition="in" filter="fade">
                                      <p:cBhvr>
                                        <p:cTn id="41" dur="1000"/>
                                        <p:tgtEl>
                                          <p:spTgt spid="301"/>
                                        </p:tgtEl>
                                      </p:cBhvr>
                                    </p:animEffect>
                                  </p:childTnLst>
                                </p:cTn>
                              </p:par>
                              <p:par>
                                <p:cTn id="42" presetID="42" presetClass="path" presetSubtype="0" accel="50000" decel="50000" fill="hold" nodeType="withEffect">
                                  <p:stCondLst>
                                    <p:cond delay="0"/>
                                  </p:stCondLst>
                                  <p:childTnLst>
                                    <p:animMotion origin="layout" path="M -2.27981E-6 -0.08375 L -2.27981E-6 -2.00182E-6 " pathEditMode="relative" rAng="0" ptsTypes="AA">
                                      <p:cBhvr>
                                        <p:cTn id="43" dur="1000" fill="hold"/>
                                        <p:tgtEl>
                                          <p:spTgt spid="301"/>
                                        </p:tgtEl>
                                        <p:attrNameLst>
                                          <p:attrName>ppt_x</p:attrName>
                                          <p:attrName>ppt_y</p:attrName>
                                        </p:attrNameLst>
                                      </p:cBhvr>
                                      <p:rCtr x="0" y="4176"/>
                                    </p:animMotion>
                                  </p:childTnLst>
                                </p:cTn>
                              </p:par>
                            </p:childTnLst>
                          </p:cTn>
                        </p:par>
                        <p:par>
                          <p:cTn id="44" fill="hold">
                            <p:stCondLst>
                              <p:cond delay="8250"/>
                            </p:stCondLst>
                            <p:childTnLst>
                              <p:par>
                                <p:cTn id="45" presetID="10" presetClass="entr" presetSubtype="0" fill="hold" grpId="0" nodeType="after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animEffect transition="in" filter="fade">
                                      <p:cBhvr>
                                        <p:cTn id="47" dur="1000"/>
                                        <p:tgtEl>
                                          <p:spTgt spid="7">
                                            <p:txEl>
                                              <p:pRg st="0" end="0"/>
                                            </p:txEl>
                                          </p:spTgt>
                                        </p:tgtEl>
                                      </p:cBhvr>
                                    </p:animEffect>
                                  </p:childTnLst>
                                </p:cTn>
                              </p:par>
                              <p:par>
                                <p:cTn id="48" presetID="42" presetClass="path" presetSubtype="0" accel="50000" decel="50000" fill="hold" grpId="1" nodeType="withEffect">
                                  <p:stCondLst>
                                    <p:cond delay="0"/>
                                  </p:stCondLst>
                                  <p:childTnLst>
                                    <p:animMotion origin="layout" path="M -2.27981E-6 -0.08375 L -2.27981E-6 -2.00182E-6 " pathEditMode="relative" rAng="0" ptsTypes="AA">
                                      <p:cBhvr>
                                        <p:cTn id="49" dur="1000" fill="hold"/>
                                        <p:tgtEl>
                                          <p:spTgt spid="7">
                                            <p:txEl>
                                              <p:pRg st="0" end="0"/>
                                            </p:txEl>
                                          </p:spTgt>
                                        </p:tgtEl>
                                        <p:attrNameLst>
                                          <p:attrName>ppt_x</p:attrName>
                                          <p:attrName>ppt_y</p:attrName>
                                        </p:attrNameLst>
                                      </p:cBhvr>
                                      <p:rCtr x="0" y="417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7" grpI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AutoShape 118"/>
          <p:cNvSpPr>
            <a:spLocks noChangeAspect="1" noChangeArrowheads="1" noTextEdit="1"/>
          </p:cNvSpPr>
          <p:nvPr/>
        </p:nvSpPr>
        <p:spPr bwMode="auto">
          <a:xfrm>
            <a:off x="8058787" y="1470792"/>
            <a:ext cx="3571751" cy="3259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167" name="AutoShape 151"/>
          <p:cNvSpPr>
            <a:spLocks noChangeAspect="1" noChangeArrowheads="1" noTextEdit="1"/>
          </p:cNvSpPr>
          <p:nvPr/>
        </p:nvSpPr>
        <p:spPr bwMode="auto">
          <a:xfrm>
            <a:off x="8048112" y="4822932"/>
            <a:ext cx="3582427" cy="1505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182" name="AutoShape 167"/>
          <p:cNvSpPr>
            <a:spLocks noChangeAspect="1" noChangeArrowheads="1" noTextEdit="1"/>
          </p:cNvSpPr>
          <p:nvPr/>
        </p:nvSpPr>
        <p:spPr bwMode="auto">
          <a:xfrm>
            <a:off x="6192082" y="4822932"/>
            <a:ext cx="1665393" cy="1505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191" name="AutoShape 177"/>
          <p:cNvSpPr>
            <a:spLocks noChangeAspect="1" noChangeArrowheads="1" noTextEdit="1"/>
          </p:cNvSpPr>
          <p:nvPr/>
        </p:nvSpPr>
        <p:spPr bwMode="auto">
          <a:xfrm>
            <a:off x="4314700" y="4822932"/>
            <a:ext cx="1676069" cy="1505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231" name="AutoShape 219"/>
          <p:cNvSpPr>
            <a:spLocks noChangeAspect="1" noChangeArrowheads="1" noTextEdit="1"/>
          </p:cNvSpPr>
          <p:nvPr/>
        </p:nvSpPr>
        <p:spPr bwMode="auto">
          <a:xfrm>
            <a:off x="2437322" y="3177362"/>
            <a:ext cx="1676070" cy="1505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268" name="AutoShape 257"/>
          <p:cNvSpPr>
            <a:spLocks noChangeAspect="1" noChangeArrowheads="1" noTextEdit="1"/>
          </p:cNvSpPr>
          <p:nvPr/>
        </p:nvSpPr>
        <p:spPr bwMode="auto">
          <a:xfrm>
            <a:off x="572142" y="3177362"/>
            <a:ext cx="1663868" cy="1505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9" name="AutoShape 3"/>
          <p:cNvSpPr>
            <a:spLocks noChangeAspect="1" noChangeArrowheads="1" noTextEdit="1"/>
          </p:cNvSpPr>
          <p:nvPr/>
        </p:nvSpPr>
        <p:spPr bwMode="auto">
          <a:xfrm>
            <a:off x="572141" y="1470790"/>
            <a:ext cx="1663869" cy="1514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96" name="AutoShape 77"/>
          <p:cNvSpPr>
            <a:spLocks noChangeAspect="1" noChangeArrowheads="1" noTextEdit="1"/>
          </p:cNvSpPr>
          <p:nvPr/>
        </p:nvSpPr>
        <p:spPr bwMode="auto">
          <a:xfrm>
            <a:off x="4314702" y="1470794"/>
            <a:ext cx="1676068" cy="1514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grpSp>
        <p:nvGrpSpPr>
          <p:cNvPr id="20" name="Group 19"/>
          <p:cNvGrpSpPr/>
          <p:nvPr/>
        </p:nvGrpSpPr>
        <p:grpSpPr>
          <a:xfrm>
            <a:off x="440191" y="1188842"/>
            <a:ext cx="5414054" cy="1827979"/>
            <a:chOff x="446695" y="1211263"/>
            <a:chExt cx="5524839" cy="1865385"/>
          </a:xfrm>
        </p:grpSpPr>
        <p:sp>
          <p:nvSpPr>
            <p:cNvPr id="25" name="Rectangle 5"/>
            <p:cNvSpPr>
              <a:spLocks noChangeArrowheads="1"/>
            </p:cNvSpPr>
            <p:nvPr/>
          </p:nvSpPr>
          <p:spPr bwMode="auto">
            <a:xfrm>
              <a:off x="446695" y="1211263"/>
              <a:ext cx="5524839" cy="1865385"/>
            </a:xfrm>
            <a:prstGeom prst="rect">
              <a:avLst/>
            </a:prstGeom>
            <a:solidFill>
              <a:schemeClr val="accent6"/>
            </a:solidFill>
            <a:ln>
              <a:noFill/>
            </a:ln>
          </p:spPr>
          <p:txBody>
            <a:bodyPr vert="horz" wrap="square" lIns="179212" tIns="43921" rIns="87845" bIns="43921" numCol="1" anchor="ctr" anchorCtr="0" compatLnSpc="1">
              <a:prstTxWarp prst="textNoShape">
                <a:avLst/>
              </a:prstTxWarp>
            </a:bodyPr>
            <a:lstStyle/>
            <a:p>
              <a:pPr defTabSz="895999">
                <a:lnSpc>
                  <a:spcPct val="80000"/>
                </a:lnSpc>
                <a:spcBef>
                  <a:spcPts val="575"/>
                </a:spcBef>
                <a:spcAft>
                  <a:spcPts val="575"/>
                </a:spcAft>
                <a:defRPr/>
              </a:pPr>
              <a:r>
                <a:rPr lang="en-US" sz="3919" b="1" dirty="0">
                  <a:gradFill>
                    <a:gsLst>
                      <a:gs pos="0">
                        <a:srgbClr val="FFFFFF"/>
                      </a:gs>
                      <a:gs pos="100000">
                        <a:srgbClr val="FFFFFF"/>
                      </a:gs>
                    </a:gsLst>
                    <a:lin ang="5400000" scaled="0"/>
                  </a:gradFill>
                  <a:latin typeface="Segoe UI Light"/>
                </a:rPr>
                <a:t>Office 365 Network</a:t>
              </a:r>
            </a:p>
            <a:p>
              <a:pPr defTabSz="895999">
                <a:lnSpc>
                  <a:spcPct val="80000"/>
                </a:lnSpc>
                <a:spcBef>
                  <a:spcPts val="575"/>
                </a:spcBef>
                <a:spcAft>
                  <a:spcPts val="575"/>
                </a:spcAft>
                <a:defRPr/>
              </a:pPr>
              <a:r>
                <a:rPr lang="en-US" sz="1764" dirty="0">
                  <a:solidFill>
                    <a:srgbClr val="404040"/>
                  </a:solidFill>
                  <a:latin typeface="Segoe UI"/>
                  <a:hlinkClick r:id="rId3"/>
                </a:rPr>
                <a:t>https://www.yammer.com/itpronetwork</a:t>
              </a:r>
              <a:r>
                <a:rPr lang="en-US" sz="1764" dirty="0">
                  <a:solidFill>
                    <a:srgbClr val="404040"/>
                  </a:solidFill>
                  <a:latin typeface="Segoe UI"/>
                </a:rPr>
                <a:t> </a:t>
              </a:r>
            </a:p>
          </p:txBody>
        </p:sp>
        <p:sp>
          <p:nvSpPr>
            <p:cNvPr id="318" name="Freeform 9"/>
            <p:cNvSpPr>
              <a:spLocks noChangeAspect="1" noEditPoints="1"/>
            </p:cNvSpPr>
            <p:nvPr/>
          </p:nvSpPr>
          <p:spPr bwMode="black">
            <a:xfrm>
              <a:off x="4932958" y="1756934"/>
              <a:ext cx="865676" cy="818616"/>
            </a:xfrm>
            <a:custGeom>
              <a:avLst/>
              <a:gdLst>
                <a:gd name="T0" fmla="*/ 513 w 589"/>
                <a:gd name="T1" fmla="*/ 0 h 556"/>
                <a:gd name="T2" fmla="*/ 76 w 589"/>
                <a:gd name="T3" fmla="*/ 0 h 556"/>
                <a:gd name="T4" fmla="*/ 0 w 589"/>
                <a:gd name="T5" fmla="*/ 76 h 556"/>
                <a:gd name="T6" fmla="*/ 0 w 589"/>
                <a:gd name="T7" fmla="*/ 412 h 556"/>
                <a:gd name="T8" fmla="*/ 76 w 589"/>
                <a:gd name="T9" fmla="*/ 488 h 556"/>
                <a:gd name="T10" fmla="*/ 155 w 589"/>
                <a:gd name="T11" fmla="*/ 488 h 556"/>
                <a:gd name="T12" fmla="*/ 155 w 589"/>
                <a:gd name="T13" fmla="*/ 556 h 556"/>
                <a:gd name="T14" fmla="*/ 251 w 589"/>
                <a:gd name="T15" fmla="*/ 488 h 556"/>
                <a:gd name="T16" fmla="*/ 513 w 589"/>
                <a:gd name="T17" fmla="*/ 488 h 556"/>
                <a:gd name="T18" fmla="*/ 589 w 589"/>
                <a:gd name="T19" fmla="*/ 412 h 556"/>
                <a:gd name="T20" fmla="*/ 589 w 589"/>
                <a:gd name="T21" fmla="*/ 76 h 556"/>
                <a:gd name="T22" fmla="*/ 513 w 589"/>
                <a:gd name="T23" fmla="*/ 0 h 556"/>
                <a:gd name="T24" fmla="*/ 413 w 589"/>
                <a:gd name="T25" fmla="*/ 119 h 556"/>
                <a:gd name="T26" fmla="*/ 439 w 589"/>
                <a:gd name="T27" fmla="*/ 126 h 556"/>
                <a:gd name="T28" fmla="*/ 432 w 589"/>
                <a:gd name="T29" fmla="*/ 153 h 556"/>
                <a:gd name="T30" fmla="*/ 322 w 589"/>
                <a:gd name="T31" fmla="*/ 193 h 556"/>
                <a:gd name="T32" fmla="*/ 413 w 589"/>
                <a:gd name="T33" fmla="*/ 119 h 556"/>
                <a:gd name="T34" fmla="*/ 315 w 589"/>
                <a:gd name="T35" fmla="*/ 108 h 556"/>
                <a:gd name="T36" fmla="*/ 314 w 589"/>
                <a:gd name="T37" fmla="*/ 109 h 556"/>
                <a:gd name="T38" fmla="*/ 315 w 589"/>
                <a:gd name="T39" fmla="*/ 109 h 556"/>
                <a:gd name="T40" fmla="*/ 313 w 589"/>
                <a:gd name="T41" fmla="*/ 113 h 556"/>
                <a:gd name="T42" fmla="*/ 223 w 589"/>
                <a:gd name="T43" fmla="*/ 337 h 556"/>
                <a:gd name="T44" fmla="*/ 144 w 589"/>
                <a:gd name="T45" fmla="*/ 405 h 556"/>
                <a:gd name="T46" fmla="*/ 123 w 589"/>
                <a:gd name="T47" fmla="*/ 403 h 556"/>
                <a:gd name="T48" fmla="*/ 111 w 589"/>
                <a:gd name="T49" fmla="*/ 381 h 556"/>
                <a:gd name="T50" fmla="*/ 129 w 589"/>
                <a:gd name="T51" fmla="*/ 368 h 556"/>
                <a:gd name="T52" fmla="*/ 141 w 589"/>
                <a:gd name="T53" fmla="*/ 368 h 556"/>
                <a:gd name="T54" fmla="*/ 185 w 589"/>
                <a:gd name="T55" fmla="*/ 329 h 556"/>
                <a:gd name="T56" fmla="*/ 190 w 589"/>
                <a:gd name="T57" fmla="*/ 318 h 556"/>
                <a:gd name="T58" fmla="*/ 104 w 589"/>
                <a:gd name="T59" fmla="*/ 107 h 556"/>
                <a:gd name="T60" fmla="*/ 116 w 589"/>
                <a:gd name="T61" fmla="*/ 81 h 556"/>
                <a:gd name="T62" fmla="*/ 143 w 589"/>
                <a:gd name="T63" fmla="*/ 91 h 556"/>
                <a:gd name="T64" fmla="*/ 144 w 589"/>
                <a:gd name="T65" fmla="*/ 94 h 556"/>
                <a:gd name="T66" fmla="*/ 144 w 589"/>
                <a:gd name="T67" fmla="*/ 94 h 556"/>
                <a:gd name="T68" fmla="*/ 211 w 589"/>
                <a:gd name="T69" fmla="*/ 265 h 556"/>
                <a:gd name="T70" fmla="*/ 213 w 589"/>
                <a:gd name="T71" fmla="*/ 265 h 556"/>
                <a:gd name="T72" fmla="*/ 276 w 589"/>
                <a:gd name="T73" fmla="*/ 97 h 556"/>
                <a:gd name="T74" fmla="*/ 277 w 589"/>
                <a:gd name="T75" fmla="*/ 97 h 556"/>
                <a:gd name="T76" fmla="*/ 277 w 589"/>
                <a:gd name="T77" fmla="*/ 96 h 556"/>
                <a:gd name="T78" fmla="*/ 277 w 589"/>
                <a:gd name="T79" fmla="*/ 95 h 556"/>
                <a:gd name="T80" fmla="*/ 302 w 589"/>
                <a:gd name="T81" fmla="*/ 83 h 556"/>
                <a:gd name="T82" fmla="*/ 315 w 589"/>
                <a:gd name="T83" fmla="*/ 108 h 556"/>
                <a:gd name="T84" fmla="*/ 439 w 589"/>
                <a:gd name="T85" fmla="*/ 363 h 556"/>
                <a:gd name="T86" fmla="*/ 413 w 589"/>
                <a:gd name="T87" fmla="*/ 370 h 556"/>
                <a:gd name="T88" fmla="*/ 322 w 589"/>
                <a:gd name="T89" fmla="*/ 296 h 556"/>
                <a:gd name="T90" fmla="*/ 432 w 589"/>
                <a:gd name="T91" fmla="*/ 336 h 556"/>
                <a:gd name="T92" fmla="*/ 439 w 589"/>
                <a:gd name="T93" fmla="*/ 363 h 556"/>
                <a:gd name="T94" fmla="*/ 467 w 589"/>
                <a:gd name="T95" fmla="*/ 263 h 556"/>
                <a:gd name="T96" fmla="*/ 351 w 589"/>
                <a:gd name="T97" fmla="*/ 244 h 556"/>
                <a:gd name="T98" fmla="*/ 467 w 589"/>
                <a:gd name="T99" fmla="*/ 224 h 556"/>
                <a:gd name="T100" fmla="*/ 486 w 589"/>
                <a:gd name="T101" fmla="*/ 243 h 556"/>
                <a:gd name="T102" fmla="*/ 467 w 589"/>
                <a:gd name="T103" fmla="*/ 263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89" h="556">
                  <a:moveTo>
                    <a:pt x="513" y="0"/>
                  </a:moveTo>
                  <a:cubicBezTo>
                    <a:pt x="76" y="0"/>
                    <a:pt x="76" y="0"/>
                    <a:pt x="76" y="0"/>
                  </a:cubicBezTo>
                  <a:cubicBezTo>
                    <a:pt x="35" y="0"/>
                    <a:pt x="0" y="34"/>
                    <a:pt x="0" y="76"/>
                  </a:cubicBezTo>
                  <a:cubicBezTo>
                    <a:pt x="0" y="412"/>
                    <a:pt x="0" y="412"/>
                    <a:pt x="0" y="412"/>
                  </a:cubicBezTo>
                  <a:cubicBezTo>
                    <a:pt x="0" y="454"/>
                    <a:pt x="35" y="488"/>
                    <a:pt x="76" y="488"/>
                  </a:cubicBezTo>
                  <a:cubicBezTo>
                    <a:pt x="155" y="488"/>
                    <a:pt x="155" y="488"/>
                    <a:pt x="155" y="488"/>
                  </a:cubicBezTo>
                  <a:cubicBezTo>
                    <a:pt x="155" y="556"/>
                    <a:pt x="155" y="556"/>
                    <a:pt x="155" y="556"/>
                  </a:cubicBezTo>
                  <a:cubicBezTo>
                    <a:pt x="251" y="488"/>
                    <a:pt x="251" y="488"/>
                    <a:pt x="251" y="488"/>
                  </a:cubicBezTo>
                  <a:cubicBezTo>
                    <a:pt x="513" y="488"/>
                    <a:pt x="513" y="488"/>
                    <a:pt x="513" y="488"/>
                  </a:cubicBezTo>
                  <a:cubicBezTo>
                    <a:pt x="554" y="488"/>
                    <a:pt x="589" y="454"/>
                    <a:pt x="589" y="412"/>
                  </a:cubicBezTo>
                  <a:cubicBezTo>
                    <a:pt x="589" y="76"/>
                    <a:pt x="589" y="76"/>
                    <a:pt x="589" y="76"/>
                  </a:cubicBezTo>
                  <a:cubicBezTo>
                    <a:pt x="589" y="34"/>
                    <a:pt x="554" y="0"/>
                    <a:pt x="513" y="0"/>
                  </a:cubicBezTo>
                  <a:close/>
                  <a:moveTo>
                    <a:pt x="413" y="119"/>
                  </a:moveTo>
                  <a:cubicBezTo>
                    <a:pt x="422" y="114"/>
                    <a:pt x="434" y="117"/>
                    <a:pt x="439" y="126"/>
                  </a:cubicBezTo>
                  <a:cubicBezTo>
                    <a:pt x="445" y="136"/>
                    <a:pt x="441" y="147"/>
                    <a:pt x="432" y="153"/>
                  </a:cubicBezTo>
                  <a:cubicBezTo>
                    <a:pt x="423" y="158"/>
                    <a:pt x="328" y="203"/>
                    <a:pt x="322" y="193"/>
                  </a:cubicBezTo>
                  <a:cubicBezTo>
                    <a:pt x="317" y="184"/>
                    <a:pt x="403" y="124"/>
                    <a:pt x="413" y="119"/>
                  </a:cubicBezTo>
                  <a:close/>
                  <a:moveTo>
                    <a:pt x="315" y="108"/>
                  </a:moveTo>
                  <a:cubicBezTo>
                    <a:pt x="315" y="108"/>
                    <a:pt x="315" y="108"/>
                    <a:pt x="314" y="109"/>
                  </a:cubicBezTo>
                  <a:cubicBezTo>
                    <a:pt x="315" y="109"/>
                    <a:pt x="315" y="109"/>
                    <a:pt x="315" y="109"/>
                  </a:cubicBezTo>
                  <a:cubicBezTo>
                    <a:pt x="314" y="110"/>
                    <a:pt x="314" y="111"/>
                    <a:pt x="313" y="113"/>
                  </a:cubicBezTo>
                  <a:cubicBezTo>
                    <a:pt x="309" y="122"/>
                    <a:pt x="223" y="337"/>
                    <a:pt x="223" y="337"/>
                  </a:cubicBezTo>
                  <a:cubicBezTo>
                    <a:pt x="207" y="377"/>
                    <a:pt x="191" y="405"/>
                    <a:pt x="144" y="405"/>
                  </a:cubicBezTo>
                  <a:cubicBezTo>
                    <a:pt x="137" y="405"/>
                    <a:pt x="130" y="404"/>
                    <a:pt x="123" y="403"/>
                  </a:cubicBezTo>
                  <a:cubicBezTo>
                    <a:pt x="114" y="400"/>
                    <a:pt x="108" y="391"/>
                    <a:pt x="111" y="381"/>
                  </a:cubicBezTo>
                  <a:cubicBezTo>
                    <a:pt x="113" y="373"/>
                    <a:pt x="121" y="367"/>
                    <a:pt x="129" y="368"/>
                  </a:cubicBezTo>
                  <a:cubicBezTo>
                    <a:pt x="130" y="368"/>
                    <a:pt x="138" y="368"/>
                    <a:pt x="141" y="368"/>
                  </a:cubicBezTo>
                  <a:cubicBezTo>
                    <a:pt x="167" y="368"/>
                    <a:pt x="176" y="353"/>
                    <a:pt x="185" y="329"/>
                  </a:cubicBezTo>
                  <a:cubicBezTo>
                    <a:pt x="190" y="318"/>
                    <a:pt x="190" y="318"/>
                    <a:pt x="190" y="318"/>
                  </a:cubicBezTo>
                  <a:cubicBezTo>
                    <a:pt x="190" y="318"/>
                    <a:pt x="112" y="128"/>
                    <a:pt x="104" y="107"/>
                  </a:cubicBezTo>
                  <a:cubicBezTo>
                    <a:pt x="100" y="96"/>
                    <a:pt x="106" y="85"/>
                    <a:pt x="116" y="81"/>
                  </a:cubicBezTo>
                  <a:cubicBezTo>
                    <a:pt x="127" y="77"/>
                    <a:pt x="138" y="82"/>
                    <a:pt x="143" y="91"/>
                  </a:cubicBezTo>
                  <a:cubicBezTo>
                    <a:pt x="144" y="94"/>
                    <a:pt x="144" y="94"/>
                    <a:pt x="144" y="94"/>
                  </a:cubicBezTo>
                  <a:cubicBezTo>
                    <a:pt x="144" y="94"/>
                    <a:pt x="144" y="94"/>
                    <a:pt x="144" y="94"/>
                  </a:cubicBezTo>
                  <a:cubicBezTo>
                    <a:pt x="211" y="265"/>
                    <a:pt x="211" y="265"/>
                    <a:pt x="211" y="265"/>
                  </a:cubicBezTo>
                  <a:cubicBezTo>
                    <a:pt x="213" y="265"/>
                    <a:pt x="213" y="265"/>
                    <a:pt x="213" y="265"/>
                  </a:cubicBezTo>
                  <a:cubicBezTo>
                    <a:pt x="213" y="265"/>
                    <a:pt x="270" y="115"/>
                    <a:pt x="276" y="97"/>
                  </a:cubicBezTo>
                  <a:cubicBezTo>
                    <a:pt x="277" y="97"/>
                    <a:pt x="277" y="97"/>
                    <a:pt x="277" y="97"/>
                  </a:cubicBezTo>
                  <a:cubicBezTo>
                    <a:pt x="277" y="96"/>
                    <a:pt x="277" y="96"/>
                    <a:pt x="277" y="96"/>
                  </a:cubicBezTo>
                  <a:cubicBezTo>
                    <a:pt x="277" y="96"/>
                    <a:pt x="277" y="95"/>
                    <a:pt x="277" y="95"/>
                  </a:cubicBezTo>
                  <a:cubicBezTo>
                    <a:pt x="281" y="85"/>
                    <a:pt x="292" y="80"/>
                    <a:pt x="302" y="83"/>
                  </a:cubicBezTo>
                  <a:cubicBezTo>
                    <a:pt x="312" y="86"/>
                    <a:pt x="318" y="97"/>
                    <a:pt x="315" y="108"/>
                  </a:cubicBezTo>
                  <a:close/>
                  <a:moveTo>
                    <a:pt x="439" y="363"/>
                  </a:moveTo>
                  <a:cubicBezTo>
                    <a:pt x="434" y="372"/>
                    <a:pt x="422" y="376"/>
                    <a:pt x="413" y="370"/>
                  </a:cubicBezTo>
                  <a:cubicBezTo>
                    <a:pt x="403" y="365"/>
                    <a:pt x="317" y="305"/>
                    <a:pt x="322" y="296"/>
                  </a:cubicBezTo>
                  <a:cubicBezTo>
                    <a:pt x="328" y="286"/>
                    <a:pt x="423" y="331"/>
                    <a:pt x="432" y="336"/>
                  </a:cubicBezTo>
                  <a:cubicBezTo>
                    <a:pt x="441" y="342"/>
                    <a:pt x="445" y="353"/>
                    <a:pt x="439" y="363"/>
                  </a:cubicBezTo>
                  <a:close/>
                  <a:moveTo>
                    <a:pt x="467" y="263"/>
                  </a:moveTo>
                  <a:cubicBezTo>
                    <a:pt x="456" y="263"/>
                    <a:pt x="351" y="255"/>
                    <a:pt x="351" y="244"/>
                  </a:cubicBezTo>
                  <a:cubicBezTo>
                    <a:pt x="351" y="234"/>
                    <a:pt x="456" y="224"/>
                    <a:pt x="467" y="224"/>
                  </a:cubicBezTo>
                  <a:cubicBezTo>
                    <a:pt x="477" y="224"/>
                    <a:pt x="486" y="232"/>
                    <a:pt x="486" y="243"/>
                  </a:cubicBezTo>
                  <a:cubicBezTo>
                    <a:pt x="486" y="254"/>
                    <a:pt x="477" y="263"/>
                    <a:pt x="467" y="263"/>
                  </a:cubicBezTo>
                  <a:close/>
                </a:path>
              </a:pathLst>
            </a:custGeom>
            <a:solidFill>
              <a:srgbClr val="FFFFFF"/>
            </a:solidFill>
            <a:ln>
              <a:noFill/>
            </a:ln>
          </p:spPr>
          <p:txBody>
            <a:bodyPr vert="horz" wrap="square" lIns="87845" tIns="43921" rIns="87845" bIns="43921" numCol="1" anchor="t" anchorCtr="0" compatLnSpc="1">
              <a:prstTxWarp prst="textNoShape">
                <a:avLst/>
              </a:prstTxWarp>
            </a:bodyPr>
            <a:lstStyle/>
            <a:p>
              <a:pPr defTabSz="913952">
                <a:defRPr/>
              </a:pPr>
              <a:endParaRPr lang="en-US" sz="1729" kern="0" dirty="0">
                <a:solidFill>
                  <a:srgbClr val="505050"/>
                </a:solidFill>
                <a:latin typeface="Segoe UI"/>
              </a:endParaRPr>
            </a:p>
          </p:txBody>
        </p:sp>
      </p:grpSp>
      <p:grpSp>
        <p:nvGrpSpPr>
          <p:cNvPr id="22" name="Group 21"/>
          <p:cNvGrpSpPr/>
          <p:nvPr/>
        </p:nvGrpSpPr>
        <p:grpSpPr>
          <a:xfrm>
            <a:off x="8044520" y="1195089"/>
            <a:ext cx="3708071" cy="3549629"/>
            <a:chOff x="8206628" y="1217640"/>
            <a:chExt cx="3783948" cy="3622263"/>
          </a:xfrm>
        </p:grpSpPr>
        <p:grpSp>
          <p:nvGrpSpPr>
            <p:cNvPr id="14" name="Group 13"/>
            <p:cNvGrpSpPr/>
            <p:nvPr/>
          </p:nvGrpSpPr>
          <p:grpSpPr>
            <a:xfrm>
              <a:off x="10137980" y="1225066"/>
              <a:ext cx="1836984" cy="3614837"/>
              <a:chOff x="10137980" y="1225066"/>
              <a:chExt cx="1836984" cy="3614837"/>
            </a:xfrm>
          </p:grpSpPr>
          <p:sp>
            <p:nvSpPr>
              <p:cNvPr id="342" name="Rectangle 179"/>
              <p:cNvSpPr>
                <a:spLocks noChangeArrowheads="1"/>
              </p:cNvSpPr>
              <p:nvPr/>
            </p:nvSpPr>
            <p:spPr bwMode="auto">
              <a:xfrm>
                <a:off x="10137980" y="1225066"/>
                <a:ext cx="1836984" cy="3614837"/>
              </a:xfrm>
              <a:prstGeom prst="rect">
                <a:avLst/>
              </a:prstGeom>
              <a:solidFill>
                <a:srgbClr val="0078D7"/>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48" name="Freeform 316"/>
              <p:cNvSpPr>
                <a:spLocks/>
              </p:cNvSpPr>
              <p:nvPr/>
            </p:nvSpPr>
            <p:spPr bwMode="auto">
              <a:xfrm>
                <a:off x="10342441" y="3438133"/>
                <a:ext cx="1444690" cy="1092432"/>
              </a:xfrm>
              <a:custGeom>
                <a:avLst/>
                <a:gdLst>
                  <a:gd name="T0" fmla="*/ 1244 w 2575"/>
                  <a:gd name="T1" fmla="*/ 688 h 1947"/>
                  <a:gd name="T2" fmla="*/ 1541 w 2575"/>
                  <a:gd name="T3" fmla="*/ 140 h 1947"/>
                  <a:gd name="T4" fmla="*/ 1624 w 2575"/>
                  <a:gd name="T5" fmla="*/ 122 h 1947"/>
                  <a:gd name="T6" fmla="*/ 1701 w 2575"/>
                  <a:gd name="T7" fmla="*/ 67 h 1947"/>
                  <a:gd name="T8" fmla="*/ 1736 w 2575"/>
                  <a:gd name="T9" fmla="*/ 115 h 1947"/>
                  <a:gd name="T10" fmla="*/ 1710 w 2575"/>
                  <a:gd name="T11" fmla="*/ 202 h 1947"/>
                  <a:gd name="T12" fmla="*/ 2253 w 2575"/>
                  <a:gd name="T13" fmla="*/ 661 h 1947"/>
                  <a:gd name="T14" fmla="*/ 2294 w 2575"/>
                  <a:gd name="T15" fmla="*/ 706 h 1947"/>
                  <a:gd name="T16" fmla="*/ 2564 w 2575"/>
                  <a:gd name="T17" fmla="*/ 695 h 1947"/>
                  <a:gd name="T18" fmla="*/ 2339 w 2575"/>
                  <a:gd name="T19" fmla="*/ 828 h 1947"/>
                  <a:gd name="T20" fmla="*/ 2337 w 2575"/>
                  <a:gd name="T21" fmla="*/ 849 h 1947"/>
                  <a:gd name="T22" fmla="*/ 2575 w 2575"/>
                  <a:gd name="T23" fmla="*/ 865 h 1947"/>
                  <a:gd name="T24" fmla="*/ 2273 w 2575"/>
                  <a:gd name="T25" fmla="*/ 984 h 1947"/>
                  <a:gd name="T26" fmla="*/ 1768 w 2575"/>
                  <a:gd name="T27" fmla="*/ 1630 h 1947"/>
                  <a:gd name="T28" fmla="*/ 0 w 2575"/>
                  <a:gd name="T29" fmla="*/ 1328 h 1947"/>
                  <a:gd name="T30" fmla="*/ 951 w 2575"/>
                  <a:gd name="T31" fmla="*/ 1291 h 1947"/>
                  <a:gd name="T32" fmla="*/ 862 w 2575"/>
                  <a:gd name="T33" fmla="*/ 1069 h 1947"/>
                  <a:gd name="T34" fmla="*/ 574 w 2575"/>
                  <a:gd name="T35" fmla="*/ 940 h 1947"/>
                  <a:gd name="T36" fmla="*/ 585 w 2575"/>
                  <a:gd name="T37" fmla="*/ 881 h 1947"/>
                  <a:gd name="T38" fmla="*/ 722 w 2575"/>
                  <a:gd name="T39" fmla="*/ 839 h 1947"/>
                  <a:gd name="T40" fmla="*/ 453 w 2575"/>
                  <a:gd name="T41" fmla="*/ 615 h 1947"/>
                  <a:gd name="T42" fmla="*/ 475 w 2575"/>
                  <a:gd name="T43" fmla="*/ 571 h 1947"/>
                  <a:gd name="T44" fmla="*/ 592 w 2575"/>
                  <a:gd name="T45" fmla="*/ 557 h 1947"/>
                  <a:gd name="T46" fmla="*/ 388 w 2575"/>
                  <a:gd name="T47" fmla="*/ 303 h 1947"/>
                  <a:gd name="T48" fmla="*/ 457 w 2575"/>
                  <a:gd name="T49" fmla="*/ 259 h 1947"/>
                  <a:gd name="T50" fmla="*/ 1244 w 2575"/>
                  <a:gd name="T51" fmla="*/ 688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575" h="1947">
                    <a:moveTo>
                      <a:pt x="1244" y="688"/>
                    </a:moveTo>
                    <a:cubicBezTo>
                      <a:pt x="1326" y="429"/>
                      <a:pt x="1427" y="262"/>
                      <a:pt x="1541" y="140"/>
                    </a:cubicBezTo>
                    <a:cubicBezTo>
                      <a:pt x="1628" y="51"/>
                      <a:pt x="1674" y="21"/>
                      <a:pt x="1624" y="122"/>
                    </a:cubicBezTo>
                    <a:cubicBezTo>
                      <a:pt x="1644" y="103"/>
                      <a:pt x="1676" y="78"/>
                      <a:pt x="1701" y="67"/>
                    </a:cubicBezTo>
                    <a:cubicBezTo>
                      <a:pt x="1843" y="0"/>
                      <a:pt x="1832" y="55"/>
                      <a:pt x="1736" y="115"/>
                    </a:cubicBezTo>
                    <a:cubicBezTo>
                      <a:pt x="1999" y="21"/>
                      <a:pt x="1989" y="140"/>
                      <a:pt x="1710" y="202"/>
                    </a:cubicBezTo>
                    <a:cubicBezTo>
                      <a:pt x="1939" y="207"/>
                      <a:pt x="2182" y="351"/>
                      <a:pt x="2253" y="661"/>
                    </a:cubicBezTo>
                    <a:cubicBezTo>
                      <a:pt x="2262" y="704"/>
                      <a:pt x="2250" y="700"/>
                      <a:pt x="2294" y="706"/>
                    </a:cubicBezTo>
                    <a:cubicBezTo>
                      <a:pt x="2387" y="725"/>
                      <a:pt x="2477" y="723"/>
                      <a:pt x="2564" y="695"/>
                    </a:cubicBezTo>
                    <a:cubicBezTo>
                      <a:pt x="2554" y="759"/>
                      <a:pt x="2470" y="800"/>
                      <a:pt x="2339" y="828"/>
                    </a:cubicBezTo>
                    <a:cubicBezTo>
                      <a:pt x="2289" y="839"/>
                      <a:pt x="2280" y="835"/>
                      <a:pt x="2337" y="849"/>
                    </a:cubicBezTo>
                    <a:cubicBezTo>
                      <a:pt x="2410" y="865"/>
                      <a:pt x="2490" y="869"/>
                      <a:pt x="2575" y="865"/>
                    </a:cubicBezTo>
                    <a:cubicBezTo>
                      <a:pt x="2509" y="943"/>
                      <a:pt x="2403" y="982"/>
                      <a:pt x="2273" y="984"/>
                    </a:cubicBezTo>
                    <a:cubicBezTo>
                      <a:pt x="2191" y="1282"/>
                      <a:pt x="2005" y="1497"/>
                      <a:pt x="1768" y="1630"/>
                    </a:cubicBezTo>
                    <a:cubicBezTo>
                      <a:pt x="1212" y="1947"/>
                      <a:pt x="405" y="1901"/>
                      <a:pt x="0" y="1328"/>
                    </a:cubicBezTo>
                    <a:cubicBezTo>
                      <a:pt x="265" y="1536"/>
                      <a:pt x="658" y="1582"/>
                      <a:pt x="951" y="1291"/>
                    </a:cubicBezTo>
                    <a:cubicBezTo>
                      <a:pt x="759" y="1291"/>
                      <a:pt x="711" y="1147"/>
                      <a:pt x="862" y="1069"/>
                    </a:cubicBezTo>
                    <a:cubicBezTo>
                      <a:pt x="718" y="1066"/>
                      <a:pt x="626" y="1023"/>
                      <a:pt x="574" y="940"/>
                    </a:cubicBezTo>
                    <a:cubicBezTo>
                      <a:pt x="553" y="908"/>
                      <a:pt x="553" y="906"/>
                      <a:pt x="585" y="881"/>
                    </a:cubicBezTo>
                    <a:cubicBezTo>
                      <a:pt x="622" y="855"/>
                      <a:pt x="672" y="844"/>
                      <a:pt x="722" y="839"/>
                    </a:cubicBezTo>
                    <a:cubicBezTo>
                      <a:pt x="574" y="796"/>
                      <a:pt x="485" y="718"/>
                      <a:pt x="453" y="615"/>
                    </a:cubicBezTo>
                    <a:cubicBezTo>
                      <a:pt x="441" y="578"/>
                      <a:pt x="439" y="580"/>
                      <a:pt x="475" y="571"/>
                    </a:cubicBezTo>
                    <a:cubicBezTo>
                      <a:pt x="510" y="564"/>
                      <a:pt x="553" y="557"/>
                      <a:pt x="592" y="557"/>
                    </a:cubicBezTo>
                    <a:cubicBezTo>
                      <a:pt x="475" y="486"/>
                      <a:pt x="407" y="399"/>
                      <a:pt x="388" y="303"/>
                    </a:cubicBezTo>
                    <a:cubicBezTo>
                      <a:pt x="372" y="211"/>
                      <a:pt x="388" y="234"/>
                      <a:pt x="457" y="259"/>
                    </a:cubicBezTo>
                    <a:cubicBezTo>
                      <a:pt x="761" y="376"/>
                      <a:pt x="1063" y="502"/>
                      <a:pt x="1244" y="688"/>
                    </a:cubicBezTo>
                    <a:close/>
                  </a:path>
                </a:pathLst>
              </a:custGeom>
              <a:solidFill>
                <a:schemeClr val="bg1"/>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grpSp>
        <p:grpSp>
          <p:nvGrpSpPr>
            <p:cNvPr id="13" name="Group 12"/>
            <p:cNvGrpSpPr/>
            <p:nvPr/>
          </p:nvGrpSpPr>
          <p:grpSpPr>
            <a:xfrm>
              <a:off x="8206628" y="1217640"/>
              <a:ext cx="3783948" cy="1856191"/>
              <a:chOff x="8206628" y="1217640"/>
              <a:chExt cx="3783948" cy="1856191"/>
            </a:xfrm>
          </p:grpSpPr>
          <p:sp>
            <p:nvSpPr>
              <p:cNvPr id="136" name="Rectangle 120"/>
              <p:cNvSpPr>
                <a:spLocks noChangeArrowheads="1"/>
              </p:cNvSpPr>
              <p:nvPr/>
            </p:nvSpPr>
            <p:spPr bwMode="auto">
              <a:xfrm>
                <a:off x="8206628" y="1217640"/>
                <a:ext cx="3783948" cy="1856191"/>
              </a:xfrm>
              <a:prstGeom prst="rect">
                <a:avLst/>
              </a:prstGeom>
              <a:solidFill>
                <a:srgbClr val="0078D7"/>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43" name="Rectangle 103"/>
              <p:cNvSpPr/>
              <p:nvPr/>
            </p:nvSpPr>
            <p:spPr>
              <a:xfrm>
                <a:off x="8232083" y="2234890"/>
                <a:ext cx="3633944" cy="363592"/>
              </a:xfrm>
              <a:prstGeom prst="rect">
                <a:avLst/>
              </a:prstGeom>
            </p:spPr>
            <p:txBody>
              <a:bodyPr wrap="square" lIns="0" rIns="0" bIns="87845" anchor="b" anchorCtr="0">
                <a:spAutoFit/>
              </a:bodyPr>
              <a:lstStyle/>
              <a:p>
                <a:pPr algn="ctr" defTabSz="895999">
                  <a:lnSpc>
                    <a:spcPct val="80000"/>
                  </a:lnSpc>
                  <a:spcBef>
                    <a:spcPts val="575"/>
                  </a:spcBef>
                  <a:spcAft>
                    <a:spcPts val="575"/>
                  </a:spcAft>
                  <a:defRPr/>
                </a:pPr>
                <a:r>
                  <a:rPr lang="en-US" sz="1764" dirty="0">
                    <a:solidFill>
                      <a:srgbClr val="404040"/>
                    </a:solidFill>
                    <a:latin typeface="Segoe UI"/>
                    <a:hlinkClick r:id="rId4"/>
                  </a:rPr>
                  <a:t>@</a:t>
                </a:r>
                <a:r>
                  <a:rPr lang="en-US" sz="1764" dirty="0" err="1">
                    <a:solidFill>
                      <a:srgbClr val="404040"/>
                    </a:solidFill>
                    <a:latin typeface="Segoe UI"/>
                    <a:hlinkClick r:id="rId4"/>
                  </a:rPr>
                  <a:t>OfficeDev</a:t>
                </a:r>
                <a:r>
                  <a:rPr lang="en-US" sz="1764" dirty="0">
                    <a:solidFill>
                      <a:srgbClr val="404040"/>
                    </a:solidFill>
                    <a:latin typeface="Segoe UI"/>
                  </a:rPr>
                  <a:t> </a:t>
                </a:r>
              </a:p>
            </p:txBody>
          </p:sp>
          <p:sp>
            <p:nvSpPr>
              <p:cNvPr id="344" name="Rectangle 104"/>
              <p:cNvSpPr/>
              <p:nvPr/>
            </p:nvSpPr>
            <p:spPr>
              <a:xfrm>
                <a:off x="8247644" y="1490659"/>
                <a:ext cx="3644837" cy="863080"/>
              </a:xfrm>
              <a:prstGeom prst="rect">
                <a:avLst/>
              </a:prstGeom>
            </p:spPr>
            <p:txBody>
              <a:bodyPr wrap="square" lIns="175690" tIns="140552" rIns="175690" bIns="87845">
                <a:spAutoFit/>
              </a:bodyPr>
              <a:lstStyle/>
              <a:p>
                <a:pPr algn="ctr" defTabSz="895999">
                  <a:spcBef>
                    <a:spcPts val="575"/>
                  </a:spcBef>
                  <a:spcAft>
                    <a:spcPts val="575"/>
                  </a:spcAft>
                  <a:defRPr/>
                </a:pPr>
                <a:r>
                  <a:rPr lang="en-US" sz="3919" b="1" dirty="0">
                    <a:gradFill>
                      <a:gsLst>
                        <a:gs pos="0">
                          <a:srgbClr val="FFFFFF"/>
                        </a:gs>
                        <a:gs pos="100000">
                          <a:srgbClr val="FFFFFF"/>
                        </a:gs>
                      </a:gsLst>
                      <a:lin ang="5400000" scaled="0"/>
                    </a:gradFill>
                    <a:latin typeface="Segoe UI Light"/>
                  </a:rPr>
                  <a:t>Twitter</a:t>
                </a:r>
              </a:p>
            </p:txBody>
          </p:sp>
        </p:grpSp>
      </p:grpSp>
      <p:grpSp>
        <p:nvGrpSpPr>
          <p:cNvPr id="566" name="Group 565"/>
          <p:cNvGrpSpPr/>
          <p:nvPr/>
        </p:nvGrpSpPr>
        <p:grpSpPr>
          <a:xfrm>
            <a:off x="8059767" y="3094380"/>
            <a:ext cx="1799393" cy="1650338"/>
            <a:chOff x="8272463" y="3235325"/>
            <a:chExt cx="1761331" cy="1615428"/>
          </a:xfrm>
        </p:grpSpPr>
        <p:sp>
          <p:nvSpPr>
            <p:cNvPr id="341" name="Rectangle 179"/>
            <p:cNvSpPr>
              <a:spLocks noChangeArrowheads="1"/>
            </p:cNvSpPr>
            <p:nvPr/>
          </p:nvSpPr>
          <p:spPr bwMode="auto">
            <a:xfrm>
              <a:off x="8272463" y="3235325"/>
              <a:ext cx="1761331" cy="1615428"/>
            </a:xfrm>
            <a:prstGeom prst="rect">
              <a:avLst/>
            </a:prstGeom>
            <a:solidFill>
              <a:schemeClr val="bg1">
                <a:lumMod val="75000"/>
              </a:schemeClr>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grpSp>
          <p:nvGrpSpPr>
            <p:cNvPr id="455" name="Group 454"/>
            <p:cNvGrpSpPr/>
            <p:nvPr/>
          </p:nvGrpSpPr>
          <p:grpSpPr>
            <a:xfrm>
              <a:off x="8385175" y="3462338"/>
              <a:ext cx="1535113" cy="1117599"/>
              <a:chOff x="8385175" y="3462338"/>
              <a:chExt cx="1535113" cy="1117599"/>
            </a:xfrm>
          </p:grpSpPr>
          <p:sp>
            <p:nvSpPr>
              <p:cNvPr id="370" name="AutoShape 333"/>
              <p:cNvSpPr>
                <a:spLocks noChangeAspect="1" noChangeArrowheads="1" noTextEdit="1"/>
              </p:cNvSpPr>
              <p:nvPr/>
            </p:nvSpPr>
            <p:spPr bwMode="auto">
              <a:xfrm>
                <a:off x="8385175" y="3462338"/>
                <a:ext cx="1535113"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71" name="Freeform 335"/>
              <p:cNvSpPr>
                <a:spLocks/>
              </p:cNvSpPr>
              <p:nvPr/>
            </p:nvSpPr>
            <p:spPr bwMode="auto">
              <a:xfrm>
                <a:off x="9421813" y="3917950"/>
                <a:ext cx="498475" cy="661987"/>
              </a:xfrm>
              <a:custGeom>
                <a:avLst/>
                <a:gdLst>
                  <a:gd name="T0" fmla="*/ 227 w 227"/>
                  <a:gd name="T1" fmla="*/ 301 h 301"/>
                  <a:gd name="T2" fmla="*/ 162 w 227"/>
                  <a:gd name="T3" fmla="*/ 178 h 301"/>
                  <a:gd name="T4" fmla="*/ 168 w 227"/>
                  <a:gd name="T5" fmla="*/ 138 h 301"/>
                  <a:gd name="T6" fmla="*/ 168 w 227"/>
                  <a:gd name="T7" fmla="*/ 91 h 301"/>
                  <a:gd name="T8" fmla="*/ 90 w 227"/>
                  <a:gd name="T9" fmla="*/ 0 h 301"/>
                  <a:gd name="T10" fmla="*/ 0 w 227"/>
                  <a:gd name="T11" fmla="*/ 91 h 301"/>
                  <a:gd name="T12" fmla="*/ 0 w 227"/>
                  <a:gd name="T13" fmla="*/ 138 h 301"/>
                  <a:gd name="T14" fmla="*/ 51 w 227"/>
                  <a:gd name="T15" fmla="*/ 219 h 301"/>
                  <a:gd name="T16" fmla="*/ 77 w 227"/>
                  <a:gd name="T17" fmla="*/ 301 h 301"/>
                  <a:gd name="T18" fmla="*/ 227 w 227"/>
                  <a:gd name="T19" fmla="*/ 301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7" h="301">
                    <a:moveTo>
                      <a:pt x="227" y="301"/>
                    </a:moveTo>
                    <a:cubicBezTo>
                      <a:pt x="162" y="178"/>
                      <a:pt x="162" y="178"/>
                      <a:pt x="162" y="178"/>
                    </a:cubicBezTo>
                    <a:cubicBezTo>
                      <a:pt x="166" y="166"/>
                      <a:pt x="168" y="153"/>
                      <a:pt x="168" y="138"/>
                    </a:cubicBezTo>
                    <a:cubicBezTo>
                      <a:pt x="168" y="91"/>
                      <a:pt x="168" y="91"/>
                      <a:pt x="168" y="91"/>
                    </a:cubicBezTo>
                    <a:cubicBezTo>
                      <a:pt x="168" y="41"/>
                      <a:pt x="140" y="0"/>
                      <a:pt x="90" y="0"/>
                    </a:cubicBezTo>
                    <a:cubicBezTo>
                      <a:pt x="41" y="0"/>
                      <a:pt x="0" y="41"/>
                      <a:pt x="0" y="91"/>
                    </a:cubicBezTo>
                    <a:cubicBezTo>
                      <a:pt x="0" y="138"/>
                      <a:pt x="0" y="138"/>
                      <a:pt x="0" y="138"/>
                    </a:cubicBezTo>
                    <a:cubicBezTo>
                      <a:pt x="0" y="174"/>
                      <a:pt x="21" y="205"/>
                      <a:pt x="51" y="219"/>
                    </a:cubicBezTo>
                    <a:cubicBezTo>
                      <a:pt x="77" y="301"/>
                      <a:pt x="77" y="301"/>
                      <a:pt x="77" y="301"/>
                    </a:cubicBezTo>
                    <a:lnTo>
                      <a:pt x="227" y="301"/>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72" name="Freeform 336"/>
              <p:cNvSpPr>
                <a:spLocks/>
              </p:cNvSpPr>
              <p:nvPr/>
            </p:nvSpPr>
            <p:spPr bwMode="auto">
              <a:xfrm>
                <a:off x="9428163" y="4271963"/>
                <a:ext cx="136525" cy="88900"/>
              </a:xfrm>
              <a:custGeom>
                <a:avLst/>
                <a:gdLst>
                  <a:gd name="T0" fmla="*/ 23 w 62"/>
                  <a:gd name="T1" fmla="*/ 40 h 40"/>
                  <a:gd name="T2" fmla="*/ 62 w 62"/>
                  <a:gd name="T3" fmla="*/ 0 h 40"/>
                  <a:gd name="T4" fmla="*/ 0 w 62"/>
                  <a:gd name="T5" fmla="*/ 0 h 40"/>
                  <a:gd name="T6" fmla="*/ 23 w 62"/>
                  <a:gd name="T7" fmla="*/ 40 h 40"/>
                </a:gdLst>
                <a:ahLst/>
                <a:cxnLst>
                  <a:cxn ang="0">
                    <a:pos x="T0" y="T1"/>
                  </a:cxn>
                  <a:cxn ang="0">
                    <a:pos x="T2" y="T3"/>
                  </a:cxn>
                  <a:cxn ang="0">
                    <a:pos x="T4" y="T5"/>
                  </a:cxn>
                  <a:cxn ang="0">
                    <a:pos x="T6" y="T7"/>
                  </a:cxn>
                </a:cxnLst>
                <a:rect l="0" t="0" r="r" b="b"/>
                <a:pathLst>
                  <a:path w="62" h="40">
                    <a:moveTo>
                      <a:pt x="23" y="40"/>
                    </a:moveTo>
                    <a:cubicBezTo>
                      <a:pt x="62" y="0"/>
                      <a:pt x="62" y="0"/>
                      <a:pt x="62" y="0"/>
                    </a:cubicBezTo>
                    <a:cubicBezTo>
                      <a:pt x="0" y="0"/>
                      <a:pt x="0" y="0"/>
                      <a:pt x="0" y="0"/>
                    </a:cubicBezTo>
                    <a:cubicBezTo>
                      <a:pt x="4" y="15"/>
                      <a:pt x="12" y="29"/>
                      <a:pt x="23" y="40"/>
                    </a:cubicBezTo>
                    <a:close/>
                  </a:path>
                </a:pathLst>
              </a:custGeom>
              <a:solidFill>
                <a:srgbClr val="4937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73" name="Rectangle 337"/>
              <p:cNvSpPr>
                <a:spLocks noChangeArrowheads="1"/>
              </p:cNvSpPr>
              <p:nvPr/>
            </p:nvSpPr>
            <p:spPr bwMode="auto">
              <a:xfrm>
                <a:off x="8458200" y="3541713"/>
                <a:ext cx="1143000" cy="6556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74" name="Rectangle 338"/>
              <p:cNvSpPr>
                <a:spLocks noChangeArrowheads="1"/>
              </p:cNvSpPr>
              <p:nvPr/>
            </p:nvSpPr>
            <p:spPr bwMode="auto">
              <a:xfrm>
                <a:off x="8458200" y="3644900"/>
                <a:ext cx="211138" cy="552450"/>
              </a:xfrm>
              <a:prstGeom prst="rect">
                <a:avLst/>
              </a:prstGeom>
              <a:solidFill>
                <a:srgbClr val="D2D2D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75" name="Rectangle 339"/>
              <p:cNvSpPr>
                <a:spLocks noChangeArrowheads="1"/>
              </p:cNvSpPr>
              <p:nvPr/>
            </p:nvSpPr>
            <p:spPr bwMode="auto">
              <a:xfrm>
                <a:off x="8472488" y="3552825"/>
                <a:ext cx="1138238" cy="92075"/>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76" name="Freeform 340"/>
              <p:cNvSpPr>
                <a:spLocks noEditPoints="1"/>
              </p:cNvSpPr>
              <p:nvPr/>
            </p:nvSpPr>
            <p:spPr bwMode="auto">
              <a:xfrm>
                <a:off x="8385175" y="3463925"/>
                <a:ext cx="1304925" cy="812800"/>
              </a:xfrm>
              <a:custGeom>
                <a:avLst/>
                <a:gdLst>
                  <a:gd name="T0" fmla="*/ 585 w 594"/>
                  <a:gd name="T1" fmla="*/ 0 h 369"/>
                  <a:gd name="T2" fmla="*/ 8 w 594"/>
                  <a:gd name="T3" fmla="*/ 0 h 369"/>
                  <a:gd name="T4" fmla="*/ 0 w 594"/>
                  <a:gd name="T5" fmla="*/ 9 h 369"/>
                  <a:gd name="T6" fmla="*/ 0 w 594"/>
                  <a:gd name="T7" fmla="*/ 360 h 369"/>
                  <a:gd name="T8" fmla="*/ 8 w 594"/>
                  <a:gd name="T9" fmla="*/ 369 h 369"/>
                  <a:gd name="T10" fmla="*/ 585 w 594"/>
                  <a:gd name="T11" fmla="*/ 369 h 369"/>
                  <a:gd name="T12" fmla="*/ 594 w 594"/>
                  <a:gd name="T13" fmla="*/ 360 h 369"/>
                  <a:gd name="T14" fmla="*/ 594 w 594"/>
                  <a:gd name="T15" fmla="*/ 9 h 369"/>
                  <a:gd name="T16" fmla="*/ 585 w 594"/>
                  <a:gd name="T17" fmla="*/ 0 h 369"/>
                  <a:gd name="T18" fmla="*/ 548 w 594"/>
                  <a:gd name="T19" fmla="*/ 314 h 369"/>
                  <a:gd name="T20" fmla="*/ 541 w 594"/>
                  <a:gd name="T21" fmla="*/ 321 h 369"/>
                  <a:gd name="T22" fmla="*/ 53 w 594"/>
                  <a:gd name="T23" fmla="*/ 321 h 369"/>
                  <a:gd name="T24" fmla="*/ 46 w 594"/>
                  <a:gd name="T25" fmla="*/ 314 h 369"/>
                  <a:gd name="T26" fmla="*/ 46 w 594"/>
                  <a:gd name="T27" fmla="*/ 52 h 369"/>
                  <a:gd name="T28" fmla="*/ 53 w 594"/>
                  <a:gd name="T29" fmla="*/ 45 h 369"/>
                  <a:gd name="T30" fmla="*/ 541 w 594"/>
                  <a:gd name="T31" fmla="*/ 45 h 369"/>
                  <a:gd name="T32" fmla="*/ 548 w 594"/>
                  <a:gd name="T33" fmla="*/ 52 h 369"/>
                  <a:gd name="T34" fmla="*/ 548 w 594"/>
                  <a:gd name="T35" fmla="*/ 314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4" h="369">
                    <a:moveTo>
                      <a:pt x="585" y="0"/>
                    </a:moveTo>
                    <a:cubicBezTo>
                      <a:pt x="8" y="0"/>
                      <a:pt x="8" y="0"/>
                      <a:pt x="8" y="0"/>
                    </a:cubicBezTo>
                    <a:cubicBezTo>
                      <a:pt x="4" y="0"/>
                      <a:pt x="0" y="4"/>
                      <a:pt x="0" y="9"/>
                    </a:cubicBezTo>
                    <a:cubicBezTo>
                      <a:pt x="0" y="360"/>
                      <a:pt x="0" y="360"/>
                      <a:pt x="0" y="360"/>
                    </a:cubicBezTo>
                    <a:cubicBezTo>
                      <a:pt x="0" y="365"/>
                      <a:pt x="4" y="369"/>
                      <a:pt x="8" y="369"/>
                    </a:cubicBezTo>
                    <a:cubicBezTo>
                      <a:pt x="585" y="369"/>
                      <a:pt x="585" y="369"/>
                      <a:pt x="585" y="369"/>
                    </a:cubicBezTo>
                    <a:cubicBezTo>
                      <a:pt x="590" y="369"/>
                      <a:pt x="594" y="365"/>
                      <a:pt x="594" y="360"/>
                    </a:cubicBezTo>
                    <a:cubicBezTo>
                      <a:pt x="594" y="9"/>
                      <a:pt x="594" y="9"/>
                      <a:pt x="594" y="9"/>
                    </a:cubicBezTo>
                    <a:cubicBezTo>
                      <a:pt x="594" y="4"/>
                      <a:pt x="590" y="0"/>
                      <a:pt x="585" y="0"/>
                    </a:cubicBezTo>
                    <a:close/>
                    <a:moveTo>
                      <a:pt x="548" y="314"/>
                    </a:moveTo>
                    <a:cubicBezTo>
                      <a:pt x="548" y="318"/>
                      <a:pt x="544" y="321"/>
                      <a:pt x="541" y="321"/>
                    </a:cubicBezTo>
                    <a:cubicBezTo>
                      <a:pt x="53" y="321"/>
                      <a:pt x="53" y="321"/>
                      <a:pt x="53" y="321"/>
                    </a:cubicBezTo>
                    <a:cubicBezTo>
                      <a:pt x="49" y="321"/>
                      <a:pt x="46" y="318"/>
                      <a:pt x="46" y="314"/>
                    </a:cubicBezTo>
                    <a:cubicBezTo>
                      <a:pt x="46" y="52"/>
                      <a:pt x="46" y="52"/>
                      <a:pt x="46" y="52"/>
                    </a:cubicBezTo>
                    <a:cubicBezTo>
                      <a:pt x="46" y="48"/>
                      <a:pt x="49" y="45"/>
                      <a:pt x="53" y="45"/>
                    </a:cubicBezTo>
                    <a:cubicBezTo>
                      <a:pt x="541" y="45"/>
                      <a:pt x="541" y="45"/>
                      <a:pt x="541" y="45"/>
                    </a:cubicBezTo>
                    <a:cubicBezTo>
                      <a:pt x="544" y="45"/>
                      <a:pt x="548" y="48"/>
                      <a:pt x="548" y="52"/>
                    </a:cubicBezTo>
                    <a:lnTo>
                      <a:pt x="548" y="3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77" name="Freeform 341"/>
              <p:cNvSpPr>
                <a:spLocks/>
              </p:cNvSpPr>
              <p:nvPr/>
            </p:nvSpPr>
            <p:spPr bwMode="auto">
              <a:xfrm>
                <a:off x="9010650" y="4197350"/>
                <a:ext cx="53975" cy="52387"/>
              </a:xfrm>
              <a:custGeom>
                <a:avLst/>
                <a:gdLst>
                  <a:gd name="T0" fmla="*/ 34 w 34"/>
                  <a:gd name="T1" fmla="*/ 33 h 33"/>
                  <a:gd name="T2" fmla="*/ 0 w 34"/>
                  <a:gd name="T3" fmla="*/ 29 h 33"/>
                  <a:gd name="T4" fmla="*/ 0 w 34"/>
                  <a:gd name="T5" fmla="*/ 6 h 33"/>
                  <a:gd name="T6" fmla="*/ 34 w 34"/>
                  <a:gd name="T7" fmla="*/ 0 h 33"/>
                  <a:gd name="T8" fmla="*/ 34 w 34"/>
                  <a:gd name="T9" fmla="*/ 33 h 33"/>
                </a:gdLst>
                <a:ahLst/>
                <a:cxnLst>
                  <a:cxn ang="0">
                    <a:pos x="T0" y="T1"/>
                  </a:cxn>
                  <a:cxn ang="0">
                    <a:pos x="T2" y="T3"/>
                  </a:cxn>
                  <a:cxn ang="0">
                    <a:pos x="T4" y="T5"/>
                  </a:cxn>
                  <a:cxn ang="0">
                    <a:pos x="T6" y="T7"/>
                  </a:cxn>
                  <a:cxn ang="0">
                    <a:pos x="T8" y="T9"/>
                  </a:cxn>
                </a:cxnLst>
                <a:rect l="0" t="0" r="r" b="b"/>
                <a:pathLst>
                  <a:path w="34" h="33">
                    <a:moveTo>
                      <a:pt x="34" y="33"/>
                    </a:moveTo>
                    <a:lnTo>
                      <a:pt x="0" y="29"/>
                    </a:lnTo>
                    <a:lnTo>
                      <a:pt x="0" y="6"/>
                    </a:lnTo>
                    <a:lnTo>
                      <a:pt x="34" y="0"/>
                    </a:lnTo>
                    <a:lnTo>
                      <a:pt x="34" y="33"/>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84" name="Freeform 348"/>
              <p:cNvSpPr>
                <a:spLocks/>
              </p:cNvSpPr>
              <p:nvPr/>
            </p:nvSpPr>
            <p:spPr bwMode="auto">
              <a:xfrm>
                <a:off x="9629775" y="3830638"/>
                <a:ext cx="160338" cy="173037"/>
              </a:xfrm>
              <a:custGeom>
                <a:avLst/>
                <a:gdLst>
                  <a:gd name="T0" fmla="*/ 7 w 73"/>
                  <a:gd name="T1" fmla="*/ 13 h 79"/>
                  <a:gd name="T2" fmla="*/ 7 w 73"/>
                  <a:gd name="T3" fmla="*/ 39 h 79"/>
                  <a:gd name="T4" fmla="*/ 40 w 73"/>
                  <a:gd name="T5" fmla="*/ 72 h 79"/>
                  <a:gd name="T6" fmla="*/ 66 w 73"/>
                  <a:gd name="T7" fmla="*/ 72 h 79"/>
                  <a:gd name="T8" fmla="*/ 66 w 73"/>
                  <a:gd name="T9" fmla="*/ 46 h 79"/>
                  <a:gd name="T10" fmla="*/ 20 w 73"/>
                  <a:gd name="T11" fmla="*/ 0 h 79"/>
                  <a:gd name="T12" fmla="*/ 7 w 73"/>
                  <a:gd name="T13" fmla="*/ 13 h 79"/>
                </a:gdLst>
                <a:ahLst/>
                <a:cxnLst>
                  <a:cxn ang="0">
                    <a:pos x="T0" y="T1"/>
                  </a:cxn>
                  <a:cxn ang="0">
                    <a:pos x="T2" y="T3"/>
                  </a:cxn>
                  <a:cxn ang="0">
                    <a:pos x="T4" y="T5"/>
                  </a:cxn>
                  <a:cxn ang="0">
                    <a:pos x="T6" y="T7"/>
                  </a:cxn>
                  <a:cxn ang="0">
                    <a:pos x="T8" y="T9"/>
                  </a:cxn>
                  <a:cxn ang="0">
                    <a:pos x="T10" y="T11"/>
                  </a:cxn>
                  <a:cxn ang="0">
                    <a:pos x="T12" y="T13"/>
                  </a:cxn>
                </a:cxnLst>
                <a:rect l="0" t="0" r="r" b="b"/>
                <a:pathLst>
                  <a:path w="73" h="79">
                    <a:moveTo>
                      <a:pt x="7" y="13"/>
                    </a:moveTo>
                    <a:cubicBezTo>
                      <a:pt x="0" y="20"/>
                      <a:pt x="0" y="32"/>
                      <a:pt x="7" y="39"/>
                    </a:cubicBezTo>
                    <a:cubicBezTo>
                      <a:pt x="40" y="72"/>
                      <a:pt x="40" y="72"/>
                      <a:pt x="40" y="72"/>
                    </a:cubicBezTo>
                    <a:cubicBezTo>
                      <a:pt x="47" y="79"/>
                      <a:pt x="59" y="79"/>
                      <a:pt x="66" y="72"/>
                    </a:cubicBezTo>
                    <a:cubicBezTo>
                      <a:pt x="73" y="65"/>
                      <a:pt x="73" y="53"/>
                      <a:pt x="66" y="46"/>
                    </a:cubicBezTo>
                    <a:cubicBezTo>
                      <a:pt x="20" y="0"/>
                      <a:pt x="20" y="0"/>
                      <a:pt x="20" y="0"/>
                    </a:cubicBezTo>
                    <a:lnTo>
                      <a:pt x="7" y="13"/>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85" name="Freeform 349"/>
              <p:cNvSpPr>
                <a:spLocks/>
              </p:cNvSpPr>
              <p:nvPr/>
            </p:nvSpPr>
            <p:spPr bwMode="auto">
              <a:xfrm>
                <a:off x="9691688" y="3906838"/>
                <a:ext cx="98425" cy="250825"/>
              </a:xfrm>
              <a:custGeom>
                <a:avLst/>
                <a:gdLst>
                  <a:gd name="T0" fmla="*/ 45 w 45"/>
                  <a:gd name="T1" fmla="*/ 86 h 114"/>
                  <a:gd name="T2" fmla="*/ 23 w 45"/>
                  <a:gd name="T3" fmla="*/ 109 h 114"/>
                  <a:gd name="T4" fmla="*/ 23 w 45"/>
                  <a:gd name="T5" fmla="*/ 109 h 114"/>
                  <a:gd name="T6" fmla="*/ 0 w 45"/>
                  <a:gd name="T7" fmla="*/ 101 h 114"/>
                  <a:gd name="T8" fmla="*/ 0 w 45"/>
                  <a:gd name="T9" fmla="*/ 13 h 114"/>
                  <a:gd name="T10" fmla="*/ 23 w 45"/>
                  <a:gd name="T11" fmla="*/ 5 h 114"/>
                  <a:gd name="T12" fmla="*/ 23 w 45"/>
                  <a:gd name="T13" fmla="*/ 5 h 114"/>
                  <a:gd name="T14" fmla="*/ 45 w 45"/>
                  <a:gd name="T15" fmla="*/ 28 h 114"/>
                  <a:gd name="T16" fmla="*/ 45 w 45"/>
                  <a:gd name="T17" fmla="*/ 8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114">
                    <a:moveTo>
                      <a:pt x="45" y="86"/>
                    </a:moveTo>
                    <a:cubicBezTo>
                      <a:pt x="45" y="98"/>
                      <a:pt x="35" y="109"/>
                      <a:pt x="23" y="109"/>
                    </a:cubicBezTo>
                    <a:cubicBezTo>
                      <a:pt x="23" y="109"/>
                      <a:pt x="23" y="109"/>
                      <a:pt x="23" y="109"/>
                    </a:cubicBezTo>
                    <a:cubicBezTo>
                      <a:pt x="10" y="109"/>
                      <a:pt x="0" y="114"/>
                      <a:pt x="0" y="101"/>
                    </a:cubicBezTo>
                    <a:cubicBezTo>
                      <a:pt x="0" y="13"/>
                      <a:pt x="0" y="13"/>
                      <a:pt x="0" y="13"/>
                    </a:cubicBezTo>
                    <a:cubicBezTo>
                      <a:pt x="0" y="0"/>
                      <a:pt x="10" y="5"/>
                      <a:pt x="23" y="5"/>
                    </a:cubicBezTo>
                    <a:cubicBezTo>
                      <a:pt x="23" y="5"/>
                      <a:pt x="23" y="5"/>
                      <a:pt x="23" y="5"/>
                    </a:cubicBezTo>
                    <a:cubicBezTo>
                      <a:pt x="35" y="5"/>
                      <a:pt x="45" y="16"/>
                      <a:pt x="45" y="28"/>
                    </a:cubicBezTo>
                    <a:lnTo>
                      <a:pt x="45" y="86"/>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86" name="Freeform 350"/>
              <p:cNvSpPr>
                <a:spLocks/>
              </p:cNvSpPr>
              <p:nvPr/>
            </p:nvSpPr>
            <p:spPr bwMode="auto">
              <a:xfrm>
                <a:off x="9663113" y="3830638"/>
                <a:ext cx="49213" cy="36512"/>
              </a:xfrm>
              <a:custGeom>
                <a:avLst/>
                <a:gdLst>
                  <a:gd name="T0" fmla="*/ 5 w 22"/>
                  <a:gd name="T1" fmla="*/ 0 h 17"/>
                  <a:gd name="T2" fmla="*/ 0 w 22"/>
                  <a:gd name="T3" fmla="*/ 5 h 17"/>
                  <a:gd name="T4" fmla="*/ 7 w 22"/>
                  <a:gd name="T5" fmla="*/ 12 h 17"/>
                  <a:gd name="T6" fmla="*/ 22 w 22"/>
                  <a:gd name="T7" fmla="*/ 17 h 17"/>
                  <a:gd name="T8" fmla="*/ 5 w 22"/>
                  <a:gd name="T9" fmla="*/ 0 h 17"/>
                </a:gdLst>
                <a:ahLst/>
                <a:cxnLst>
                  <a:cxn ang="0">
                    <a:pos x="T0" y="T1"/>
                  </a:cxn>
                  <a:cxn ang="0">
                    <a:pos x="T2" y="T3"/>
                  </a:cxn>
                  <a:cxn ang="0">
                    <a:pos x="T4" y="T5"/>
                  </a:cxn>
                  <a:cxn ang="0">
                    <a:pos x="T6" y="T7"/>
                  </a:cxn>
                  <a:cxn ang="0">
                    <a:pos x="T8" y="T9"/>
                  </a:cxn>
                </a:cxnLst>
                <a:rect l="0" t="0" r="r" b="b"/>
                <a:pathLst>
                  <a:path w="22" h="17">
                    <a:moveTo>
                      <a:pt x="5" y="0"/>
                    </a:moveTo>
                    <a:cubicBezTo>
                      <a:pt x="0" y="5"/>
                      <a:pt x="0" y="5"/>
                      <a:pt x="0" y="5"/>
                    </a:cubicBezTo>
                    <a:cubicBezTo>
                      <a:pt x="7" y="12"/>
                      <a:pt x="7" y="12"/>
                      <a:pt x="7" y="12"/>
                    </a:cubicBezTo>
                    <a:cubicBezTo>
                      <a:pt x="11" y="16"/>
                      <a:pt x="17" y="17"/>
                      <a:pt x="22" y="17"/>
                    </a:cubicBezTo>
                    <a:lnTo>
                      <a:pt x="5" y="0"/>
                    </a:lnTo>
                    <a:close/>
                  </a:path>
                </a:pathLst>
              </a:custGeom>
              <a:solidFill>
                <a:srgbClr val="C693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87" name="Freeform 351"/>
              <p:cNvSpPr>
                <a:spLocks/>
              </p:cNvSpPr>
              <p:nvPr/>
            </p:nvSpPr>
            <p:spPr bwMode="auto">
              <a:xfrm>
                <a:off x="9564688" y="4078288"/>
                <a:ext cx="161925" cy="427037"/>
              </a:xfrm>
              <a:custGeom>
                <a:avLst/>
                <a:gdLst>
                  <a:gd name="T0" fmla="*/ 74 w 74"/>
                  <a:gd name="T1" fmla="*/ 0 h 194"/>
                  <a:gd name="T2" fmla="*/ 0 w 74"/>
                  <a:gd name="T3" fmla="*/ 97 h 194"/>
                  <a:gd name="T4" fmla="*/ 74 w 74"/>
                  <a:gd name="T5" fmla="*/ 194 h 194"/>
                  <a:gd name="T6" fmla="*/ 74 w 74"/>
                  <a:gd name="T7" fmla="*/ 0 h 194"/>
                </a:gdLst>
                <a:ahLst/>
                <a:cxnLst>
                  <a:cxn ang="0">
                    <a:pos x="T0" y="T1"/>
                  </a:cxn>
                  <a:cxn ang="0">
                    <a:pos x="T2" y="T3"/>
                  </a:cxn>
                  <a:cxn ang="0">
                    <a:pos x="T4" y="T5"/>
                  </a:cxn>
                  <a:cxn ang="0">
                    <a:pos x="T6" y="T7"/>
                  </a:cxn>
                </a:cxnLst>
                <a:rect l="0" t="0" r="r" b="b"/>
                <a:pathLst>
                  <a:path w="74" h="194">
                    <a:moveTo>
                      <a:pt x="74" y="0"/>
                    </a:moveTo>
                    <a:cubicBezTo>
                      <a:pt x="32" y="12"/>
                      <a:pt x="0" y="51"/>
                      <a:pt x="0" y="97"/>
                    </a:cubicBezTo>
                    <a:cubicBezTo>
                      <a:pt x="0" y="143"/>
                      <a:pt x="32" y="182"/>
                      <a:pt x="74" y="194"/>
                    </a:cubicBezTo>
                    <a:lnTo>
                      <a:pt x="74" y="0"/>
                    </a:lnTo>
                    <a:close/>
                  </a:path>
                </a:pathLst>
              </a:custGeom>
              <a:solidFill>
                <a:srgbClr val="6D56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88" name="Line 352"/>
              <p:cNvSpPr>
                <a:spLocks noChangeShapeType="1"/>
              </p:cNvSpPr>
              <p:nvPr/>
            </p:nvSpPr>
            <p:spPr bwMode="auto">
              <a:xfrm flipH="1">
                <a:off x="8505825" y="3686175"/>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89" name="Line 353"/>
              <p:cNvSpPr>
                <a:spLocks noChangeShapeType="1"/>
              </p:cNvSpPr>
              <p:nvPr/>
            </p:nvSpPr>
            <p:spPr bwMode="auto">
              <a:xfrm flipH="1">
                <a:off x="8505825" y="3717925"/>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90" name="Line 354"/>
              <p:cNvSpPr>
                <a:spLocks noChangeShapeType="1"/>
              </p:cNvSpPr>
              <p:nvPr/>
            </p:nvSpPr>
            <p:spPr bwMode="auto">
              <a:xfrm flipH="1">
                <a:off x="8505825" y="3746500"/>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91" name="Line 355"/>
              <p:cNvSpPr>
                <a:spLocks noChangeShapeType="1"/>
              </p:cNvSpPr>
              <p:nvPr/>
            </p:nvSpPr>
            <p:spPr bwMode="auto">
              <a:xfrm flipH="1">
                <a:off x="8505825" y="3776663"/>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92" name="Line 356"/>
              <p:cNvSpPr>
                <a:spLocks noChangeShapeType="1"/>
              </p:cNvSpPr>
              <p:nvPr/>
            </p:nvSpPr>
            <p:spPr bwMode="auto">
              <a:xfrm flipH="1">
                <a:off x="8505825" y="3808413"/>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93" name="Line 357"/>
              <p:cNvSpPr>
                <a:spLocks noChangeShapeType="1"/>
              </p:cNvSpPr>
              <p:nvPr/>
            </p:nvSpPr>
            <p:spPr bwMode="auto">
              <a:xfrm flipH="1">
                <a:off x="8505825" y="3838575"/>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94" name="Line 358"/>
              <p:cNvSpPr>
                <a:spLocks noChangeShapeType="1"/>
              </p:cNvSpPr>
              <p:nvPr/>
            </p:nvSpPr>
            <p:spPr bwMode="auto">
              <a:xfrm flipH="1">
                <a:off x="8505825" y="3870325"/>
                <a:ext cx="138113" cy="0"/>
              </a:xfrm>
              <a:prstGeom prst="line">
                <a:avLst/>
              </a:prstGeom>
              <a:noFill/>
              <a:ln w="11113" cap="flat">
                <a:solidFill>
                  <a:srgbClr val="969696"/>
                </a:solidFill>
                <a:prstDash val="solid"/>
                <a:miter lim="800000"/>
                <a:headEnd/>
                <a:tailEnd/>
              </a:ln>
              <a:extLst>
                <a:ext uri="{909E8E84-426E-40DD-AFC4-6F175D3DCCD1}">
                  <a14:hiddenFill xmlns:a14="http://schemas.microsoft.com/office/drawing/2010/main">
                    <a:noFill/>
                  </a14:hiddenFill>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pic>
            <p:nvPicPr>
              <p:cNvPr id="409" name="Picture 408"/>
              <p:cNvPicPr>
                <a:picLocks noChangeAspect="1"/>
              </p:cNvPicPr>
              <p:nvPr/>
            </p:nvPicPr>
            <p:blipFill>
              <a:blip r:embed="rId5"/>
              <a:stretch>
                <a:fillRect/>
              </a:stretch>
            </p:blipFill>
            <p:spPr>
              <a:xfrm>
                <a:off x="8749942" y="3693929"/>
                <a:ext cx="307105" cy="443035"/>
              </a:xfrm>
              <a:prstGeom prst="rect">
                <a:avLst/>
              </a:prstGeom>
            </p:spPr>
          </p:pic>
          <p:grpSp>
            <p:nvGrpSpPr>
              <p:cNvPr id="454" name="Group 453"/>
              <p:cNvGrpSpPr/>
              <p:nvPr/>
            </p:nvGrpSpPr>
            <p:grpSpPr>
              <a:xfrm rot="5400000">
                <a:off x="9166188" y="3758283"/>
                <a:ext cx="306387" cy="444499"/>
                <a:chOff x="6878638" y="-701675"/>
                <a:chExt cx="306387" cy="444499"/>
              </a:xfrm>
            </p:grpSpPr>
            <p:sp>
              <p:nvSpPr>
                <p:cNvPr id="412" name="AutoShape 374"/>
                <p:cNvSpPr>
                  <a:spLocks noChangeAspect="1" noChangeArrowheads="1" noTextEdit="1"/>
                </p:cNvSpPr>
                <p:nvPr/>
              </p:nvSpPr>
              <p:spPr bwMode="auto">
                <a:xfrm>
                  <a:off x="6878638" y="-701675"/>
                  <a:ext cx="306387"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13" name="Freeform 376"/>
                <p:cNvSpPr>
                  <a:spLocks/>
                </p:cNvSpPr>
                <p:nvPr/>
              </p:nvSpPr>
              <p:spPr bwMode="auto">
                <a:xfrm>
                  <a:off x="6878638" y="-598488"/>
                  <a:ext cx="52387" cy="60325"/>
                </a:xfrm>
                <a:custGeom>
                  <a:avLst/>
                  <a:gdLst>
                    <a:gd name="T0" fmla="*/ 6 w 31"/>
                    <a:gd name="T1" fmla="*/ 35 h 35"/>
                    <a:gd name="T2" fmla="*/ 31 w 31"/>
                    <a:gd name="T3" fmla="*/ 35 h 35"/>
                    <a:gd name="T4" fmla="*/ 31 w 31"/>
                    <a:gd name="T5" fmla="*/ 0 h 35"/>
                    <a:gd name="T6" fmla="*/ 6 w 31"/>
                    <a:gd name="T7" fmla="*/ 0 h 35"/>
                    <a:gd name="T8" fmla="*/ 0 w 31"/>
                    <a:gd name="T9" fmla="*/ 6 h 35"/>
                    <a:gd name="T10" fmla="*/ 0 w 31"/>
                    <a:gd name="T11" fmla="*/ 29 h 35"/>
                    <a:gd name="T12" fmla="*/ 6 w 3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31" h="35">
                      <a:moveTo>
                        <a:pt x="6" y="35"/>
                      </a:moveTo>
                      <a:cubicBezTo>
                        <a:pt x="31" y="35"/>
                        <a:pt x="31" y="35"/>
                        <a:pt x="31" y="35"/>
                      </a:cubicBezTo>
                      <a:cubicBezTo>
                        <a:pt x="31" y="0"/>
                        <a:pt x="31" y="0"/>
                        <a:pt x="31" y="0"/>
                      </a:cubicBezTo>
                      <a:cubicBezTo>
                        <a:pt x="6" y="0"/>
                        <a:pt x="6" y="0"/>
                        <a:pt x="6" y="0"/>
                      </a:cubicBezTo>
                      <a:cubicBezTo>
                        <a:pt x="3" y="0"/>
                        <a:pt x="0" y="3"/>
                        <a:pt x="0" y="6"/>
                      </a:cubicBezTo>
                      <a:cubicBezTo>
                        <a:pt x="0" y="29"/>
                        <a:pt x="0" y="29"/>
                        <a:pt x="0" y="29"/>
                      </a:cubicBezTo>
                      <a:cubicBezTo>
                        <a:pt x="0" y="32"/>
                        <a:pt x="3" y="35"/>
                        <a:pt x="6" y="35"/>
                      </a:cubicBezTo>
                      <a:close/>
                    </a:path>
                  </a:pathLst>
                </a:cu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14" name="Rectangle 377"/>
                <p:cNvSpPr>
                  <a:spLocks noChangeArrowheads="1"/>
                </p:cNvSpPr>
                <p:nvPr/>
              </p:nvSpPr>
              <p:spPr bwMode="auto">
                <a:xfrm>
                  <a:off x="6897688" y="-538163"/>
                  <a:ext cx="20637" cy="61912"/>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15" name="Rectangle 378"/>
                <p:cNvSpPr>
                  <a:spLocks noChangeArrowheads="1"/>
                </p:cNvSpPr>
                <p:nvPr/>
              </p:nvSpPr>
              <p:spPr bwMode="auto">
                <a:xfrm>
                  <a:off x="6897688" y="-538163"/>
                  <a:ext cx="20637"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16" name="Rectangle 379"/>
                <p:cNvSpPr>
                  <a:spLocks noChangeArrowheads="1"/>
                </p:cNvSpPr>
                <p:nvPr/>
              </p:nvSpPr>
              <p:spPr bwMode="auto">
                <a:xfrm>
                  <a:off x="6897688" y="-439738"/>
                  <a:ext cx="20637" cy="47625"/>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17" name="Rectangle 380"/>
                <p:cNvSpPr>
                  <a:spLocks noChangeArrowheads="1"/>
                </p:cNvSpPr>
                <p:nvPr/>
              </p:nvSpPr>
              <p:spPr bwMode="auto">
                <a:xfrm>
                  <a:off x="6897688" y="-439738"/>
                  <a:ext cx="20637"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18" name="Freeform 381"/>
                <p:cNvSpPr>
                  <a:spLocks/>
                </p:cNvSpPr>
                <p:nvPr/>
              </p:nvSpPr>
              <p:spPr bwMode="auto">
                <a:xfrm>
                  <a:off x="6884988" y="-501650"/>
                  <a:ext cx="44450" cy="61912"/>
                </a:xfrm>
                <a:custGeom>
                  <a:avLst/>
                  <a:gdLst>
                    <a:gd name="T0" fmla="*/ 26 w 26"/>
                    <a:gd name="T1" fmla="*/ 29 h 36"/>
                    <a:gd name="T2" fmla="*/ 18 w 26"/>
                    <a:gd name="T3" fmla="*/ 36 h 36"/>
                    <a:gd name="T4" fmla="*/ 7 w 26"/>
                    <a:gd name="T5" fmla="*/ 36 h 36"/>
                    <a:gd name="T6" fmla="*/ 0 w 26"/>
                    <a:gd name="T7" fmla="*/ 29 h 36"/>
                    <a:gd name="T8" fmla="*/ 0 w 26"/>
                    <a:gd name="T9" fmla="*/ 7 h 36"/>
                    <a:gd name="T10" fmla="*/ 7 w 26"/>
                    <a:gd name="T11" fmla="*/ 0 h 36"/>
                    <a:gd name="T12" fmla="*/ 18 w 26"/>
                    <a:gd name="T13" fmla="*/ 0 h 36"/>
                    <a:gd name="T14" fmla="*/ 26 w 26"/>
                    <a:gd name="T15" fmla="*/ 7 h 36"/>
                    <a:gd name="T16" fmla="*/ 26 w 26"/>
                    <a:gd name="T17" fmla="*/ 2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26" y="29"/>
                      </a:moveTo>
                      <a:cubicBezTo>
                        <a:pt x="26" y="33"/>
                        <a:pt x="22" y="36"/>
                        <a:pt x="18" y="36"/>
                      </a:cubicBezTo>
                      <a:cubicBezTo>
                        <a:pt x="7" y="36"/>
                        <a:pt x="7" y="36"/>
                        <a:pt x="7" y="36"/>
                      </a:cubicBezTo>
                      <a:cubicBezTo>
                        <a:pt x="3" y="36"/>
                        <a:pt x="0" y="33"/>
                        <a:pt x="0" y="29"/>
                      </a:cubicBezTo>
                      <a:cubicBezTo>
                        <a:pt x="0" y="7"/>
                        <a:pt x="0" y="7"/>
                        <a:pt x="0" y="7"/>
                      </a:cubicBezTo>
                      <a:cubicBezTo>
                        <a:pt x="0" y="3"/>
                        <a:pt x="3" y="0"/>
                        <a:pt x="7" y="0"/>
                      </a:cubicBezTo>
                      <a:cubicBezTo>
                        <a:pt x="18" y="0"/>
                        <a:pt x="18" y="0"/>
                        <a:pt x="18" y="0"/>
                      </a:cubicBezTo>
                      <a:cubicBezTo>
                        <a:pt x="22" y="0"/>
                        <a:pt x="26" y="3"/>
                        <a:pt x="26" y="7"/>
                      </a:cubicBezTo>
                      <a:lnTo>
                        <a:pt x="26" y="29"/>
                      </a:lnTo>
                      <a:close/>
                    </a:path>
                  </a:pathLst>
                </a:cu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19" name="Rectangle 382"/>
                <p:cNvSpPr>
                  <a:spLocks noChangeArrowheads="1"/>
                </p:cNvSpPr>
                <p:nvPr/>
              </p:nvSpPr>
              <p:spPr bwMode="auto">
                <a:xfrm>
                  <a:off x="6978650" y="-506413"/>
                  <a:ext cx="109537" cy="60325"/>
                </a:xfrm>
                <a:prstGeom prst="rect">
                  <a:avLst/>
                </a:pr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20" name="Rectangle 383"/>
                <p:cNvSpPr>
                  <a:spLocks noChangeArrowheads="1"/>
                </p:cNvSpPr>
                <p:nvPr/>
              </p:nvSpPr>
              <p:spPr bwMode="auto">
                <a:xfrm>
                  <a:off x="6978650" y="-519113"/>
                  <a:ext cx="109537"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21" name="Rectangle 384"/>
                <p:cNvSpPr>
                  <a:spLocks noChangeArrowheads="1"/>
                </p:cNvSpPr>
                <p:nvPr/>
              </p:nvSpPr>
              <p:spPr bwMode="auto">
                <a:xfrm>
                  <a:off x="6931025" y="-620713"/>
                  <a:ext cx="201612" cy="104775"/>
                </a:xfrm>
                <a:prstGeom prst="rect">
                  <a:avLst/>
                </a:pr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22" name="Freeform 385"/>
                <p:cNvSpPr>
                  <a:spLocks/>
                </p:cNvSpPr>
                <p:nvPr/>
              </p:nvSpPr>
              <p:spPr bwMode="auto">
                <a:xfrm>
                  <a:off x="6967538" y="-681038"/>
                  <a:ext cx="130175" cy="63500"/>
                </a:xfrm>
                <a:custGeom>
                  <a:avLst/>
                  <a:gdLst>
                    <a:gd name="T0" fmla="*/ 39 w 77"/>
                    <a:gd name="T1" fmla="*/ 0 h 38"/>
                    <a:gd name="T2" fmla="*/ 0 w 77"/>
                    <a:gd name="T3" fmla="*/ 38 h 38"/>
                    <a:gd name="T4" fmla="*/ 77 w 77"/>
                    <a:gd name="T5" fmla="*/ 38 h 38"/>
                    <a:gd name="T6" fmla="*/ 39 w 77"/>
                    <a:gd name="T7" fmla="*/ 0 h 38"/>
                  </a:gdLst>
                  <a:ahLst/>
                  <a:cxnLst>
                    <a:cxn ang="0">
                      <a:pos x="T0" y="T1"/>
                    </a:cxn>
                    <a:cxn ang="0">
                      <a:pos x="T2" y="T3"/>
                    </a:cxn>
                    <a:cxn ang="0">
                      <a:pos x="T4" y="T5"/>
                    </a:cxn>
                    <a:cxn ang="0">
                      <a:pos x="T6" y="T7"/>
                    </a:cxn>
                  </a:cxnLst>
                  <a:rect l="0" t="0" r="r" b="b"/>
                  <a:pathLst>
                    <a:path w="77" h="38">
                      <a:moveTo>
                        <a:pt x="39" y="0"/>
                      </a:moveTo>
                      <a:cubicBezTo>
                        <a:pt x="18" y="0"/>
                        <a:pt x="0" y="17"/>
                        <a:pt x="0" y="38"/>
                      </a:cubicBezTo>
                      <a:cubicBezTo>
                        <a:pt x="77" y="38"/>
                        <a:pt x="77" y="38"/>
                        <a:pt x="77" y="38"/>
                      </a:cubicBezTo>
                      <a:cubicBezTo>
                        <a:pt x="77" y="17"/>
                        <a:pt x="60" y="0"/>
                        <a:pt x="39" y="0"/>
                      </a:cubicBezTo>
                      <a:close/>
                    </a:path>
                  </a:pathLst>
                </a:cu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23" name="Oval 386"/>
                <p:cNvSpPr>
                  <a:spLocks noChangeArrowheads="1"/>
                </p:cNvSpPr>
                <p:nvPr/>
              </p:nvSpPr>
              <p:spPr bwMode="auto">
                <a:xfrm>
                  <a:off x="6992938" y="-650875"/>
                  <a:ext cx="17462" cy="17462"/>
                </a:xfrm>
                <a:prstGeom prst="ellipse">
                  <a:avLst/>
                </a:prstGeom>
                <a:solidFill>
                  <a:schemeClr val="tx2"/>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24" name="Oval 387"/>
                <p:cNvSpPr>
                  <a:spLocks noChangeArrowheads="1"/>
                </p:cNvSpPr>
                <p:nvPr/>
              </p:nvSpPr>
              <p:spPr bwMode="auto">
                <a:xfrm>
                  <a:off x="7058025" y="-650875"/>
                  <a:ext cx="15875" cy="17462"/>
                </a:xfrm>
                <a:prstGeom prst="ellipse">
                  <a:avLst/>
                </a:prstGeom>
                <a:solidFill>
                  <a:schemeClr val="tx2"/>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25" name="Freeform 388"/>
                <p:cNvSpPr>
                  <a:spLocks/>
                </p:cNvSpPr>
                <p:nvPr/>
              </p:nvSpPr>
              <p:spPr bwMode="auto">
                <a:xfrm>
                  <a:off x="6973888" y="-588963"/>
                  <a:ext cx="114300" cy="41275"/>
                </a:xfrm>
                <a:custGeom>
                  <a:avLst/>
                  <a:gdLst>
                    <a:gd name="T0" fmla="*/ 67 w 67"/>
                    <a:gd name="T1" fmla="*/ 13 h 25"/>
                    <a:gd name="T2" fmla="*/ 55 w 67"/>
                    <a:gd name="T3" fmla="*/ 25 h 25"/>
                    <a:gd name="T4" fmla="*/ 12 w 67"/>
                    <a:gd name="T5" fmla="*/ 25 h 25"/>
                    <a:gd name="T6" fmla="*/ 0 w 67"/>
                    <a:gd name="T7" fmla="*/ 13 h 25"/>
                    <a:gd name="T8" fmla="*/ 0 w 67"/>
                    <a:gd name="T9" fmla="*/ 13 h 25"/>
                    <a:gd name="T10" fmla="*/ 12 w 67"/>
                    <a:gd name="T11" fmla="*/ 0 h 25"/>
                    <a:gd name="T12" fmla="*/ 55 w 67"/>
                    <a:gd name="T13" fmla="*/ 0 h 25"/>
                    <a:gd name="T14" fmla="*/ 67 w 67"/>
                    <a:gd name="T15" fmla="*/ 13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25">
                      <a:moveTo>
                        <a:pt x="67" y="13"/>
                      </a:moveTo>
                      <a:cubicBezTo>
                        <a:pt x="67" y="19"/>
                        <a:pt x="62" y="25"/>
                        <a:pt x="55" y="25"/>
                      </a:cubicBezTo>
                      <a:cubicBezTo>
                        <a:pt x="12" y="25"/>
                        <a:pt x="12" y="25"/>
                        <a:pt x="12" y="25"/>
                      </a:cubicBezTo>
                      <a:cubicBezTo>
                        <a:pt x="6" y="25"/>
                        <a:pt x="0" y="19"/>
                        <a:pt x="0" y="13"/>
                      </a:cubicBezTo>
                      <a:cubicBezTo>
                        <a:pt x="0" y="13"/>
                        <a:pt x="0" y="13"/>
                        <a:pt x="0" y="13"/>
                      </a:cubicBezTo>
                      <a:cubicBezTo>
                        <a:pt x="0" y="6"/>
                        <a:pt x="6" y="0"/>
                        <a:pt x="12" y="0"/>
                      </a:cubicBezTo>
                      <a:cubicBezTo>
                        <a:pt x="55" y="0"/>
                        <a:pt x="55" y="0"/>
                        <a:pt x="55" y="0"/>
                      </a:cubicBezTo>
                      <a:cubicBezTo>
                        <a:pt x="62" y="0"/>
                        <a:pt x="67" y="6"/>
                        <a:pt x="67"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26" name="Freeform 389"/>
                <p:cNvSpPr>
                  <a:spLocks/>
                </p:cNvSpPr>
                <p:nvPr/>
              </p:nvSpPr>
              <p:spPr bwMode="auto">
                <a:xfrm>
                  <a:off x="7027863" y="-579438"/>
                  <a:ext cx="6350" cy="25400"/>
                </a:xfrm>
                <a:custGeom>
                  <a:avLst/>
                  <a:gdLst>
                    <a:gd name="T0" fmla="*/ 3 w 3"/>
                    <a:gd name="T1" fmla="*/ 14 h 15"/>
                    <a:gd name="T2" fmla="*/ 2 w 3"/>
                    <a:gd name="T3" fmla="*/ 15 h 15"/>
                    <a:gd name="T4" fmla="*/ 2 w 3"/>
                    <a:gd name="T5" fmla="*/ 15 h 15"/>
                    <a:gd name="T6" fmla="*/ 0 w 3"/>
                    <a:gd name="T7" fmla="*/ 14 h 15"/>
                    <a:gd name="T8" fmla="*/ 0 w 3"/>
                    <a:gd name="T9" fmla="*/ 2 h 15"/>
                    <a:gd name="T10" fmla="*/ 2 w 3"/>
                    <a:gd name="T11" fmla="*/ 0 h 15"/>
                    <a:gd name="T12" fmla="*/ 2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2" y="15"/>
                        <a:pt x="2" y="15"/>
                      </a:cubicBezTo>
                      <a:cubicBezTo>
                        <a:pt x="2" y="15"/>
                        <a:pt x="2" y="15"/>
                        <a:pt x="2" y="15"/>
                      </a:cubicBezTo>
                      <a:cubicBezTo>
                        <a:pt x="1" y="15"/>
                        <a:pt x="0" y="14"/>
                        <a:pt x="0" y="14"/>
                      </a:cubicBezTo>
                      <a:cubicBezTo>
                        <a:pt x="0" y="2"/>
                        <a:pt x="0" y="2"/>
                        <a:pt x="0" y="2"/>
                      </a:cubicBezTo>
                      <a:cubicBezTo>
                        <a:pt x="0" y="1"/>
                        <a:pt x="1" y="0"/>
                        <a:pt x="2" y="0"/>
                      </a:cubicBezTo>
                      <a:cubicBezTo>
                        <a:pt x="2" y="0"/>
                        <a:pt x="2" y="0"/>
                        <a:pt x="2" y="0"/>
                      </a:cubicBezTo>
                      <a:cubicBezTo>
                        <a:pt x="2" y="0"/>
                        <a:pt x="3" y="1"/>
                        <a:pt x="3" y="2"/>
                      </a:cubicBezTo>
                      <a:lnTo>
                        <a:pt x="3" y="14"/>
                      </a:lnTo>
                      <a:close/>
                    </a:path>
                  </a:pathLst>
                </a:custGeom>
                <a:solidFill>
                  <a:srgbClr val="B8A4FF"/>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27" name="Freeform 390"/>
                <p:cNvSpPr>
                  <a:spLocks/>
                </p:cNvSpPr>
                <p:nvPr/>
              </p:nvSpPr>
              <p:spPr bwMode="auto">
                <a:xfrm>
                  <a:off x="7016750" y="-579438"/>
                  <a:ext cx="4762" cy="25400"/>
                </a:xfrm>
                <a:custGeom>
                  <a:avLst/>
                  <a:gdLst>
                    <a:gd name="T0" fmla="*/ 3 w 3"/>
                    <a:gd name="T1" fmla="*/ 14 h 15"/>
                    <a:gd name="T2" fmla="*/ 1 w 3"/>
                    <a:gd name="T3" fmla="*/ 15 h 15"/>
                    <a:gd name="T4" fmla="*/ 1 w 3"/>
                    <a:gd name="T5" fmla="*/ 15 h 15"/>
                    <a:gd name="T6" fmla="*/ 0 w 3"/>
                    <a:gd name="T7" fmla="*/ 14 h 15"/>
                    <a:gd name="T8" fmla="*/ 0 w 3"/>
                    <a:gd name="T9" fmla="*/ 2 h 15"/>
                    <a:gd name="T10" fmla="*/ 1 w 3"/>
                    <a:gd name="T11" fmla="*/ 0 h 15"/>
                    <a:gd name="T12" fmla="*/ 1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2" y="15"/>
                        <a:pt x="1" y="15"/>
                      </a:cubicBezTo>
                      <a:cubicBezTo>
                        <a:pt x="1" y="15"/>
                        <a:pt x="1" y="15"/>
                        <a:pt x="1" y="15"/>
                      </a:cubicBezTo>
                      <a:cubicBezTo>
                        <a:pt x="0" y="15"/>
                        <a:pt x="0" y="14"/>
                        <a:pt x="0" y="14"/>
                      </a:cubicBezTo>
                      <a:cubicBezTo>
                        <a:pt x="0" y="2"/>
                        <a:pt x="0" y="2"/>
                        <a:pt x="0" y="2"/>
                      </a:cubicBezTo>
                      <a:cubicBezTo>
                        <a:pt x="0" y="1"/>
                        <a:pt x="0" y="0"/>
                        <a:pt x="1" y="0"/>
                      </a:cubicBezTo>
                      <a:cubicBezTo>
                        <a:pt x="1" y="0"/>
                        <a:pt x="1" y="0"/>
                        <a:pt x="1" y="0"/>
                      </a:cubicBezTo>
                      <a:cubicBezTo>
                        <a:pt x="2" y="0"/>
                        <a:pt x="3" y="1"/>
                        <a:pt x="3" y="2"/>
                      </a:cubicBezTo>
                      <a:lnTo>
                        <a:pt x="3" y="14"/>
                      </a:lnTo>
                      <a:close/>
                    </a:path>
                  </a:pathLst>
                </a:custGeom>
                <a:solidFill>
                  <a:srgbClr val="B8A4FF"/>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28" name="Freeform 391"/>
                <p:cNvSpPr>
                  <a:spLocks/>
                </p:cNvSpPr>
                <p:nvPr/>
              </p:nvSpPr>
              <p:spPr bwMode="auto">
                <a:xfrm>
                  <a:off x="7002463" y="-579438"/>
                  <a:ext cx="4762" cy="25400"/>
                </a:xfrm>
                <a:custGeom>
                  <a:avLst/>
                  <a:gdLst>
                    <a:gd name="T0" fmla="*/ 3 w 3"/>
                    <a:gd name="T1" fmla="*/ 14 h 15"/>
                    <a:gd name="T2" fmla="*/ 2 w 3"/>
                    <a:gd name="T3" fmla="*/ 15 h 15"/>
                    <a:gd name="T4" fmla="*/ 2 w 3"/>
                    <a:gd name="T5" fmla="*/ 15 h 15"/>
                    <a:gd name="T6" fmla="*/ 0 w 3"/>
                    <a:gd name="T7" fmla="*/ 14 h 15"/>
                    <a:gd name="T8" fmla="*/ 0 w 3"/>
                    <a:gd name="T9" fmla="*/ 2 h 15"/>
                    <a:gd name="T10" fmla="*/ 2 w 3"/>
                    <a:gd name="T11" fmla="*/ 0 h 15"/>
                    <a:gd name="T12" fmla="*/ 2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3" y="15"/>
                        <a:pt x="2" y="15"/>
                      </a:cubicBezTo>
                      <a:cubicBezTo>
                        <a:pt x="2" y="15"/>
                        <a:pt x="2" y="15"/>
                        <a:pt x="2" y="15"/>
                      </a:cubicBezTo>
                      <a:cubicBezTo>
                        <a:pt x="1" y="15"/>
                        <a:pt x="0" y="14"/>
                        <a:pt x="0" y="14"/>
                      </a:cubicBezTo>
                      <a:cubicBezTo>
                        <a:pt x="0" y="2"/>
                        <a:pt x="0" y="2"/>
                        <a:pt x="0" y="2"/>
                      </a:cubicBezTo>
                      <a:cubicBezTo>
                        <a:pt x="0" y="1"/>
                        <a:pt x="1" y="0"/>
                        <a:pt x="2" y="0"/>
                      </a:cubicBezTo>
                      <a:cubicBezTo>
                        <a:pt x="2" y="0"/>
                        <a:pt x="2" y="0"/>
                        <a:pt x="2" y="0"/>
                      </a:cubicBezTo>
                      <a:cubicBezTo>
                        <a:pt x="3" y="0"/>
                        <a:pt x="3" y="1"/>
                        <a:pt x="3" y="2"/>
                      </a:cubicBezTo>
                      <a:lnTo>
                        <a:pt x="3" y="14"/>
                      </a:lnTo>
                      <a:close/>
                    </a:path>
                  </a:pathLst>
                </a:custGeom>
                <a:solidFill>
                  <a:srgbClr val="B8A4FF"/>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29" name="Freeform 392"/>
                <p:cNvSpPr>
                  <a:spLocks/>
                </p:cNvSpPr>
                <p:nvPr/>
              </p:nvSpPr>
              <p:spPr bwMode="auto">
                <a:xfrm>
                  <a:off x="6991350" y="-579438"/>
                  <a:ext cx="4762" cy="25400"/>
                </a:xfrm>
                <a:custGeom>
                  <a:avLst/>
                  <a:gdLst>
                    <a:gd name="T0" fmla="*/ 3 w 3"/>
                    <a:gd name="T1" fmla="*/ 14 h 15"/>
                    <a:gd name="T2" fmla="*/ 1 w 3"/>
                    <a:gd name="T3" fmla="*/ 15 h 15"/>
                    <a:gd name="T4" fmla="*/ 1 w 3"/>
                    <a:gd name="T5" fmla="*/ 15 h 15"/>
                    <a:gd name="T6" fmla="*/ 0 w 3"/>
                    <a:gd name="T7" fmla="*/ 14 h 15"/>
                    <a:gd name="T8" fmla="*/ 0 w 3"/>
                    <a:gd name="T9" fmla="*/ 2 h 15"/>
                    <a:gd name="T10" fmla="*/ 1 w 3"/>
                    <a:gd name="T11" fmla="*/ 0 h 15"/>
                    <a:gd name="T12" fmla="*/ 1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2" y="15"/>
                        <a:pt x="1" y="15"/>
                      </a:cubicBezTo>
                      <a:cubicBezTo>
                        <a:pt x="1" y="15"/>
                        <a:pt x="1" y="15"/>
                        <a:pt x="1" y="15"/>
                      </a:cubicBezTo>
                      <a:cubicBezTo>
                        <a:pt x="1" y="15"/>
                        <a:pt x="0" y="14"/>
                        <a:pt x="0" y="14"/>
                      </a:cubicBezTo>
                      <a:cubicBezTo>
                        <a:pt x="0" y="2"/>
                        <a:pt x="0" y="2"/>
                        <a:pt x="0" y="2"/>
                      </a:cubicBezTo>
                      <a:cubicBezTo>
                        <a:pt x="0" y="1"/>
                        <a:pt x="1" y="0"/>
                        <a:pt x="1" y="0"/>
                      </a:cubicBezTo>
                      <a:cubicBezTo>
                        <a:pt x="1" y="0"/>
                        <a:pt x="1" y="0"/>
                        <a:pt x="1" y="0"/>
                      </a:cubicBezTo>
                      <a:cubicBezTo>
                        <a:pt x="2" y="0"/>
                        <a:pt x="3" y="1"/>
                        <a:pt x="3" y="2"/>
                      </a:cubicBezTo>
                      <a:lnTo>
                        <a:pt x="3" y="14"/>
                      </a:lnTo>
                      <a:close/>
                    </a:path>
                  </a:pathLst>
                </a:custGeom>
                <a:solidFill>
                  <a:srgbClr val="B8A4FF"/>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30" name="Freeform 393"/>
                <p:cNvSpPr>
                  <a:spLocks/>
                </p:cNvSpPr>
                <p:nvPr/>
              </p:nvSpPr>
              <p:spPr bwMode="auto">
                <a:xfrm>
                  <a:off x="7065963" y="-579438"/>
                  <a:ext cx="4762" cy="25400"/>
                </a:xfrm>
                <a:custGeom>
                  <a:avLst/>
                  <a:gdLst>
                    <a:gd name="T0" fmla="*/ 3 w 3"/>
                    <a:gd name="T1" fmla="*/ 14 h 15"/>
                    <a:gd name="T2" fmla="*/ 2 w 3"/>
                    <a:gd name="T3" fmla="*/ 15 h 15"/>
                    <a:gd name="T4" fmla="*/ 2 w 3"/>
                    <a:gd name="T5" fmla="*/ 15 h 15"/>
                    <a:gd name="T6" fmla="*/ 0 w 3"/>
                    <a:gd name="T7" fmla="*/ 14 h 15"/>
                    <a:gd name="T8" fmla="*/ 0 w 3"/>
                    <a:gd name="T9" fmla="*/ 2 h 15"/>
                    <a:gd name="T10" fmla="*/ 2 w 3"/>
                    <a:gd name="T11" fmla="*/ 0 h 15"/>
                    <a:gd name="T12" fmla="*/ 2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3" y="15"/>
                        <a:pt x="2" y="15"/>
                      </a:cubicBezTo>
                      <a:cubicBezTo>
                        <a:pt x="2" y="15"/>
                        <a:pt x="2" y="15"/>
                        <a:pt x="2" y="15"/>
                      </a:cubicBezTo>
                      <a:cubicBezTo>
                        <a:pt x="1" y="15"/>
                        <a:pt x="0" y="14"/>
                        <a:pt x="0" y="14"/>
                      </a:cubicBezTo>
                      <a:cubicBezTo>
                        <a:pt x="0" y="2"/>
                        <a:pt x="0" y="2"/>
                        <a:pt x="0" y="2"/>
                      </a:cubicBezTo>
                      <a:cubicBezTo>
                        <a:pt x="0" y="1"/>
                        <a:pt x="1" y="0"/>
                        <a:pt x="2" y="0"/>
                      </a:cubicBezTo>
                      <a:cubicBezTo>
                        <a:pt x="2" y="0"/>
                        <a:pt x="2" y="0"/>
                        <a:pt x="2" y="0"/>
                      </a:cubicBezTo>
                      <a:cubicBezTo>
                        <a:pt x="3" y="0"/>
                        <a:pt x="3" y="1"/>
                        <a:pt x="3" y="2"/>
                      </a:cubicBezTo>
                      <a:lnTo>
                        <a:pt x="3" y="14"/>
                      </a:lnTo>
                      <a:close/>
                    </a:path>
                  </a:pathLst>
                </a:custGeom>
                <a:solidFill>
                  <a:srgbClr val="B8A4FF"/>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31" name="Freeform 394"/>
                <p:cNvSpPr>
                  <a:spLocks/>
                </p:cNvSpPr>
                <p:nvPr/>
              </p:nvSpPr>
              <p:spPr bwMode="auto">
                <a:xfrm>
                  <a:off x="7053263" y="-579438"/>
                  <a:ext cx="6350" cy="25400"/>
                </a:xfrm>
                <a:custGeom>
                  <a:avLst/>
                  <a:gdLst>
                    <a:gd name="T0" fmla="*/ 3 w 3"/>
                    <a:gd name="T1" fmla="*/ 14 h 15"/>
                    <a:gd name="T2" fmla="*/ 1 w 3"/>
                    <a:gd name="T3" fmla="*/ 15 h 15"/>
                    <a:gd name="T4" fmla="*/ 1 w 3"/>
                    <a:gd name="T5" fmla="*/ 15 h 15"/>
                    <a:gd name="T6" fmla="*/ 0 w 3"/>
                    <a:gd name="T7" fmla="*/ 14 h 15"/>
                    <a:gd name="T8" fmla="*/ 0 w 3"/>
                    <a:gd name="T9" fmla="*/ 2 h 15"/>
                    <a:gd name="T10" fmla="*/ 1 w 3"/>
                    <a:gd name="T11" fmla="*/ 0 h 15"/>
                    <a:gd name="T12" fmla="*/ 1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2" y="15"/>
                        <a:pt x="1" y="15"/>
                      </a:cubicBezTo>
                      <a:cubicBezTo>
                        <a:pt x="1" y="15"/>
                        <a:pt x="1" y="15"/>
                        <a:pt x="1" y="15"/>
                      </a:cubicBezTo>
                      <a:cubicBezTo>
                        <a:pt x="1" y="15"/>
                        <a:pt x="0" y="14"/>
                        <a:pt x="0" y="14"/>
                      </a:cubicBezTo>
                      <a:cubicBezTo>
                        <a:pt x="0" y="2"/>
                        <a:pt x="0" y="2"/>
                        <a:pt x="0" y="2"/>
                      </a:cubicBezTo>
                      <a:cubicBezTo>
                        <a:pt x="0" y="1"/>
                        <a:pt x="1" y="0"/>
                        <a:pt x="1" y="0"/>
                      </a:cubicBezTo>
                      <a:cubicBezTo>
                        <a:pt x="1" y="0"/>
                        <a:pt x="1" y="0"/>
                        <a:pt x="1" y="0"/>
                      </a:cubicBezTo>
                      <a:cubicBezTo>
                        <a:pt x="2" y="0"/>
                        <a:pt x="3" y="1"/>
                        <a:pt x="3" y="2"/>
                      </a:cubicBezTo>
                      <a:lnTo>
                        <a:pt x="3" y="14"/>
                      </a:lnTo>
                      <a:close/>
                    </a:path>
                  </a:pathLst>
                </a:custGeom>
                <a:solidFill>
                  <a:srgbClr val="B8A4FF"/>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32" name="Freeform 395"/>
                <p:cNvSpPr>
                  <a:spLocks/>
                </p:cNvSpPr>
                <p:nvPr/>
              </p:nvSpPr>
              <p:spPr bwMode="auto">
                <a:xfrm>
                  <a:off x="7040563" y="-579438"/>
                  <a:ext cx="4762" cy="25400"/>
                </a:xfrm>
                <a:custGeom>
                  <a:avLst/>
                  <a:gdLst>
                    <a:gd name="T0" fmla="*/ 3 w 3"/>
                    <a:gd name="T1" fmla="*/ 14 h 15"/>
                    <a:gd name="T2" fmla="*/ 2 w 3"/>
                    <a:gd name="T3" fmla="*/ 15 h 15"/>
                    <a:gd name="T4" fmla="*/ 2 w 3"/>
                    <a:gd name="T5" fmla="*/ 15 h 15"/>
                    <a:gd name="T6" fmla="*/ 0 w 3"/>
                    <a:gd name="T7" fmla="*/ 14 h 15"/>
                    <a:gd name="T8" fmla="*/ 0 w 3"/>
                    <a:gd name="T9" fmla="*/ 2 h 15"/>
                    <a:gd name="T10" fmla="*/ 2 w 3"/>
                    <a:gd name="T11" fmla="*/ 0 h 15"/>
                    <a:gd name="T12" fmla="*/ 2 w 3"/>
                    <a:gd name="T13" fmla="*/ 0 h 15"/>
                    <a:gd name="T14" fmla="*/ 3 w 3"/>
                    <a:gd name="T15" fmla="*/ 2 h 15"/>
                    <a:gd name="T16" fmla="*/ 3 w 3"/>
                    <a:gd name="T17" fmla="*/ 14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5">
                      <a:moveTo>
                        <a:pt x="3" y="14"/>
                      </a:moveTo>
                      <a:cubicBezTo>
                        <a:pt x="3" y="14"/>
                        <a:pt x="3" y="15"/>
                        <a:pt x="2" y="15"/>
                      </a:cubicBezTo>
                      <a:cubicBezTo>
                        <a:pt x="2" y="15"/>
                        <a:pt x="2" y="15"/>
                        <a:pt x="2" y="15"/>
                      </a:cubicBezTo>
                      <a:cubicBezTo>
                        <a:pt x="1" y="15"/>
                        <a:pt x="0" y="14"/>
                        <a:pt x="0" y="14"/>
                      </a:cubicBezTo>
                      <a:cubicBezTo>
                        <a:pt x="0" y="2"/>
                        <a:pt x="0" y="2"/>
                        <a:pt x="0" y="2"/>
                      </a:cubicBezTo>
                      <a:cubicBezTo>
                        <a:pt x="0" y="1"/>
                        <a:pt x="1" y="0"/>
                        <a:pt x="2" y="0"/>
                      </a:cubicBezTo>
                      <a:cubicBezTo>
                        <a:pt x="2" y="0"/>
                        <a:pt x="2" y="0"/>
                        <a:pt x="2" y="0"/>
                      </a:cubicBezTo>
                      <a:cubicBezTo>
                        <a:pt x="3" y="0"/>
                        <a:pt x="3" y="1"/>
                        <a:pt x="3" y="2"/>
                      </a:cubicBezTo>
                      <a:lnTo>
                        <a:pt x="3" y="14"/>
                      </a:lnTo>
                      <a:close/>
                    </a:path>
                  </a:pathLst>
                </a:custGeom>
                <a:solidFill>
                  <a:srgbClr val="B8A4FF"/>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33" name="Freeform 396"/>
                <p:cNvSpPr>
                  <a:spLocks/>
                </p:cNvSpPr>
                <p:nvPr/>
              </p:nvSpPr>
              <p:spPr bwMode="auto">
                <a:xfrm>
                  <a:off x="6953250" y="-454025"/>
                  <a:ext cx="155575" cy="44450"/>
                </a:xfrm>
                <a:custGeom>
                  <a:avLst/>
                  <a:gdLst>
                    <a:gd name="T0" fmla="*/ 7 w 91"/>
                    <a:gd name="T1" fmla="*/ 26 h 26"/>
                    <a:gd name="T2" fmla="*/ 0 w 91"/>
                    <a:gd name="T3" fmla="*/ 19 h 26"/>
                    <a:gd name="T4" fmla="*/ 0 w 91"/>
                    <a:gd name="T5" fmla="*/ 8 h 26"/>
                    <a:gd name="T6" fmla="*/ 7 w 91"/>
                    <a:gd name="T7" fmla="*/ 0 h 26"/>
                    <a:gd name="T8" fmla="*/ 84 w 91"/>
                    <a:gd name="T9" fmla="*/ 0 h 26"/>
                    <a:gd name="T10" fmla="*/ 91 w 91"/>
                    <a:gd name="T11" fmla="*/ 8 h 26"/>
                    <a:gd name="T12" fmla="*/ 91 w 91"/>
                    <a:gd name="T13" fmla="*/ 19 h 26"/>
                    <a:gd name="T14" fmla="*/ 84 w 91"/>
                    <a:gd name="T15" fmla="*/ 26 h 26"/>
                    <a:gd name="T16" fmla="*/ 7 w 91"/>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26">
                      <a:moveTo>
                        <a:pt x="7" y="26"/>
                      </a:moveTo>
                      <a:cubicBezTo>
                        <a:pt x="3" y="26"/>
                        <a:pt x="0" y="23"/>
                        <a:pt x="0" y="19"/>
                      </a:cubicBezTo>
                      <a:cubicBezTo>
                        <a:pt x="0" y="8"/>
                        <a:pt x="0" y="8"/>
                        <a:pt x="0" y="8"/>
                      </a:cubicBezTo>
                      <a:cubicBezTo>
                        <a:pt x="0" y="4"/>
                        <a:pt x="3" y="0"/>
                        <a:pt x="7" y="0"/>
                      </a:cubicBezTo>
                      <a:cubicBezTo>
                        <a:pt x="84" y="0"/>
                        <a:pt x="84" y="0"/>
                        <a:pt x="84" y="0"/>
                      </a:cubicBezTo>
                      <a:cubicBezTo>
                        <a:pt x="88" y="0"/>
                        <a:pt x="91" y="4"/>
                        <a:pt x="91" y="8"/>
                      </a:cubicBezTo>
                      <a:cubicBezTo>
                        <a:pt x="91" y="19"/>
                        <a:pt x="91" y="19"/>
                        <a:pt x="91" y="19"/>
                      </a:cubicBezTo>
                      <a:cubicBezTo>
                        <a:pt x="91" y="23"/>
                        <a:pt x="88" y="26"/>
                        <a:pt x="84" y="26"/>
                      </a:cubicBezTo>
                      <a:lnTo>
                        <a:pt x="7" y="26"/>
                      </a:lnTo>
                      <a:close/>
                    </a:path>
                  </a:pathLst>
                </a:cu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34" name="Rectangle 397"/>
                <p:cNvSpPr>
                  <a:spLocks noChangeArrowheads="1"/>
                </p:cNvSpPr>
                <p:nvPr/>
              </p:nvSpPr>
              <p:spPr bwMode="auto">
                <a:xfrm>
                  <a:off x="6980238" y="-409575"/>
                  <a:ext cx="20637" cy="123825"/>
                </a:xfrm>
                <a:prstGeom prst="rect">
                  <a:avLst/>
                </a:pr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35" name="Rectangle 398"/>
                <p:cNvSpPr>
                  <a:spLocks noChangeArrowheads="1"/>
                </p:cNvSpPr>
                <p:nvPr/>
              </p:nvSpPr>
              <p:spPr bwMode="auto">
                <a:xfrm>
                  <a:off x="6980238" y="-409575"/>
                  <a:ext cx="20637"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36" name="Rectangle 399"/>
                <p:cNvSpPr>
                  <a:spLocks noChangeArrowheads="1"/>
                </p:cNvSpPr>
                <p:nvPr/>
              </p:nvSpPr>
              <p:spPr bwMode="auto">
                <a:xfrm>
                  <a:off x="7069138" y="-409575"/>
                  <a:ext cx="19050" cy="123825"/>
                </a:xfrm>
                <a:prstGeom prst="rect">
                  <a:avLst/>
                </a:pr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37" name="Rectangle 400"/>
                <p:cNvSpPr>
                  <a:spLocks noChangeArrowheads="1"/>
                </p:cNvSpPr>
                <p:nvPr/>
              </p:nvSpPr>
              <p:spPr bwMode="auto">
                <a:xfrm>
                  <a:off x="7069138" y="-409575"/>
                  <a:ext cx="19050"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38" name="Freeform 401"/>
                <p:cNvSpPr>
                  <a:spLocks/>
                </p:cNvSpPr>
                <p:nvPr/>
              </p:nvSpPr>
              <p:spPr bwMode="auto">
                <a:xfrm>
                  <a:off x="7104063" y="-649288"/>
                  <a:ext cx="11112" cy="22225"/>
                </a:xfrm>
                <a:custGeom>
                  <a:avLst/>
                  <a:gdLst>
                    <a:gd name="T0" fmla="*/ 0 w 7"/>
                    <a:gd name="T1" fmla="*/ 0 h 13"/>
                    <a:gd name="T2" fmla="*/ 0 w 7"/>
                    <a:gd name="T3" fmla="*/ 0 h 13"/>
                    <a:gd name="T4" fmla="*/ 0 w 7"/>
                    <a:gd name="T5" fmla="*/ 13 h 13"/>
                    <a:gd name="T6" fmla="*/ 0 w 7"/>
                    <a:gd name="T7" fmla="*/ 13 h 13"/>
                    <a:gd name="T8" fmla="*/ 7 w 7"/>
                    <a:gd name="T9" fmla="*/ 6 h 13"/>
                    <a:gd name="T10" fmla="*/ 0 w 7"/>
                    <a:gd name="T11" fmla="*/ 0 h 13"/>
                  </a:gdLst>
                  <a:ahLst/>
                  <a:cxnLst>
                    <a:cxn ang="0">
                      <a:pos x="T0" y="T1"/>
                    </a:cxn>
                    <a:cxn ang="0">
                      <a:pos x="T2" y="T3"/>
                    </a:cxn>
                    <a:cxn ang="0">
                      <a:pos x="T4" y="T5"/>
                    </a:cxn>
                    <a:cxn ang="0">
                      <a:pos x="T6" y="T7"/>
                    </a:cxn>
                    <a:cxn ang="0">
                      <a:pos x="T8" y="T9"/>
                    </a:cxn>
                    <a:cxn ang="0">
                      <a:pos x="T10" y="T11"/>
                    </a:cxn>
                  </a:cxnLst>
                  <a:rect l="0" t="0" r="r" b="b"/>
                  <a:pathLst>
                    <a:path w="7" h="13">
                      <a:moveTo>
                        <a:pt x="0" y="0"/>
                      </a:moveTo>
                      <a:cubicBezTo>
                        <a:pt x="0" y="0"/>
                        <a:pt x="0" y="0"/>
                        <a:pt x="0" y="0"/>
                      </a:cubicBezTo>
                      <a:cubicBezTo>
                        <a:pt x="0" y="13"/>
                        <a:pt x="0" y="13"/>
                        <a:pt x="0" y="13"/>
                      </a:cubicBezTo>
                      <a:cubicBezTo>
                        <a:pt x="0" y="13"/>
                        <a:pt x="0" y="13"/>
                        <a:pt x="0" y="13"/>
                      </a:cubicBezTo>
                      <a:cubicBezTo>
                        <a:pt x="4" y="13"/>
                        <a:pt x="7" y="10"/>
                        <a:pt x="7" y="6"/>
                      </a:cubicBezTo>
                      <a:cubicBezTo>
                        <a:pt x="7" y="3"/>
                        <a:pt x="4" y="0"/>
                        <a:pt x="0" y="0"/>
                      </a:cubicBezTo>
                      <a:close/>
                    </a:path>
                  </a:pathLst>
                </a:cu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39" name="Rectangle 402"/>
                <p:cNvSpPr>
                  <a:spLocks noChangeArrowheads="1"/>
                </p:cNvSpPr>
                <p:nvPr/>
              </p:nvSpPr>
              <p:spPr bwMode="auto">
                <a:xfrm>
                  <a:off x="7104063" y="-700088"/>
                  <a:ext cx="1587" cy="61912"/>
                </a:xfrm>
                <a:prstGeom prst="rect">
                  <a:avLst/>
                </a:pr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40" name="Freeform 403"/>
                <p:cNvSpPr>
                  <a:spLocks/>
                </p:cNvSpPr>
                <p:nvPr/>
              </p:nvSpPr>
              <p:spPr bwMode="auto">
                <a:xfrm>
                  <a:off x="6951663" y="-649288"/>
                  <a:ext cx="12700" cy="22225"/>
                </a:xfrm>
                <a:custGeom>
                  <a:avLst/>
                  <a:gdLst>
                    <a:gd name="T0" fmla="*/ 7 w 7"/>
                    <a:gd name="T1" fmla="*/ 0 h 13"/>
                    <a:gd name="T2" fmla="*/ 7 w 7"/>
                    <a:gd name="T3" fmla="*/ 0 h 13"/>
                    <a:gd name="T4" fmla="*/ 7 w 7"/>
                    <a:gd name="T5" fmla="*/ 13 h 13"/>
                    <a:gd name="T6" fmla="*/ 7 w 7"/>
                    <a:gd name="T7" fmla="*/ 13 h 13"/>
                    <a:gd name="T8" fmla="*/ 0 w 7"/>
                    <a:gd name="T9" fmla="*/ 6 h 13"/>
                    <a:gd name="T10" fmla="*/ 7 w 7"/>
                    <a:gd name="T11" fmla="*/ 0 h 13"/>
                  </a:gdLst>
                  <a:ahLst/>
                  <a:cxnLst>
                    <a:cxn ang="0">
                      <a:pos x="T0" y="T1"/>
                    </a:cxn>
                    <a:cxn ang="0">
                      <a:pos x="T2" y="T3"/>
                    </a:cxn>
                    <a:cxn ang="0">
                      <a:pos x="T4" y="T5"/>
                    </a:cxn>
                    <a:cxn ang="0">
                      <a:pos x="T6" y="T7"/>
                    </a:cxn>
                    <a:cxn ang="0">
                      <a:pos x="T8" y="T9"/>
                    </a:cxn>
                    <a:cxn ang="0">
                      <a:pos x="T10" y="T11"/>
                    </a:cxn>
                  </a:cxnLst>
                  <a:rect l="0" t="0" r="r" b="b"/>
                  <a:pathLst>
                    <a:path w="7" h="13">
                      <a:moveTo>
                        <a:pt x="7" y="0"/>
                      </a:moveTo>
                      <a:cubicBezTo>
                        <a:pt x="7" y="0"/>
                        <a:pt x="7" y="0"/>
                        <a:pt x="7" y="0"/>
                      </a:cubicBezTo>
                      <a:cubicBezTo>
                        <a:pt x="7" y="13"/>
                        <a:pt x="7" y="13"/>
                        <a:pt x="7" y="13"/>
                      </a:cubicBezTo>
                      <a:cubicBezTo>
                        <a:pt x="7" y="13"/>
                        <a:pt x="7" y="13"/>
                        <a:pt x="7" y="13"/>
                      </a:cubicBezTo>
                      <a:cubicBezTo>
                        <a:pt x="3" y="13"/>
                        <a:pt x="0" y="10"/>
                        <a:pt x="0" y="6"/>
                      </a:cubicBezTo>
                      <a:cubicBezTo>
                        <a:pt x="0" y="3"/>
                        <a:pt x="3" y="0"/>
                        <a:pt x="7" y="0"/>
                      </a:cubicBezTo>
                      <a:close/>
                    </a:path>
                  </a:pathLst>
                </a:cu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41" name="Rectangle 404"/>
                <p:cNvSpPr>
                  <a:spLocks noChangeArrowheads="1"/>
                </p:cNvSpPr>
                <p:nvPr/>
              </p:nvSpPr>
              <p:spPr bwMode="auto">
                <a:xfrm>
                  <a:off x="6959600" y="-700088"/>
                  <a:ext cx="4762" cy="61912"/>
                </a:xfrm>
                <a:prstGeom prst="rect">
                  <a:avLst/>
                </a:pr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42" name="Freeform 405"/>
                <p:cNvSpPr>
                  <a:spLocks/>
                </p:cNvSpPr>
                <p:nvPr/>
              </p:nvSpPr>
              <p:spPr bwMode="auto">
                <a:xfrm>
                  <a:off x="6959600" y="-288925"/>
                  <a:ext cx="61912" cy="20637"/>
                </a:xfrm>
                <a:custGeom>
                  <a:avLst/>
                  <a:gdLst>
                    <a:gd name="T0" fmla="*/ 36 w 36"/>
                    <a:gd name="T1" fmla="*/ 12 h 12"/>
                    <a:gd name="T2" fmla="*/ 23 w 36"/>
                    <a:gd name="T3" fmla="*/ 0 h 12"/>
                    <a:gd name="T4" fmla="*/ 13 w 36"/>
                    <a:gd name="T5" fmla="*/ 0 h 12"/>
                    <a:gd name="T6" fmla="*/ 0 w 36"/>
                    <a:gd name="T7" fmla="*/ 12 h 12"/>
                    <a:gd name="T8" fmla="*/ 36 w 36"/>
                    <a:gd name="T9" fmla="*/ 12 h 12"/>
                  </a:gdLst>
                  <a:ahLst/>
                  <a:cxnLst>
                    <a:cxn ang="0">
                      <a:pos x="T0" y="T1"/>
                    </a:cxn>
                    <a:cxn ang="0">
                      <a:pos x="T2" y="T3"/>
                    </a:cxn>
                    <a:cxn ang="0">
                      <a:pos x="T4" y="T5"/>
                    </a:cxn>
                    <a:cxn ang="0">
                      <a:pos x="T6" y="T7"/>
                    </a:cxn>
                    <a:cxn ang="0">
                      <a:pos x="T8" y="T9"/>
                    </a:cxn>
                  </a:cxnLst>
                  <a:rect l="0" t="0" r="r" b="b"/>
                  <a:pathLst>
                    <a:path w="36" h="12">
                      <a:moveTo>
                        <a:pt x="36" y="12"/>
                      </a:moveTo>
                      <a:cubicBezTo>
                        <a:pt x="36" y="5"/>
                        <a:pt x="30" y="0"/>
                        <a:pt x="23" y="0"/>
                      </a:cubicBezTo>
                      <a:cubicBezTo>
                        <a:pt x="13" y="0"/>
                        <a:pt x="13" y="0"/>
                        <a:pt x="13" y="0"/>
                      </a:cubicBezTo>
                      <a:cubicBezTo>
                        <a:pt x="6" y="0"/>
                        <a:pt x="0" y="5"/>
                        <a:pt x="0" y="12"/>
                      </a:cubicBezTo>
                      <a:lnTo>
                        <a:pt x="36" y="12"/>
                      </a:lnTo>
                      <a:close/>
                    </a:path>
                  </a:pathLst>
                </a:cu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43" name="Rectangle 406"/>
                <p:cNvSpPr>
                  <a:spLocks noChangeArrowheads="1"/>
                </p:cNvSpPr>
                <p:nvPr/>
              </p:nvSpPr>
              <p:spPr bwMode="auto">
                <a:xfrm>
                  <a:off x="6959600" y="-268288"/>
                  <a:ext cx="61912"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44" name="Freeform 407"/>
                <p:cNvSpPr>
                  <a:spLocks/>
                </p:cNvSpPr>
                <p:nvPr/>
              </p:nvSpPr>
              <p:spPr bwMode="auto">
                <a:xfrm>
                  <a:off x="7046913" y="-288925"/>
                  <a:ext cx="63500" cy="20637"/>
                </a:xfrm>
                <a:custGeom>
                  <a:avLst/>
                  <a:gdLst>
                    <a:gd name="T0" fmla="*/ 37 w 37"/>
                    <a:gd name="T1" fmla="*/ 12 h 12"/>
                    <a:gd name="T2" fmla="*/ 23 w 37"/>
                    <a:gd name="T3" fmla="*/ 0 h 12"/>
                    <a:gd name="T4" fmla="*/ 14 w 37"/>
                    <a:gd name="T5" fmla="*/ 0 h 12"/>
                    <a:gd name="T6" fmla="*/ 0 w 37"/>
                    <a:gd name="T7" fmla="*/ 12 h 12"/>
                    <a:gd name="T8" fmla="*/ 37 w 37"/>
                    <a:gd name="T9" fmla="*/ 12 h 12"/>
                  </a:gdLst>
                  <a:ahLst/>
                  <a:cxnLst>
                    <a:cxn ang="0">
                      <a:pos x="T0" y="T1"/>
                    </a:cxn>
                    <a:cxn ang="0">
                      <a:pos x="T2" y="T3"/>
                    </a:cxn>
                    <a:cxn ang="0">
                      <a:pos x="T4" y="T5"/>
                    </a:cxn>
                    <a:cxn ang="0">
                      <a:pos x="T6" y="T7"/>
                    </a:cxn>
                    <a:cxn ang="0">
                      <a:pos x="T8" y="T9"/>
                    </a:cxn>
                  </a:cxnLst>
                  <a:rect l="0" t="0" r="r" b="b"/>
                  <a:pathLst>
                    <a:path w="37" h="12">
                      <a:moveTo>
                        <a:pt x="37" y="12"/>
                      </a:moveTo>
                      <a:cubicBezTo>
                        <a:pt x="36" y="5"/>
                        <a:pt x="30" y="0"/>
                        <a:pt x="23" y="0"/>
                      </a:cubicBezTo>
                      <a:cubicBezTo>
                        <a:pt x="14" y="0"/>
                        <a:pt x="14" y="0"/>
                        <a:pt x="14" y="0"/>
                      </a:cubicBezTo>
                      <a:cubicBezTo>
                        <a:pt x="7" y="0"/>
                        <a:pt x="1" y="5"/>
                        <a:pt x="0" y="12"/>
                      </a:cubicBezTo>
                      <a:lnTo>
                        <a:pt x="37" y="12"/>
                      </a:lnTo>
                      <a:close/>
                    </a:path>
                  </a:pathLst>
                </a:cu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45" name="Rectangle 408"/>
                <p:cNvSpPr>
                  <a:spLocks noChangeArrowheads="1"/>
                </p:cNvSpPr>
                <p:nvPr/>
              </p:nvSpPr>
              <p:spPr bwMode="auto">
                <a:xfrm>
                  <a:off x="7046913" y="-268288"/>
                  <a:ext cx="63500" cy="11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46" name="Freeform 409"/>
                <p:cNvSpPr>
                  <a:spLocks/>
                </p:cNvSpPr>
                <p:nvPr/>
              </p:nvSpPr>
              <p:spPr bwMode="auto">
                <a:xfrm>
                  <a:off x="6878638" y="-404813"/>
                  <a:ext cx="57150" cy="50800"/>
                </a:xfrm>
                <a:custGeom>
                  <a:avLst/>
                  <a:gdLst>
                    <a:gd name="T0" fmla="*/ 11 w 34"/>
                    <a:gd name="T1" fmla="*/ 24 h 30"/>
                    <a:gd name="T2" fmla="*/ 8 w 34"/>
                    <a:gd name="T3" fmla="*/ 18 h 30"/>
                    <a:gd name="T4" fmla="*/ 17 w 34"/>
                    <a:gd name="T5" fmla="*/ 9 h 30"/>
                    <a:gd name="T6" fmla="*/ 26 w 34"/>
                    <a:gd name="T7" fmla="*/ 18 h 30"/>
                    <a:gd name="T8" fmla="*/ 23 w 34"/>
                    <a:gd name="T9" fmla="*/ 24 h 30"/>
                    <a:gd name="T10" fmla="*/ 29 w 34"/>
                    <a:gd name="T11" fmla="*/ 30 h 30"/>
                    <a:gd name="T12" fmla="*/ 34 w 34"/>
                    <a:gd name="T13" fmla="*/ 18 h 30"/>
                    <a:gd name="T14" fmla="*/ 17 w 34"/>
                    <a:gd name="T15" fmla="*/ 0 h 30"/>
                    <a:gd name="T16" fmla="*/ 0 w 34"/>
                    <a:gd name="T17" fmla="*/ 18 h 30"/>
                    <a:gd name="T18" fmla="*/ 5 w 34"/>
                    <a:gd name="T19" fmla="*/ 30 h 30"/>
                    <a:gd name="T20" fmla="*/ 11 w 34"/>
                    <a:gd name="T21" fmla="*/ 2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30">
                      <a:moveTo>
                        <a:pt x="11" y="24"/>
                      </a:moveTo>
                      <a:cubicBezTo>
                        <a:pt x="9" y="22"/>
                        <a:pt x="8" y="20"/>
                        <a:pt x="8" y="18"/>
                      </a:cubicBezTo>
                      <a:cubicBezTo>
                        <a:pt x="8" y="13"/>
                        <a:pt x="12" y="9"/>
                        <a:pt x="17" y="9"/>
                      </a:cubicBezTo>
                      <a:cubicBezTo>
                        <a:pt x="22" y="9"/>
                        <a:pt x="26" y="13"/>
                        <a:pt x="26" y="18"/>
                      </a:cubicBezTo>
                      <a:cubicBezTo>
                        <a:pt x="26" y="20"/>
                        <a:pt x="25" y="22"/>
                        <a:pt x="23" y="24"/>
                      </a:cubicBezTo>
                      <a:cubicBezTo>
                        <a:pt x="29" y="30"/>
                        <a:pt x="29" y="30"/>
                        <a:pt x="29" y="30"/>
                      </a:cubicBezTo>
                      <a:cubicBezTo>
                        <a:pt x="32" y="27"/>
                        <a:pt x="34" y="22"/>
                        <a:pt x="34" y="18"/>
                      </a:cubicBezTo>
                      <a:cubicBezTo>
                        <a:pt x="34" y="8"/>
                        <a:pt x="27" y="0"/>
                        <a:pt x="17" y="0"/>
                      </a:cubicBezTo>
                      <a:cubicBezTo>
                        <a:pt x="7" y="0"/>
                        <a:pt x="0" y="8"/>
                        <a:pt x="0" y="18"/>
                      </a:cubicBezTo>
                      <a:cubicBezTo>
                        <a:pt x="0" y="22"/>
                        <a:pt x="2" y="27"/>
                        <a:pt x="5" y="30"/>
                      </a:cubicBezTo>
                      <a:lnTo>
                        <a:pt x="11" y="24"/>
                      </a:lnTo>
                      <a:close/>
                    </a:path>
                  </a:pathLst>
                </a:cu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47" name="Freeform 410"/>
                <p:cNvSpPr>
                  <a:spLocks/>
                </p:cNvSpPr>
                <p:nvPr/>
              </p:nvSpPr>
              <p:spPr bwMode="auto">
                <a:xfrm>
                  <a:off x="7131050" y="-598488"/>
                  <a:ext cx="50800" cy="60325"/>
                </a:xfrm>
                <a:custGeom>
                  <a:avLst/>
                  <a:gdLst>
                    <a:gd name="T0" fmla="*/ 24 w 30"/>
                    <a:gd name="T1" fmla="*/ 35 h 35"/>
                    <a:gd name="T2" fmla="*/ 0 w 30"/>
                    <a:gd name="T3" fmla="*/ 35 h 35"/>
                    <a:gd name="T4" fmla="*/ 0 w 30"/>
                    <a:gd name="T5" fmla="*/ 0 h 35"/>
                    <a:gd name="T6" fmla="*/ 24 w 30"/>
                    <a:gd name="T7" fmla="*/ 0 h 35"/>
                    <a:gd name="T8" fmla="*/ 30 w 30"/>
                    <a:gd name="T9" fmla="*/ 6 h 35"/>
                    <a:gd name="T10" fmla="*/ 30 w 30"/>
                    <a:gd name="T11" fmla="*/ 29 h 35"/>
                    <a:gd name="T12" fmla="*/ 24 w 30"/>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30" h="35">
                      <a:moveTo>
                        <a:pt x="24" y="35"/>
                      </a:moveTo>
                      <a:cubicBezTo>
                        <a:pt x="0" y="35"/>
                        <a:pt x="0" y="35"/>
                        <a:pt x="0" y="35"/>
                      </a:cubicBezTo>
                      <a:cubicBezTo>
                        <a:pt x="0" y="0"/>
                        <a:pt x="0" y="0"/>
                        <a:pt x="0" y="0"/>
                      </a:cubicBezTo>
                      <a:cubicBezTo>
                        <a:pt x="24" y="0"/>
                        <a:pt x="24" y="0"/>
                        <a:pt x="24" y="0"/>
                      </a:cubicBezTo>
                      <a:cubicBezTo>
                        <a:pt x="28" y="0"/>
                        <a:pt x="30" y="3"/>
                        <a:pt x="30" y="6"/>
                      </a:cubicBezTo>
                      <a:cubicBezTo>
                        <a:pt x="30" y="29"/>
                        <a:pt x="30" y="29"/>
                        <a:pt x="30" y="29"/>
                      </a:cubicBezTo>
                      <a:cubicBezTo>
                        <a:pt x="30" y="32"/>
                        <a:pt x="28" y="35"/>
                        <a:pt x="24" y="35"/>
                      </a:cubicBezTo>
                      <a:close/>
                    </a:path>
                  </a:pathLst>
                </a:cu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48" name="Rectangle 411"/>
                <p:cNvSpPr>
                  <a:spLocks noChangeArrowheads="1"/>
                </p:cNvSpPr>
                <p:nvPr/>
              </p:nvSpPr>
              <p:spPr bwMode="auto">
                <a:xfrm>
                  <a:off x="7143750" y="-538163"/>
                  <a:ext cx="19050" cy="61912"/>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49" name="Rectangle 412"/>
                <p:cNvSpPr>
                  <a:spLocks noChangeArrowheads="1"/>
                </p:cNvSpPr>
                <p:nvPr/>
              </p:nvSpPr>
              <p:spPr bwMode="auto">
                <a:xfrm>
                  <a:off x="7143750" y="-538163"/>
                  <a:ext cx="19050"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50" name="Rectangle 413"/>
                <p:cNvSpPr>
                  <a:spLocks noChangeArrowheads="1"/>
                </p:cNvSpPr>
                <p:nvPr/>
              </p:nvSpPr>
              <p:spPr bwMode="auto">
                <a:xfrm>
                  <a:off x="7143750" y="-439738"/>
                  <a:ext cx="19050" cy="47625"/>
                </a:xfrm>
                <a:prstGeom prst="rect">
                  <a:avLst/>
                </a:prstGeom>
                <a:solidFill>
                  <a:srgbClr val="0072C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51" name="Rectangle 414"/>
                <p:cNvSpPr>
                  <a:spLocks noChangeArrowheads="1"/>
                </p:cNvSpPr>
                <p:nvPr/>
              </p:nvSpPr>
              <p:spPr bwMode="auto">
                <a:xfrm>
                  <a:off x="7143750" y="-439738"/>
                  <a:ext cx="19050"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52" name="Freeform 415"/>
                <p:cNvSpPr>
                  <a:spLocks/>
                </p:cNvSpPr>
                <p:nvPr/>
              </p:nvSpPr>
              <p:spPr bwMode="auto">
                <a:xfrm>
                  <a:off x="7132638" y="-501650"/>
                  <a:ext cx="42862" cy="61912"/>
                </a:xfrm>
                <a:custGeom>
                  <a:avLst/>
                  <a:gdLst>
                    <a:gd name="T0" fmla="*/ 0 w 25"/>
                    <a:gd name="T1" fmla="*/ 29 h 36"/>
                    <a:gd name="T2" fmla="*/ 7 w 25"/>
                    <a:gd name="T3" fmla="*/ 36 h 36"/>
                    <a:gd name="T4" fmla="*/ 18 w 25"/>
                    <a:gd name="T5" fmla="*/ 36 h 36"/>
                    <a:gd name="T6" fmla="*/ 25 w 25"/>
                    <a:gd name="T7" fmla="*/ 29 h 36"/>
                    <a:gd name="T8" fmla="*/ 25 w 25"/>
                    <a:gd name="T9" fmla="*/ 7 h 36"/>
                    <a:gd name="T10" fmla="*/ 18 w 25"/>
                    <a:gd name="T11" fmla="*/ 0 h 36"/>
                    <a:gd name="T12" fmla="*/ 7 w 25"/>
                    <a:gd name="T13" fmla="*/ 0 h 36"/>
                    <a:gd name="T14" fmla="*/ 0 w 25"/>
                    <a:gd name="T15" fmla="*/ 7 h 36"/>
                    <a:gd name="T16" fmla="*/ 0 w 25"/>
                    <a:gd name="T17" fmla="*/ 2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36">
                      <a:moveTo>
                        <a:pt x="0" y="29"/>
                      </a:moveTo>
                      <a:cubicBezTo>
                        <a:pt x="0" y="33"/>
                        <a:pt x="3" y="36"/>
                        <a:pt x="7" y="36"/>
                      </a:cubicBezTo>
                      <a:cubicBezTo>
                        <a:pt x="18" y="36"/>
                        <a:pt x="18" y="36"/>
                        <a:pt x="18" y="36"/>
                      </a:cubicBezTo>
                      <a:cubicBezTo>
                        <a:pt x="22" y="36"/>
                        <a:pt x="25" y="33"/>
                        <a:pt x="25" y="29"/>
                      </a:cubicBezTo>
                      <a:cubicBezTo>
                        <a:pt x="25" y="7"/>
                        <a:pt x="25" y="7"/>
                        <a:pt x="25" y="7"/>
                      </a:cubicBezTo>
                      <a:cubicBezTo>
                        <a:pt x="25" y="3"/>
                        <a:pt x="22" y="0"/>
                        <a:pt x="18" y="0"/>
                      </a:cubicBezTo>
                      <a:cubicBezTo>
                        <a:pt x="7" y="0"/>
                        <a:pt x="7" y="0"/>
                        <a:pt x="7" y="0"/>
                      </a:cubicBezTo>
                      <a:cubicBezTo>
                        <a:pt x="3" y="0"/>
                        <a:pt x="0" y="3"/>
                        <a:pt x="0" y="7"/>
                      </a:cubicBezTo>
                      <a:lnTo>
                        <a:pt x="0" y="29"/>
                      </a:lnTo>
                      <a:close/>
                    </a:path>
                  </a:pathLst>
                </a:cu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53" name="Freeform 416"/>
                <p:cNvSpPr>
                  <a:spLocks/>
                </p:cNvSpPr>
                <p:nvPr/>
              </p:nvSpPr>
              <p:spPr bwMode="auto">
                <a:xfrm>
                  <a:off x="7123113" y="-404813"/>
                  <a:ext cx="60325" cy="50800"/>
                </a:xfrm>
                <a:custGeom>
                  <a:avLst/>
                  <a:gdLst>
                    <a:gd name="T0" fmla="*/ 24 w 35"/>
                    <a:gd name="T1" fmla="*/ 24 h 30"/>
                    <a:gd name="T2" fmla="*/ 26 w 35"/>
                    <a:gd name="T3" fmla="*/ 18 h 30"/>
                    <a:gd name="T4" fmla="*/ 18 w 35"/>
                    <a:gd name="T5" fmla="*/ 9 h 30"/>
                    <a:gd name="T6" fmla="*/ 9 w 35"/>
                    <a:gd name="T7" fmla="*/ 18 h 30"/>
                    <a:gd name="T8" fmla="*/ 11 w 35"/>
                    <a:gd name="T9" fmla="*/ 24 h 30"/>
                    <a:gd name="T10" fmla="*/ 5 w 35"/>
                    <a:gd name="T11" fmla="*/ 30 h 30"/>
                    <a:gd name="T12" fmla="*/ 0 w 35"/>
                    <a:gd name="T13" fmla="*/ 18 h 30"/>
                    <a:gd name="T14" fmla="*/ 18 w 35"/>
                    <a:gd name="T15" fmla="*/ 0 h 30"/>
                    <a:gd name="T16" fmla="*/ 35 w 35"/>
                    <a:gd name="T17" fmla="*/ 18 h 30"/>
                    <a:gd name="T18" fmla="*/ 30 w 35"/>
                    <a:gd name="T19" fmla="*/ 30 h 30"/>
                    <a:gd name="T20" fmla="*/ 24 w 35"/>
                    <a:gd name="T21" fmla="*/ 2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30">
                      <a:moveTo>
                        <a:pt x="24" y="24"/>
                      </a:moveTo>
                      <a:cubicBezTo>
                        <a:pt x="25" y="22"/>
                        <a:pt x="26" y="20"/>
                        <a:pt x="26" y="18"/>
                      </a:cubicBezTo>
                      <a:cubicBezTo>
                        <a:pt x="26" y="13"/>
                        <a:pt x="22" y="9"/>
                        <a:pt x="18" y="9"/>
                      </a:cubicBezTo>
                      <a:cubicBezTo>
                        <a:pt x="13" y="9"/>
                        <a:pt x="9" y="13"/>
                        <a:pt x="9" y="18"/>
                      </a:cubicBezTo>
                      <a:cubicBezTo>
                        <a:pt x="9" y="20"/>
                        <a:pt x="10" y="22"/>
                        <a:pt x="11" y="24"/>
                      </a:cubicBezTo>
                      <a:cubicBezTo>
                        <a:pt x="5" y="30"/>
                        <a:pt x="5" y="30"/>
                        <a:pt x="5" y="30"/>
                      </a:cubicBezTo>
                      <a:cubicBezTo>
                        <a:pt x="2" y="27"/>
                        <a:pt x="0" y="22"/>
                        <a:pt x="0" y="18"/>
                      </a:cubicBezTo>
                      <a:cubicBezTo>
                        <a:pt x="0" y="8"/>
                        <a:pt x="8" y="0"/>
                        <a:pt x="18" y="0"/>
                      </a:cubicBezTo>
                      <a:cubicBezTo>
                        <a:pt x="27" y="0"/>
                        <a:pt x="35" y="8"/>
                        <a:pt x="35" y="18"/>
                      </a:cubicBezTo>
                      <a:cubicBezTo>
                        <a:pt x="35" y="22"/>
                        <a:pt x="33" y="27"/>
                        <a:pt x="30" y="30"/>
                      </a:cubicBezTo>
                      <a:lnTo>
                        <a:pt x="24" y="24"/>
                      </a:lnTo>
                      <a:close/>
                    </a:path>
                  </a:pathLst>
                </a:custGeom>
                <a:solidFill>
                  <a:schemeClr val="accent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grpSp>
        </p:grpSp>
      </p:grpSp>
      <p:grpSp>
        <p:nvGrpSpPr>
          <p:cNvPr id="558" name="Group 557"/>
          <p:cNvGrpSpPr/>
          <p:nvPr/>
        </p:nvGrpSpPr>
        <p:grpSpPr>
          <a:xfrm>
            <a:off x="4336127" y="4820318"/>
            <a:ext cx="1742079" cy="1573440"/>
            <a:chOff x="4362450" y="4945063"/>
            <a:chExt cx="1738312" cy="1570037"/>
          </a:xfrm>
        </p:grpSpPr>
        <p:sp>
          <p:nvSpPr>
            <p:cNvPr id="192" name="Rectangle 179"/>
            <p:cNvSpPr>
              <a:spLocks noChangeArrowheads="1"/>
            </p:cNvSpPr>
            <p:nvPr/>
          </p:nvSpPr>
          <p:spPr bwMode="auto">
            <a:xfrm>
              <a:off x="4362450" y="4945063"/>
              <a:ext cx="1738312" cy="1570037"/>
            </a:xfrm>
            <a:prstGeom prst="rect">
              <a:avLst/>
            </a:prstGeom>
            <a:solidFill>
              <a:schemeClr val="bg2">
                <a:lumMod val="85000"/>
              </a:schemeClr>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pic>
          <p:nvPicPr>
            <p:cNvPr id="456" name="Picture 455"/>
            <p:cNvPicPr>
              <a:picLocks noChangeAspect="1"/>
            </p:cNvPicPr>
            <p:nvPr/>
          </p:nvPicPr>
          <p:blipFill>
            <a:blip r:embed="rId6"/>
            <a:stretch>
              <a:fillRect/>
            </a:stretch>
          </p:blipFill>
          <p:spPr>
            <a:xfrm>
              <a:off x="4411773" y="5203812"/>
              <a:ext cx="1639667" cy="1052538"/>
            </a:xfrm>
            <a:prstGeom prst="rect">
              <a:avLst/>
            </a:prstGeom>
          </p:spPr>
        </p:pic>
      </p:grpSp>
      <p:grpSp>
        <p:nvGrpSpPr>
          <p:cNvPr id="565" name="Group 564"/>
          <p:cNvGrpSpPr/>
          <p:nvPr/>
        </p:nvGrpSpPr>
        <p:grpSpPr>
          <a:xfrm>
            <a:off x="5936106" y="1188842"/>
            <a:ext cx="2031676" cy="1826967"/>
            <a:chOff x="6312693" y="1447156"/>
            <a:chExt cx="1766094" cy="1588144"/>
          </a:xfrm>
        </p:grpSpPr>
        <p:sp>
          <p:nvSpPr>
            <p:cNvPr id="115" name="Rectangle 98"/>
            <p:cNvSpPr>
              <a:spLocks noChangeArrowheads="1"/>
            </p:cNvSpPr>
            <p:nvPr/>
          </p:nvSpPr>
          <p:spPr bwMode="auto">
            <a:xfrm>
              <a:off x="6312693" y="1447156"/>
              <a:ext cx="1766094" cy="1588144"/>
            </a:xfrm>
            <a:prstGeom prst="rect">
              <a:avLst/>
            </a:prstGeom>
            <a:solidFill>
              <a:schemeClr val="bg2">
                <a:lumMod val="85000"/>
              </a:schemeClr>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grpSp>
          <p:nvGrpSpPr>
            <p:cNvPr id="549" name="Group 548"/>
            <p:cNvGrpSpPr/>
            <p:nvPr/>
          </p:nvGrpSpPr>
          <p:grpSpPr>
            <a:xfrm>
              <a:off x="6318250" y="1458913"/>
              <a:ext cx="1733550" cy="1576387"/>
              <a:chOff x="6318250" y="1458913"/>
              <a:chExt cx="1733550" cy="1576387"/>
            </a:xfrm>
          </p:grpSpPr>
          <p:sp>
            <p:nvSpPr>
              <p:cNvPr id="114" name="AutoShape 96"/>
              <p:cNvSpPr>
                <a:spLocks noChangeAspect="1" noChangeArrowheads="1" noTextEdit="1"/>
              </p:cNvSpPr>
              <p:nvPr/>
            </p:nvSpPr>
            <p:spPr bwMode="auto">
              <a:xfrm>
                <a:off x="6318250" y="1458913"/>
                <a:ext cx="1733550" cy="157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60" name="Freeform 420"/>
              <p:cNvSpPr>
                <a:spLocks/>
              </p:cNvSpPr>
              <p:nvPr/>
            </p:nvSpPr>
            <p:spPr bwMode="auto">
              <a:xfrm>
                <a:off x="6389688" y="2171700"/>
                <a:ext cx="550863" cy="644525"/>
              </a:xfrm>
              <a:custGeom>
                <a:avLst/>
                <a:gdLst>
                  <a:gd name="T0" fmla="*/ 0 w 228"/>
                  <a:gd name="T1" fmla="*/ 266 h 266"/>
                  <a:gd name="T2" fmla="*/ 89 w 228"/>
                  <a:gd name="T3" fmla="*/ 153 h 266"/>
                  <a:gd name="T4" fmla="*/ 83 w 228"/>
                  <a:gd name="T5" fmla="*/ 119 h 266"/>
                  <a:gd name="T6" fmla="*/ 83 w 228"/>
                  <a:gd name="T7" fmla="*/ 78 h 266"/>
                  <a:gd name="T8" fmla="*/ 150 w 228"/>
                  <a:gd name="T9" fmla="*/ 0 h 266"/>
                  <a:gd name="T10" fmla="*/ 228 w 228"/>
                  <a:gd name="T11" fmla="*/ 78 h 266"/>
                  <a:gd name="T12" fmla="*/ 228 w 228"/>
                  <a:gd name="T13" fmla="*/ 119 h 266"/>
                  <a:gd name="T14" fmla="*/ 185 w 228"/>
                  <a:gd name="T15" fmla="*/ 189 h 266"/>
                  <a:gd name="T16" fmla="*/ 129 w 228"/>
                  <a:gd name="T17" fmla="*/ 266 h 266"/>
                  <a:gd name="T18" fmla="*/ 0 w 228"/>
                  <a:gd name="T19" fmla="*/ 266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8" h="266">
                    <a:moveTo>
                      <a:pt x="0" y="266"/>
                    </a:moveTo>
                    <a:cubicBezTo>
                      <a:pt x="89" y="153"/>
                      <a:pt x="89" y="153"/>
                      <a:pt x="89" y="153"/>
                    </a:cubicBezTo>
                    <a:cubicBezTo>
                      <a:pt x="85" y="143"/>
                      <a:pt x="83" y="131"/>
                      <a:pt x="83" y="119"/>
                    </a:cubicBezTo>
                    <a:cubicBezTo>
                      <a:pt x="83" y="78"/>
                      <a:pt x="83" y="78"/>
                      <a:pt x="83" y="78"/>
                    </a:cubicBezTo>
                    <a:cubicBezTo>
                      <a:pt x="83" y="35"/>
                      <a:pt x="108" y="0"/>
                      <a:pt x="150" y="0"/>
                    </a:cubicBezTo>
                    <a:cubicBezTo>
                      <a:pt x="193" y="0"/>
                      <a:pt x="228" y="35"/>
                      <a:pt x="228" y="78"/>
                    </a:cubicBezTo>
                    <a:cubicBezTo>
                      <a:pt x="228" y="119"/>
                      <a:pt x="228" y="119"/>
                      <a:pt x="228" y="119"/>
                    </a:cubicBezTo>
                    <a:cubicBezTo>
                      <a:pt x="228" y="150"/>
                      <a:pt x="210" y="176"/>
                      <a:pt x="185" y="189"/>
                    </a:cubicBezTo>
                    <a:cubicBezTo>
                      <a:pt x="129" y="266"/>
                      <a:pt x="129" y="266"/>
                      <a:pt x="129" y="266"/>
                    </a:cubicBezTo>
                    <a:cubicBezTo>
                      <a:pt x="0" y="266"/>
                      <a:pt x="0" y="266"/>
                      <a:pt x="0" y="266"/>
                    </a:cubicBezTo>
                  </a:path>
                </a:pathLst>
              </a:custGeom>
              <a:solidFill>
                <a:srgbClr val="EEBD6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61" name="Freeform 421"/>
              <p:cNvSpPr>
                <a:spLocks/>
              </p:cNvSpPr>
              <p:nvPr/>
            </p:nvSpPr>
            <p:spPr bwMode="auto">
              <a:xfrm>
                <a:off x="6805613" y="2508250"/>
                <a:ext cx="130175" cy="82550"/>
              </a:xfrm>
              <a:custGeom>
                <a:avLst/>
                <a:gdLst>
                  <a:gd name="T0" fmla="*/ 34 w 54"/>
                  <a:gd name="T1" fmla="*/ 34 h 34"/>
                  <a:gd name="T2" fmla="*/ 0 w 54"/>
                  <a:gd name="T3" fmla="*/ 0 h 34"/>
                  <a:gd name="T4" fmla="*/ 54 w 54"/>
                  <a:gd name="T5" fmla="*/ 0 h 34"/>
                  <a:gd name="T6" fmla="*/ 34 w 54"/>
                  <a:gd name="T7" fmla="*/ 34 h 34"/>
                </a:gdLst>
                <a:ahLst/>
                <a:cxnLst>
                  <a:cxn ang="0">
                    <a:pos x="T0" y="T1"/>
                  </a:cxn>
                  <a:cxn ang="0">
                    <a:pos x="T2" y="T3"/>
                  </a:cxn>
                  <a:cxn ang="0">
                    <a:pos x="T4" y="T5"/>
                  </a:cxn>
                  <a:cxn ang="0">
                    <a:pos x="T6" y="T7"/>
                  </a:cxn>
                </a:cxnLst>
                <a:rect l="0" t="0" r="r" b="b"/>
                <a:pathLst>
                  <a:path w="54" h="34">
                    <a:moveTo>
                      <a:pt x="34" y="34"/>
                    </a:moveTo>
                    <a:cubicBezTo>
                      <a:pt x="0" y="0"/>
                      <a:pt x="0" y="0"/>
                      <a:pt x="0" y="0"/>
                    </a:cubicBezTo>
                    <a:cubicBezTo>
                      <a:pt x="54" y="0"/>
                      <a:pt x="54" y="0"/>
                      <a:pt x="54" y="0"/>
                    </a:cubicBezTo>
                    <a:cubicBezTo>
                      <a:pt x="50" y="13"/>
                      <a:pt x="44" y="25"/>
                      <a:pt x="34" y="34"/>
                    </a:cubicBezTo>
                  </a:path>
                </a:pathLst>
              </a:custGeom>
              <a:solidFill>
                <a:srgbClr val="CF8D17"/>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62" name="Freeform 422"/>
              <p:cNvSpPr>
                <a:spLocks/>
              </p:cNvSpPr>
              <p:nvPr/>
            </p:nvSpPr>
            <p:spPr bwMode="auto">
              <a:xfrm>
                <a:off x="6686551" y="1739900"/>
                <a:ext cx="1241425" cy="771525"/>
              </a:xfrm>
              <a:custGeom>
                <a:avLst/>
                <a:gdLst>
                  <a:gd name="T0" fmla="*/ 0 w 513"/>
                  <a:gd name="T1" fmla="*/ 311 h 318"/>
                  <a:gd name="T2" fmla="*/ 8 w 513"/>
                  <a:gd name="T3" fmla="*/ 318 h 318"/>
                  <a:gd name="T4" fmla="*/ 506 w 513"/>
                  <a:gd name="T5" fmla="*/ 318 h 318"/>
                  <a:gd name="T6" fmla="*/ 513 w 513"/>
                  <a:gd name="T7" fmla="*/ 311 h 318"/>
                  <a:gd name="T8" fmla="*/ 513 w 513"/>
                  <a:gd name="T9" fmla="*/ 7 h 318"/>
                  <a:gd name="T10" fmla="*/ 506 w 513"/>
                  <a:gd name="T11" fmla="*/ 0 h 318"/>
                  <a:gd name="T12" fmla="*/ 8 w 513"/>
                  <a:gd name="T13" fmla="*/ 0 h 318"/>
                  <a:gd name="T14" fmla="*/ 0 w 513"/>
                  <a:gd name="T15" fmla="*/ 7 h 318"/>
                  <a:gd name="T16" fmla="*/ 0 w 513"/>
                  <a:gd name="T17" fmla="*/ 311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3" h="318">
                    <a:moveTo>
                      <a:pt x="0" y="311"/>
                    </a:moveTo>
                    <a:cubicBezTo>
                      <a:pt x="0" y="315"/>
                      <a:pt x="4" y="318"/>
                      <a:pt x="8" y="318"/>
                    </a:cubicBezTo>
                    <a:cubicBezTo>
                      <a:pt x="506" y="318"/>
                      <a:pt x="506" y="318"/>
                      <a:pt x="506" y="318"/>
                    </a:cubicBezTo>
                    <a:cubicBezTo>
                      <a:pt x="510" y="318"/>
                      <a:pt x="513" y="315"/>
                      <a:pt x="513" y="311"/>
                    </a:cubicBezTo>
                    <a:cubicBezTo>
                      <a:pt x="513" y="7"/>
                      <a:pt x="513" y="7"/>
                      <a:pt x="513" y="7"/>
                    </a:cubicBezTo>
                    <a:cubicBezTo>
                      <a:pt x="513" y="3"/>
                      <a:pt x="510" y="0"/>
                      <a:pt x="506" y="0"/>
                    </a:cubicBezTo>
                    <a:cubicBezTo>
                      <a:pt x="8" y="0"/>
                      <a:pt x="8" y="0"/>
                      <a:pt x="8" y="0"/>
                    </a:cubicBezTo>
                    <a:cubicBezTo>
                      <a:pt x="4" y="0"/>
                      <a:pt x="0" y="3"/>
                      <a:pt x="0" y="7"/>
                    </a:cubicBezTo>
                    <a:cubicBezTo>
                      <a:pt x="0" y="311"/>
                      <a:pt x="0" y="311"/>
                      <a:pt x="0" y="311"/>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63" name="Freeform 423"/>
              <p:cNvSpPr>
                <a:spLocks/>
              </p:cNvSpPr>
              <p:nvPr/>
            </p:nvSpPr>
            <p:spPr bwMode="auto">
              <a:xfrm>
                <a:off x="6783388" y="1831975"/>
                <a:ext cx="1047750" cy="579438"/>
              </a:xfrm>
              <a:custGeom>
                <a:avLst/>
                <a:gdLst>
                  <a:gd name="T0" fmla="*/ 0 w 433"/>
                  <a:gd name="T1" fmla="*/ 233 h 239"/>
                  <a:gd name="T2" fmla="*/ 6 w 433"/>
                  <a:gd name="T3" fmla="*/ 239 h 239"/>
                  <a:gd name="T4" fmla="*/ 427 w 433"/>
                  <a:gd name="T5" fmla="*/ 239 h 239"/>
                  <a:gd name="T6" fmla="*/ 433 w 433"/>
                  <a:gd name="T7" fmla="*/ 233 h 239"/>
                  <a:gd name="T8" fmla="*/ 433 w 433"/>
                  <a:gd name="T9" fmla="*/ 6 h 239"/>
                  <a:gd name="T10" fmla="*/ 427 w 433"/>
                  <a:gd name="T11" fmla="*/ 0 h 239"/>
                  <a:gd name="T12" fmla="*/ 6 w 433"/>
                  <a:gd name="T13" fmla="*/ 0 h 239"/>
                  <a:gd name="T14" fmla="*/ 0 w 433"/>
                  <a:gd name="T15" fmla="*/ 6 h 239"/>
                  <a:gd name="T16" fmla="*/ 0 w 433"/>
                  <a:gd name="T17" fmla="*/ 233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3" h="239">
                    <a:moveTo>
                      <a:pt x="0" y="233"/>
                    </a:moveTo>
                    <a:cubicBezTo>
                      <a:pt x="0" y="236"/>
                      <a:pt x="3" y="239"/>
                      <a:pt x="6" y="239"/>
                    </a:cubicBezTo>
                    <a:cubicBezTo>
                      <a:pt x="427" y="239"/>
                      <a:pt x="427" y="239"/>
                      <a:pt x="427" y="239"/>
                    </a:cubicBezTo>
                    <a:cubicBezTo>
                      <a:pt x="431" y="239"/>
                      <a:pt x="433" y="236"/>
                      <a:pt x="433" y="233"/>
                    </a:cubicBezTo>
                    <a:cubicBezTo>
                      <a:pt x="433" y="6"/>
                      <a:pt x="433" y="6"/>
                      <a:pt x="433" y="6"/>
                    </a:cubicBezTo>
                    <a:cubicBezTo>
                      <a:pt x="433" y="3"/>
                      <a:pt x="431" y="0"/>
                      <a:pt x="427" y="0"/>
                    </a:cubicBezTo>
                    <a:cubicBezTo>
                      <a:pt x="6" y="0"/>
                      <a:pt x="6" y="0"/>
                      <a:pt x="6" y="0"/>
                    </a:cubicBezTo>
                    <a:cubicBezTo>
                      <a:pt x="3" y="0"/>
                      <a:pt x="0" y="3"/>
                      <a:pt x="0" y="6"/>
                    </a:cubicBezTo>
                    <a:cubicBezTo>
                      <a:pt x="0" y="233"/>
                      <a:pt x="0" y="233"/>
                      <a:pt x="0" y="233"/>
                    </a:cubicBezTo>
                  </a:path>
                </a:pathLst>
              </a:custGeom>
              <a:solidFill>
                <a:srgbClr val="EC00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64" name="Rectangle 424"/>
              <p:cNvSpPr>
                <a:spLocks noChangeArrowheads="1"/>
              </p:cNvSpPr>
              <p:nvPr/>
            </p:nvSpPr>
            <p:spPr bwMode="auto">
              <a:xfrm>
                <a:off x="6865938" y="1965325"/>
                <a:ext cx="244475" cy="1190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65" name="Rectangle 425"/>
              <p:cNvSpPr>
                <a:spLocks noChangeArrowheads="1"/>
              </p:cNvSpPr>
              <p:nvPr/>
            </p:nvSpPr>
            <p:spPr bwMode="auto">
              <a:xfrm>
                <a:off x="6865938" y="1965325"/>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66" name="Rectangle 426"/>
              <p:cNvSpPr>
                <a:spLocks noChangeArrowheads="1"/>
              </p:cNvSpPr>
              <p:nvPr/>
            </p:nvSpPr>
            <p:spPr bwMode="auto">
              <a:xfrm>
                <a:off x="7119938" y="1965325"/>
                <a:ext cx="244475" cy="119063"/>
              </a:xfrm>
              <a:prstGeom prst="rect">
                <a:avLst/>
              </a:prstGeom>
              <a:solidFill>
                <a:srgbClr val="97369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67" name="Rectangle 427"/>
              <p:cNvSpPr>
                <a:spLocks noChangeArrowheads="1"/>
              </p:cNvSpPr>
              <p:nvPr/>
            </p:nvSpPr>
            <p:spPr bwMode="auto">
              <a:xfrm>
                <a:off x="7119938" y="1965325"/>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68" name="Rectangle 428"/>
              <p:cNvSpPr>
                <a:spLocks noChangeArrowheads="1"/>
              </p:cNvSpPr>
              <p:nvPr/>
            </p:nvSpPr>
            <p:spPr bwMode="auto">
              <a:xfrm>
                <a:off x="7372351" y="1965325"/>
                <a:ext cx="117475" cy="119063"/>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69" name="Rectangle 429"/>
              <p:cNvSpPr>
                <a:spLocks noChangeArrowheads="1"/>
              </p:cNvSpPr>
              <p:nvPr/>
            </p:nvSpPr>
            <p:spPr bwMode="auto">
              <a:xfrm>
                <a:off x="7372351" y="1965325"/>
                <a:ext cx="117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70" name="Rectangle 430"/>
              <p:cNvSpPr>
                <a:spLocks noChangeArrowheads="1"/>
              </p:cNvSpPr>
              <p:nvPr/>
            </p:nvSpPr>
            <p:spPr bwMode="auto">
              <a:xfrm>
                <a:off x="7497763" y="1965325"/>
                <a:ext cx="115888" cy="119063"/>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71" name="Rectangle 431"/>
              <p:cNvSpPr>
                <a:spLocks noChangeArrowheads="1"/>
              </p:cNvSpPr>
              <p:nvPr/>
            </p:nvSpPr>
            <p:spPr bwMode="auto">
              <a:xfrm>
                <a:off x="7497763" y="1965325"/>
                <a:ext cx="115888"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72" name="Rectangle 432"/>
              <p:cNvSpPr>
                <a:spLocks noChangeArrowheads="1"/>
              </p:cNvSpPr>
              <p:nvPr/>
            </p:nvSpPr>
            <p:spPr bwMode="auto">
              <a:xfrm>
                <a:off x="7372351" y="2090738"/>
                <a:ext cx="117475" cy="119063"/>
              </a:xfrm>
              <a:prstGeom prst="rect">
                <a:avLst/>
              </a:prstGeom>
              <a:solidFill>
                <a:srgbClr val="97369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73" name="Rectangle 433"/>
              <p:cNvSpPr>
                <a:spLocks noChangeArrowheads="1"/>
              </p:cNvSpPr>
              <p:nvPr/>
            </p:nvSpPr>
            <p:spPr bwMode="auto">
              <a:xfrm>
                <a:off x="7372351" y="2090738"/>
                <a:ext cx="117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74" name="Rectangle 434"/>
              <p:cNvSpPr>
                <a:spLocks noChangeArrowheads="1"/>
              </p:cNvSpPr>
              <p:nvPr/>
            </p:nvSpPr>
            <p:spPr bwMode="auto">
              <a:xfrm>
                <a:off x="6865938" y="2090738"/>
                <a:ext cx="119063" cy="119063"/>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75" name="Rectangle 435"/>
              <p:cNvSpPr>
                <a:spLocks noChangeArrowheads="1"/>
              </p:cNvSpPr>
              <p:nvPr/>
            </p:nvSpPr>
            <p:spPr bwMode="auto">
              <a:xfrm>
                <a:off x="6865938" y="2090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76" name="Rectangle 436"/>
              <p:cNvSpPr>
                <a:spLocks noChangeArrowheads="1"/>
              </p:cNvSpPr>
              <p:nvPr/>
            </p:nvSpPr>
            <p:spPr bwMode="auto">
              <a:xfrm>
                <a:off x="6865938" y="2217738"/>
                <a:ext cx="119063" cy="119063"/>
              </a:xfrm>
              <a:prstGeom prst="rect">
                <a:avLst/>
              </a:prstGeom>
              <a:solidFill>
                <a:srgbClr val="00AD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77" name="Rectangle 437"/>
              <p:cNvSpPr>
                <a:spLocks noChangeArrowheads="1"/>
              </p:cNvSpPr>
              <p:nvPr/>
            </p:nvSpPr>
            <p:spPr bwMode="auto">
              <a:xfrm>
                <a:off x="6865938" y="2217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78" name="Rectangle 438"/>
              <p:cNvSpPr>
                <a:spLocks noChangeArrowheads="1"/>
              </p:cNvSpPr>
              <p:nvPr/>
            </p:nvSpPr>
            <p:spPr bwMode="auto">
              <a:xfrm>
                <a:off x="6994526" y="2217738"/>
                <a:ext cx="119063" cy="119063"/>
              </a:xfrm>
              <a:prstGeom prst="rect">
                <a:avLst/>
              </a:prstGeom>
              <a:solidFill>
                <a:srgbClr val="97369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79" name="Rectangle 439"/>
              <p:cNvSpPr>
                <a:spLocks noChangeArrowheads="1"/>
              </p:cNvSpPr>
              <p:nvPr/>
            </p:nvSpPr>
            <p:spPr bwMode="auto">
              <a:xfrm>
                <a:off x="6994526" y="2217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80" name="Rectangle 440"/>
              <p:cNvSpPr>
                <a:spLocks noChangeArrowheads="1"/>
              </p:cNvSpPr>
              <p:nvPr/>
            </p:nvSpPr>
            <p:spPr bwMode="auto">
              <a:xfrm>
                <a:off x="7119938" y="2090738"/>
                <a:ext cx="244475" cy="119063"/>
              </a:xfrm>
              <a:prstGeom prst="rect">
                <a:avLst/>
              </a:prstGeom>
              <a:solidFill>
                <a:srgbClr val="F9F7F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81" name="Rectangle 441"/>
              <p:cNvSpPr>
                <a:spLocks noChangeArrowheads="1"/>
              </p:cNvSpPr>
              <p:nvPr/>
            </p:nvSpPr>
            <p:spPr bwMode="auto">
              <a:xfrm>
                <a:off x="7119938" y="2090738"/>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82" name="Rectangle 442"/>
              <p:cNvSpPr>
                <a:spLocks noChangeArrowheads="1"/>
              </p:cNvSpPr>
              <p:nvPr/>
            </p:nvSpPr>
            <p:spPr bwMode="auto">
              <a:xfrm>
                <a:off x="7119938" y="2217738"/>
                <a:ext cx="244475" cy="119063"/>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83" name="Rectangle 443"/>
              <p:cNvSpPr>
                <a:spLocks noChangeArrowheads="1"/>
              </p:cNvSpPr>
              <p:nvPr/>
            </p:nvSpPr>
            <p:spPr bwMode="auto">
              <a:xfrm>
                <a:off x="7119938" y="2217738"/>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84" name="Rectangle 444"/>
              <p:cNvSpPr>
                <a:spLocks noChangeArrowheads="1"/>
              </p:cNvSpPr>
              <p:nvPr/>
            </p:nvSpPr>
            <p:spPr bwMode="auto">
              <a:xfrm>
                <a:off x="7369176" y="2297113"/>
                <a:ext cx="244475" cy="396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85" name="Rectangle 445"/>
              <p:cNvSpPr>
                <a:spLocks noChangeArrowheads="1"/>
              </p:cNvSpPr>
              <p:nvPr/>
            </p:nvSpPr>
            <p:spPr bwMode="auto">
              <a:xfrm>
                <a:off x="7369176" y="2297113"/>
                <a:ext cx="244475" cy="3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86" name="Rectangle 446"/>
              <p:cNvSpPr>
                <a:spLocks noChangeArrowheads="1"/>
              </p:cNvSpPr>
              <p:nvPr/>
            </p:nvSpPr>
            <p:spPr bwMode="auto">
              <a:xfrm>
                <a:off x="7369176" y="2217738"/>
                <a:ext cx="244475" cy="79375"/>
              </a:xfrm>
              <a:prstGeom prst="rect">
                <a:avLst/>
              </a:prstGeom>
              <a:solidFill>
                <a:srgbClr val="00AD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87" name="Rectangle 447"/>
              <p:cNvSpPr>
                <a:spLocks noChangeArrowheads="1"/>
              </p:cNvSpPr>
              <p:nvPr/>
            </p:nvSpPr>
            <p:spPr bwMode="auto">
              <a:xfrm>
                <a:off x="7369176" y="2217738"/>
                <a:ext cx="244475" cy="7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88" name="Rectangle 448"/>
              <p:cNvSpPr>
                <a:spLocks noChangeArrowheads="1"/>
              </p:cNvSpPr>
              <p:nvPr/>
            </p:nvSpPr>
            <p:spPr bwMode="auto">
              <a:xfrm>
                <a:off x="7497763" y="2090738"/>
                <a:ext cx="115888" cy="119063"/>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89" name="Rectangle 449"/>
              <p:cNvSpPr>
                <a:spLocks noChangeArrowheads="1"/>
              </p:cNvSpPr>
              <p:nvPr/>
            </p:nvSpPr>
            <p:spPr bwMode="auto">
              <a:xfrm>
                <a:off x="7497763" y="2090738"/>
                <a:ext cx="115888"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90" name="Rectangle 450"/>
              <p:cNvSpPr>
                <a:spLocks noChangeArrowheads="1"/>
              </p:cNvSpPr>
              <p:nvPr/>
            </p:nvSpPr>
            <p:spPr bwMode="auto">
              <a:xfrm>
                <a:off x="7667626" y="2090738"/>
                <a:ext cx="115888" cy="119063"/>
              </a:xfrm>
              <a:prstGeom prst="rect">
                <a:avLst/>
              </a:prstGeom>
              <a:solidFill>
                <a:srgbClr val="6DC2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91" name="Rectangle 451"/>
              <p:cNvSpPr>
                <a:spLocks noChangeArrowheads="1"/>
              </p:cNvSpPr>
              <p:nvPr/>
            </p:nvSpPr>
            <p:spPr bwMode="auto">
              <a:xfrm>
                <a:off x="7667626" y="2090738"/>
                <a:ext cx="115888"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92" name="Rectangle 452"/>
              <p:cNvSpPr>
                <a:spLocks noChangeArrowheads="1"/>
              </p:cNvSpPr>
              <p:nvPr/>
            </p:nvSpPr>
            <p:spPr bwMode="auto">
              <a:xfrm>
                <a:off x="7667626" y="2217738"/>
                <a:ext cx="115888" cy="1190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93" name="Rectangle 453"/>
              <p:cNvSpPr>
                <a:spLocks noChangeArrowheads="1"/>
              </p:cNvSpPr>
              <p:nvPr/>
            </p:nvSpPr>
            <p:spPr bwMode="auto">
              <a:xfrm>
                <a:off x="7667626" y="2217738"/>
                <a:ext cx="115888"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94" name="Rectangle 454"/>
              <p:cNvSpPr>
                <a:spLocks noChangeArrowheads="1"/>
              </p:cNvSpPr>
              <p:nvPr/>
            </p:nvSpPr>
            <p:spPr bwMode="auto">
              <a:xfrm>
                <a:off x="7789863" y="2090738"/>
                <a:ext cx="41275" cy="119063"/>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95" name="Rectangle 455"/>
              <p:cNvSpPr>
                <a:spLocks noChangeArrowheads="1"/>
              </p:cNvSpPr>
              <p:nvPr/>
            </p:nvSpPr>
            <p:spPr bwMode="auto">
              <a:xfrm>
                <a:off x="7789863" y="2217738"/>
                <a:ext cx="41275" cy="119063"/>
              </a:xfrm>
              <a:prstGeom prst="rect">
                <a:avLst/>
              </a:prstGeom>
              <a:solidFill>
                <a:srgbClr val="B01E4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96" name="Rectangle 456"/>
              <p:cNvSpPr>
                <a:spLocks noChangeArrowheads="1"/>
              </p:cNvSpPr>
              <p:nvPr/>
            </p:nvSpPr>
            <p:spPr bwMode="auto">
              <a:xfrm>
                <a:off x="7789863" y="2217738"/>
                <a:ext cx="412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97" name="Rectangle 457"/>
              <p:cNvSpPr>
                <a:spLocks noChangeArrowheads="1"/>
              </p:cNvSpPr>
              <p:nvPr/>
            </p:nvSpPr>
            <p:spPr bwMode="auto">
              <a:xfrm>
                <a:off x="7667626" y="1965325"/>
                <a:ext cx="163513" cy="119063"/>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98" name="Freeform 458"/>
              <p:cNvSpPr>
                <a:spLocks/>
              </p:cNvSpPr>
              <p:nvPr/>
            </p:nvSpPr>
            <p:spPr bwMode="auto">
              <a:xfrm>
                <a:off x="6991351" y="2090738"/>
                <a:ext cx="119063" cy="119063"/>
              </a:xfrm>
              <a:custGeom>
                <a:avLst/>
                <a:gdLst>
                  <a:gd name="T0" fmla="*/ 38 w 75"/>
                  <a:gd name="T1" fmla="*/ 0 h 75"/>
                  <a:gd name="T2" fmla="*/ 0 w 75"/>
                  <a:gd name="T3" fmla="*/ 0 h 75"/>
                  <a:gd name="T4" fmla="*/ 0 w 75"/>
                  <a:gd name="T5" fmla="*/ 39 h 75"/>
                  <a:gd name="T6" fmla="*/ 0 w 75"/>
                  <a:gd name="T7" fmla="*/ 75 h 75"/>
                  <a:gd name="T8" fmla="*/ 38 w 75"/>
                  <a:gd name="T9" fmla="*/ 75 h 75"/>
                  <a:gd name="T10" fmla="*/ 75 w 75"/>
                  <a:gd name="T11" fmla="*/ 75 h 75"/>
                  <a:gd name="T12" fmla="*/ 75 w 75"/>
                  <a:gd name="T13" fmla="*/ 39 h 75"/>
                  <a:gd name="T14" fmla="*/ 75 w 75"/>
                  <a:gd name="T15" fmla="*/ 0 h 75"/>
                  <a:gd name="T16" fmla="*/ 38 w 75"/>
                  <a:gd name="T1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75">
                    <a:moveTo>
                      <a:pt x="38" y="0"/>
                    </a:moveTo>
                    <a:lnTo>
                      <a:pt x="0" y="0"/>
                    </a:lnTo>
                    <a:lnTo>
                      <a:pt x="0" y="39"/>
                    </a:lnTo>
                    <a:lnTo>
                      <a:pt x="0" y="75"/>
                    </a:lnTo>
                    <a:lnTo>
                      <a:pt x="38" y="75"/>
                    </a:lnTo>
                    <a:lnTo>
                      <a:pt x="75" y="75"/>
                    </a:lnTo>
                    <a:lnTo>
                      <a:pt x="75" y="39"/>
                    </a:lnTo>
                    <a:lnTo>
                      <a:pt x="75" y="0"/>
                    </a:lnTo>
                    <a:lnTo>
                      <a:pt x="38" y="0"/>
                    </a:lnTo>
                    <a:close/>
                  </a:path>
                </a:pathLst>
              </a:custGeom>
              <a:solidFill>
                <a:srgbClr val="00AD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499" name="Freeform 459"/>
              <p:cNvSpPr>
                <a:spLocks/>
              </p:cNvSpPr>
              <p:nvPr/>
            </p:nvSpPr>
            <p:spPr bwMode="auto">
              <a:xfrm>
                <a:off x="6991351" y="2090738"/>
                <a:ext cx="119063" cy="119063"/>
              </a:xfrm>
              <a:custGeom>
                <a:avLst/>
                <a:gdLst>
                  <a:gd name="T0" fmla="*/ 38 w 75"/>
                  <a:gd name="T1" fmla="*/ 0 h 75"/>
                  <a:gd name="T2" fmla="*/ 0 w 75"/>
                  <a:gd name="T3" fmla="*/ 0 h 75"/>
                  <a:gd name="T4" fmla="*/ 0 w 75"/>
                  <a:gd name="T5" fmla="*/ 39 h 75"/>
                  <a:gd name="T6" fmla="*/ 0 w 75"/>
                  <a:gd name="T7" fmla="*/ 75 h 75"/>
                  <a:gd name="T8" fmla="*/ 38 w 75"/>
                  <a:gd name="T9" fmla="*/ 75 h 75"/>
                  <a:gd name="T10" fmla="*/ 75 w 75"/>
                  <a:gd name="T11" fmla="*/ 75 h 75"/>
                  <a:gd name="T12" fmla="*/ 75 w 75"/>
                  <a:gd name="T13" fmla="*/ 39 h 75"/>
                  <a:gd name="T14" fmla="*/ 75 w 75"/>
                  <a:gd name="T15" fmla="*/ 0 h 75"/>
                  <a:gd name="T16" fmla="*/ 38 w 75"/>
                  <a:gd name="T1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75">
                    <a:moveTo>
                      <a:pt x="38" y="0"/>
                    </a:moveTo>
                    <a:lnTo>
                      <a:pt x="0" y="0"/>
                    </a:lnTo>
                    <a:lnTo>
                      <a:pt x="0" y="39"/>
                    </a:lnTo>
                    <a:lnTo>
                      <a:pt x="0" y="75"/>
                    </a:lnTo>
                    <a:lnTo>
                      <a:pt x="38" y="75"/>
                    </a:lnTo>
                    <a:lnTo>
                      <a:pt x="75" y="75"/>
                    </a:lnTo>
                    <a:lnTo>
                      <a:pt x="75" y="39"/>
                    </a:lnTo>
                    <a:lnTo>
                      <a:pt x="75" y="0"/>
                    </a:lnTo>
                    <a:lnTo>
                      <a:pt x="3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00" name="Rectangle 460"/>
              <p:cNvSpPr>
                <a:spLocks noChangeArrowheads="1"/>
              </p:cNvSpPr>
              <p:nvPr/>
            </p:nvSpPr>
            <p:spPr bwMode="auto">
              <a:xfrm>
                <a:off x="7780338" y="1870075"/>
                <a:ext cx="31750" cy="31750"/>
              </a:xfrm>
              <a:prstGeom prst="rect">
                <a:avLst/>
              </a:prstGeom>
              <a:solidFill>
                <a:srgbClr val="00AD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01" name="Rectangle 461"/>
              <p:cNvSpPr>
                <a:spLocks noChangeArrowheads="1"/>
              </p:cNvSpPr>
              <p:nvPr/>
            </p:nvSpPr>
            <p:spPr bwMode="auto">
              <a:xfrm>
                <a:off x="6865938" y="1868488"/>
                <a:ext cx="20903" cy="38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3952">
                  <a:defRPr/>
                </a:pPr>
                <a:r>
                  <a:rPr lang="en-US" altLang="en-US" sz="288">
                    <a:solidFill>
                      <a:srgbClr val="FFFFFF"/>
                    </a:solidFill>
                    <a:latin typeface="Segoe Light" charset="0"/>
                  </a:rPr>
                  <a:t>S</a:t>
                </a:r>
                <a:endParaRPr lang="en-US" altLang="en-US" sz="1729">
                  <a:solidFill>
                    <a:srgbClr val="404040"/>
                  </a:solidFill>
                </a:endParaRPr>
              </a:p>
            </p:txBody>
          </p:sp>
          <p:sp>
            <p:nvSpPr>
              <p:cNvPr id="502" name="Rectangle 462"/>
              <p:cNvSpPr>
                <a:spLocks noChangeArrowheads="1"/>
              </p:cNvSpPr>
              <p:nvPr/>
            </p:nvSpPr>
            <p:spPr bwMode="auto">
              <a:xfrm>
                <a:off x="6888163" y="1868488"/>
                <a:ext cx="8361" cy="38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3952">
                  <a:defRPr/>
                </a:pPr>
                <a:r>
                  <a:rPr lang="en-US" altLang="en-US" sz="288">
                    <a:solidFill>
                      <a:srgbClr val="FFFFFF"/>
                    </a:solidFill>
                    <a:latin typeface="Segoe Light" charset="0"/>
                  </a:rPr>
                  <a:t>t</a:t>
                </a:r>
                <a:endParaRPr lang="en-US" altLang="en-US" sz="1729">
                  <a:solidFill>
                    <a:srgbClr val="404040"/>
                  </a:solidFill>
                </a:endParaRPr>
              </a:p>
            </p:txBody>
          </p:sp>
          <p:sp>
            <p:nvSpPr>
              <p:cNvPr id="503" name="Rectangle 463"/>
              <p:cNvSpPr>
                <a:spLocks noChangeArrowheads="1"/>
              </p:cNvSpPr>
              <p:nvPr/>
            </p:nvSpPr>
            <p:spPr bwMode="auto">
              <a:xfrm>
                <a:off x="6902451" y="1868488"/>
                <a:ext cx="18116" cy="38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3952">
                  <a:defRPr/>
                </a:pPr>
                <a:r>
                  <a:rPr lang="en-US" altLang="en-US" sz="288">
                    <a:solidFill>
                      <a:srgbClr val="FFFFFF"/>
                    </a:solidFill>
                    <a:latin typeface="Segoe Light" charset="0"/>
                  </a:rPr>
                  <a:t>a</a:t>
                </a:r>
                <a:endParaRPr lang="en-US" altLang="en-US" sz="1729">
                  <a:solidFill>
                    <a:srgbClr val="404040"/>
                  </a:solidFill>
                </a:endParaRPr>
              </a:p>
            </p:txBody>
          </p:sp>
          <p:sp>
            <p:nvSpPr>
              <p:cNvPr id="504" name="Rectangle 464"/>
              <p:cNvSpPr>
                <a:spLocks noChangeArrowheads="1"/>
              </p:cNvSpPr>
              <p:nvPr/>
            </p:nvSpPr>
            <p:spPr bwMode="auto">
              <a:xfrm>
                <a:off x="6923088" y="1868488"/>
                <a:ext cx="11148" cy="38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3952">
                  <a:defRPr/>
                </a:pPr>
                <a:r>
                  <a:rPr lang="en-US" altLang="en-US" sz="288">
                    <a:solidFill>
                      <a:srgbClr val="FFFFFF"/>
                    </a:solidFill>
                    <a:latin typeface="Segoe Light" charset="0"/>
                  </a:rPr>
                  <a:t>r</a:t>
                </a:r>
                <a:endParaRPr lang="en-US" altLang="en-US" sz="1729">
                  <a:solidFill>
                    <a:srgbClr val="404040"/>
                  </a:solidFill>
                </a:endParaRPr>
              </a:p>
            </p:txBody>
          </p:sp>
          <p:sp>
            <p:nvSpPr>
              <p:cNvPr id="505" name="Rectangle 465"/>
              <p:cNvSpPr>
                <a:spLocks noChangeArrowheads="1"/>
              </p:cNvSpPr>
              <p:nvPr/>
            </p:nvSpPr>
            <p:spPr bwMode="auto">
              <a:xfrm>
                <a:off x="6940551" y="1868488"/>
                <a:ext cx="8361" cy="38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3952">
                  <a:defRPr/>
                </a:pPr>
                <a:r>
                  <a:rPr lang="en-US" altLang="en-US" sz="288">
                    <a:solidFill>
                      <a:srgbClr val="FFFFFF"/>
                    </a:solidFill>
                    <a:latin typeface="Segoe Light" charset="0"/>
                  </a:rPr>
                  <a:t>t</a:t>
                </a:r>
                <a:endParaRPr lang="en-US" altLang="en-US" sz="1729">
                  <a:solidFill>
                    <a:srgbClr val="404040"/>
                  </a:solidFill>
                </a:endParaRPr>
              </a:p>
            </p:txBody>
          </p:sp>
          <p:sp>
            <p:nvSpPr>
              <p:cNvPr id="506" name="Freeform 466"/>
              <p:cNvSpPr>
                <a:spLocks/>
              </p:cNvSpPr>
              <p:nvPr/>
            </p:nvSpPr>
            <p:spPr bwMode="auto">
              <a:xfrm>
                <a:off x="6686551" y="1739900"/>
                <a:ext cx="1241425" cy="771525"/>
              </a:xfrm>
              <a:custGeom>
                <a:avLst/>
                <a:gdLst>
                  <a:gd name="T0" fmla="*/ 209 w 513"/>
                  <a:gd name="T1" fmla="*/ 0 h 318"/>
                  <a:gd name="T2" fmla="*/ 8 w 513"/>
                  <a:gd name="T3" fmla="*/ 0 h 318"/>
                  <a:gd name="T4" fmla="*/ 0 w 513"/>
                  <a:gd name="T5" fmla="*/ 7 h 318"/>
                  <a:gd name="T6" fmla="*/ 0 w 513"/>
                  <a:gd name="T7" fmla="*/ 311 h 318"/>
                  <a:gd name="T8" fmla="*/ 8 w 513"/>
                  <a:gd name="T9" fmla="*/ 318 h 318"/>
                  <a:gd name="T10" fmla="*/ 506 w 513"/>
                  <a:gd name="T11" fmla="*/ 318 h 318"/>
                  <a:gd name="T12" fmla="*/ 513 w 513"/>
                  <a:gd name="T13" fmla="*/ 311 h 318"/>
                  <a:gd name="T14" fmla="*/ 513 w 513"/>
                  <a:gd name="T15" fmla="*/ 304 h 318"/>
                  <a:gd name="T16" fmla="*/ 473 w 513"/>
                  <a:gd name="T17" fmla="*/ 264 h 318"/>
                  <a:gd name="T18" fmla="*/ 473 w 513"/>
                  <a:gd name="T19" fmla="*/ 271 h 318"/>
                  <a:gd name="T20" fmla="*/ 467 w 513"/>
                  <a:gd name="T21" fmla="*/ 277 h 318"/>
                  <a:gd name="T22" fmla="*/ 46 w 513"/>
                  <a:gd name="T23" fmla="*/ 277 h 318"/>
                  <a:gd name="T24" fmla="*/ 40 w 513"/>
                  <a:gd name="T25" fmla="*/ 271 h 318"/>
                  <a:gd name="T26" fmla="*/ 40 w 513"/>
                  <a:gd name="T27" fmla="*/ 44 h 318"/>
                  <a:gd name="T28" fmla="*/ 46 w 513"/>
                  <a:gd name="T29" fmla="*/ 38 h 318"/>
                  <a:gd name="T30" fmla="*/ 248 w 513"/>
                  <a:gd name="T31" fmla="*/ 38 h 318"/>
                  <a:gd name="T32" fmla="*/ 209 w 513"/>
                  <a:gd name="T33" fmla="*/ 0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3" h="318">
                    <a:moveTo>
                      <a:pt x="209" y="0"/>
                    </a:moveTo>
                    <a:cubicBezTo>
                      <a:pt x="8" y="0"/>
                      <a:pt x="8" y="0"/>
                      <a:pt x="8" y="0"/>
                    </a:cubicBezTo>
                    <a:cubicBezTo>
                      <a:pt x="4" y="0"/>
                      <a:pt x="0" y="3"/>
                      <a:pt x="0" y="7"/>
                    </a:cubicBezTo>
                    <a:cubicBezTo>
                      <a:pt x="0" y="311"/>
                      <a:pt x="0" y="311"/>
                      <a:pt x="0" y="311"/>
                    </a:cubicBezTo>
                    <a:cubicBezTo>
                      <a:pt x="0" y="315"/>
                      <a:pt x="4" y="318"/>
                      <a:pt x="8" y="318"/>
                    </a:cubicBezTo>
                    <a:cubicBezTo>
                      <a:pt x="506" y="318"/>
                      <a:pt x="506" y="318"/>
                      <a:pt x="506" y="318"/>
                    </a:cubicBezTo>
                    <a:cubicBezTo>
                      <a:pt x="510" y="318"/>
                      <a:pt x="513" y="315"/>
                      <a:pt x="513" y="311"/>
                    </a:cubicBezTo>
                    <a:cubicBezTo>
                      <a:pt x="513" y="304"/>
                      <a:pt x="513" y="304"/>
                      <a:pt x="513" y="304"/>
                    </a:cubicBezTo>
                    <a:cubicBezTo>
                      <a:pt x="473" y="264"/>
                      <a:pt x="473" y="264"/>
                      <a:pt x="473" y="264"/>
                    </a:cubicBezTo>
                    <a:cubicBezTo>
                      <a:pt x="473" y="271"/>
                      <a:pt x="473" y="271"/>
                      <a:pt x="473" y="271"/>
                    </a:cubicBezTo>
                    <a:cubicBezTo>
                      <a:pt x="473" y="274"/>
                      <a:pt x="471" y="277"/>
                      <a:pt x="467" y="277"/>
                    </a:cubicBezTo>
                    <a:cubicBezTo>
                      <a:pt x="46" y="277"/>
                      <a:pt x="46" y="277"/>
                      <a:pt x="46" y="277"/>
                    </a:cubicBezTo>
                    <a:cubicBezTo>
                      <a:pt x="43" y="277"/>
                      <a:pt x="40" y="274"/>
                      <a:pt x="40" y="271"/>
                    </a:cubicBezTo>
                    <a:cubicBezTo>
                      <a:pt x="40" y="44"/>
                      <a:pt x="40" y="44"/>
                      <a:pt x="40" y="44"/>
                    </a:cubicBezTo>
                    <a:cubicBezTo>
                      <a:pt x="40" y="41"/>
                      <a:pt x="43" y="38"/>
                      <a:pt x="46" y="38"/>
                    </a:cubicBezTo>
                    <a:cubicBezTo>
                      <a:pt x="248" y="38"/>
                      <a:pt x="248" y="38"/>
                      <a:pt x="248" y="38"/>
                    </a:cubicBezTo>
                    <a:cubicBezTo>
                      <a:pt x="209" y="0"/>
                      <a:pt x="209" y="0"/>
                      <a:pt x="209" y="0"/>
                    </a:cubicBezTo>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07" name="Freeform 467"/>
              <p:cNvSpPr>
                <a:spLocks noEditPoints="1"/>
              </p:cNvSpPr>
              <p:nvPr/>
            </p:nvSpPr>
            <p:spPr bwMode="auto">
              <a:xfrm>
                <a:off x="6783388" y="1831975"/>
                <a:ext cx="1047750" cy="579438"/>
              </a:xfrm>
              <a:custGeom>
                <a:avLst/>
                <a:gdLst>
                  <a:gd name="T0" fmla="*/ 242 w 433"/>
                  <a:gd name="T1" fmla="*/ 192 h 239"/>
                  <a:gd name="T2" fmla="*/ 343 w 433"/>
                  <a:gd name="T3" fmla="*/ 208 h 239"/>
                  <a:gd name="T4" fmla="*/ 34 w 433"/>
                  <a:gd name="T5" fmla="*/ 208 h 239"/>
                  <a:gd name="T6" fmla="*/ 83 w 433"/>
                  <a:gd name="T7" fmla="*/ 159 h 239"/>
                  <a:gd name="T8" fmla="*/ 34 w 433"/>
                  <a:gd name="T9" fmla="*/ 208 h 239"/>
                  <a:gd name="T10" fmla="*/ 87 w 433"/>
                  <a:gd name="T11" fmla="*/ 159 h 239"/>
                  <a:gd name="T12" fmla="*/ 136 w 433"/>
                  <a:gd name="T13" fmla="*/ 208 h 239"/>
                  <a:gd name="T14" fmla="*/ 139 w 433"/>
                  <a:gd name="T15" fmla="*/ 208 h 239"/>
                  <a:gd name="T16" fmla="*/ 240 w 433"/>
                  <a:gd name="T17" fmla="*/ 159 h 239"/>
                  <a:gd name="T18" fmla="*/ 139 w 433"/>
                  <a:gd name="T19" fmla="*/ 208 h 239"/>
                  <a:gd name="T20" fmla="*/ 242 w 433"/>
                  <a:gd name="T21" fmla="*/ 159 h 239"/>
                  <a:gd name="T22" fmla="*/ 343 w 433"/>
                  <a:gd name="T23" fmla="*/ 192 h 239"/>
                  <a:gd name="T24" fmla="*/ 34 w 433"/>
                  <a:gd name="T25" fmla="*/ 156 h 239"/>
                  <a:gd name="T26" fmla="*/ 83 w 433"/>
                  <a:gd name="T27" fmla="*/ 107 h 239"/>
                  <a:gd name="T28" fmla="*/ 34 w 433"/>
                  <a:gd name="T29" fmla="*/ 156 h 239"/>
                  <a:gd name="T30" fmla="*/ 86 w 433"/>
                  <a:gd name="T31" fmla="*/ 132 h 239"/>
                  <a:gd name="T32" fmla="*/ 111 w 433"/>
                  <a:gd name="T33" fmla="*/ 107 h 239"/>
                  <a:gd name="T34" fmla="*/ 135 w 433"/>
                  <a:gd name="T35" fmla="*/ 132 h 239"/>
                  <a:gd name="T36" fmla="*/ 111 w 433"/>
                  <a:gd name="T37" fmla="*/ 156 h 239"/>
                  <a:gd name="T38" fmla="*/ 139 w 433"/>
                  <a:gd name="T39" fmla="*/ 156 h 239"/>
                  <a:gd name="T40" fmla="*/ 240 w 433"/>
                  <a:gd name="T41" fmla="*/ 107 h 239"/>
                  <a:gd name="T42" fmla="*/ 139 w 433"/>
                  <a:gd name="T43" fmla="*/ 156 h 239"/>
                  <a:gd name="T44" fmla="*/ 243 w 433"/>
                  <a:gd name="T45" fmla="*/ 107 h 239"/>
                  <a:gd name="T46" fmla="*/ 292 w 433"/>
                  <a:gd name="T47" fmla="*/ 156 h 239"/>
                  <a:gd name="T48" fmla="*/ 34 w 433"/>
                  <a:gd name="T49" fmla="*/ 104 h 239"/>
                  <a:gd name="T50" fmla="*/ 135 w 433"/>
                  <a:gd name="T51" fmla="*/ 55 h 239"/>
                  <a:gd name="T52" fmla="*/ 34 w 433"/>
                  <a:gd name="T53" fmla="*/ 104 h 239"/>
                  <a:gd name="T54" fmla="*/ 139 w 433"/>
                  <a:gd name="T55" fmla="*/ 55 h 239"/>
                  <a:gd name="T56" fmla="*/ 240 w 433"/>
                  <a:gd name="T57" fmla="*/ 104 h 239"/>
                  <a:gd name="T58" fmla="*/ 35 w 433"/>
                  <a:gd name="T59" fmla="*/ 30 h 239"/>
                  <a:gd name="T60" fmla="*/ 70 w 433"/>
                  <a:gd name="T61" fmla="*/ 17 h 239"/>
                  <a:gd name="T62" fmla="*/ 35 w 433"/>
                  <a:gd name="T63" fmla="*/ 30 h 239"/>
                  <a:gd name="T64" fmla="*/ 6 w 433"/>
                  <a:gd name="T65" fmla="*/ 0 h 239"/>
                  <a:gd name="T66" fmla="*/ 0 w 433"/>
                  <a:gd name="T67" fmla="*/ 233 h 239"/>
                  <a:gd name="T68" fmla="*/ 427 w 433"/>
                  <a:gd name="T69" fmla="*/ 239 h 239"/>
                  <a:gd name="T70" fmla="*/ 433 w 433"/>
                  <a:gd name="T71" fmla="*/ 226 h 239"/>
                  <a:gd name="T72" fmla="*/ 413 w 433"/>
                  <a:gd name="T73" fmla="*/ 208 h 239"/>
                  <a:gd name="T74" fmla="*/ 365 w 433"/>
                  <a:gd name="T75" fmla="*/ 159 h 239"/>
                  <a:gd name="T76" fmla="*/ 343 w 433"/>
                  <a:gd name="T77" fmla="*/ 136 h 239"/>
                  <a:gd name="T78" fmla="*/ 295 w 433"/>
                  <a:gd name="T79" fmla="*/ 156 h 239"/>
                  <a:gd name="T80" fmla="*/ 315 w 433"/>
                  <a:gd name="T81" fmla="*/ 107 h 239"/>
                  <a:gd name="T82" fmla="*/ 295 w 433"/>
                  <a:gd name="T83" fmla="*/ 104 h 239"/>
                  <a:gd name="T84" fmla="*/ 292 w 433"/>
                  <a:gd name="T85" fmla="*/ 84 h 239"/>
                  <a:gd name="T86" fmla="*/ 243 w 433"/>
                  <a:gd name="T87" fmla="*/ 104 h 239"/>
                  <a:gd name="T88" fmla="*/ 263 w 433"/>
                  <a:gd name="T89" fmla="*/ 55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33" h="239">
                    <a:moveTo>
                      <a:pt x="242" y="208"/>
                    </a:moveTo>
                    <a:cubicBezTo>
                      <a:pt x="242" y="192"/>
                      <a:pt x="242" y="192"/>
                      <a:pt x="242" y="192"/>
                    </a:cubicBezTo>
                    <a:cubicBezTo>
                      <a:pt x="343" y="192"/>
                      <a:pt x="343" y="192"/>
                      <a:pt x="343" y="192"/>
                    </a:cubicBezTo>
                    <a:cubicBezTo>
                      <a:pt x="343" y="208"/>
                      <a:pt x="343" y="208"/>
                      <a:pt x="343" y="208"/>
                    </a:cubicBezTo>
                    <a:cubicBezTo>
                      <a:pt x="242" y="208"/>
                      <a:pt x="242" y="208"/>
                      <a:pt x="242" y="208"/>
                    </a:cubicBezTo>
                    <a:moveTo>
                      <a:pt x="34" y="208"/>
                    </a:moveTo>
                    <a:cubicBezTo>
                      <a:pt x="34" y="159"/>
                      <a:pt x="34" y="159"/>
                      <a:pt x="34" y="159"/>
                    </a:cubicBezTo>
                    <a:cubicBezTo>
                      <a:pt x="83" y="159"/>
                      <a:pt x="83" y="159"/>
                      <a:pt x="83" y="159"/>
                    </a:cubicBezTo>
                    <a:cubicBezTo>
                      <a:pt x="83" y="208"/>
                      <a:pt x="83" y="208"/>
                      <a:pt x="83" y="208"/>
                    </a:cubicBezTo>
                    <a:cubicBezTo>
                      <a:pt x="34" y="208"/>
                      <a:pt x="34" y="208"/>
                      <a:pt x="34" y="208"/>
                    </a:cubicBezTo>
                    <a:moveTo>
                      <a:pt x="87" y="208"/>
                    </a:moveTo>
                    <a:cubicBezTo>
                      <a:pt x="87" y="159"/>
                      <a:pt x="87" y="159"/>
                      <a:pt x="87" y="159"/>
                    </a:cubicBezTo>
                    <a:cubicBezTo>
                      <a:pt x="136" y="159"/>
                      <a:pt x="136" y="159"/>
                      <a:pt x="136" y="159"/>
                    </a:cubicBezTo>
                    <a:cubicBezTo>
                      <a:pt x="136" y="208"/>
                      <a:pt x="136" y="208"/>
                      <a:pt x="136" y="208"/>
                    </a:cubicBezTo>
                    <a:cubicBezTo>
                      <a:pt x="87" y="208"/>
                      <a:pt x="87" y="208"/>
                      <a:pt x="87" y="208"/>
                    </a:cubicBezTo>
                    <a:moveTo>
                      <a:pt x="139" y="208"/>
                    </a:moveTo>
                    <a:cubicBezTo>
                      <a:pt x="139" y="159"/>
                      <a:pt x="139" y="159"/>
                      <a:pt x="139" y="159"/>
                    </a:cubicBezTo>
                    <a:cubicBezTo>
                      <a:pt x="240" y="159"/>
                      <a:pt x="240" y="159"/>
                      <a:pt x="240" y="159"/>
                    </a:cubicBezTo>
                    <a:cubicBezTo>
                      <a:pt x="240" y="208"/>
                      <a:pt x="240" y="208"/>
                      <a:pt x="240" y="208"/>
                    </a:cubicBezTo>
                    <a:cubicBezTo>
                      <a:pt x="139" y="208"/>
                      <a:pt x="139" y="208"/>
                      <a:pt x="139" y="208"/>
                    </a:cubicBezTo>
                    <a:moveTo>
                      <a:pt x="242" y="192"/>
                    </a:moveTo>
                    <a:cubicBezTo>
                      <a:pt x="242" y="159"/>
                      <a:pt x="242" y="159"/>
                      <a:pt x="242" y="159"/>
                    </a:cubicBezTo>
                    <a:cubicBezTo>
                      <a:pt x="343" y="159"/>
                      <a:pt x="343" y="159"/>
                      <a:pt x="343" y="159"/>
                    </a:cubicBezTo>
                    <a:cubicBezTo>
                      <a:pt x="343" y="192"/>
                      <a:pt x="343" y="192"/>
                      <a:pt x="343" y="192"/>
                    </a:cubicBezTo>
                    <a:cubicBezTo>
                      <a:pt x="242" y="192"/>
                      <a:pt x="242" y="192"/>
                      <a:pt x="242" y="192"/>
                    </a:cubicBezTo>
                    <a:moveTo>
                      <a:pt x="34" y="156"/>
                    </a:moveTo>
                    <a:cubicBezTo>
                      <a:pt x="34" y="107"/>
                      <a:pt x="34" y="107"/>
                      <a:pt x="34" y="107"/>
                    </a:cubicBezTo>
                    <a:cubicBezTo>
                      <a:pt x="83" y="107"/>
                      <a:pt x="83" y="107"/>
                      <a:pt x="83" y="107"/>
                    </a:cubicBezTo>
                    <a:cubicBezTo>
                      <a:pt x="83" y="156"/>
                      <a:pt x="83" y="156"/>
                      <a:pt x="83" y="156"/>
                    </a:cubicBezTo>
                    <a:cubicBezTo>
                      <a:pt x="34" y="156"/>
                      <a:pt x="34" y="156"/>
                      <a:pt x="34" y="156"/>
                    </a:cubicBezTo>
                    <a:moveTo>
                      <a:pt x="86" y="156"/>
                    </a:moveTo>
                    <a:cubicBezTo>
                      <a:pt x="86" y="132"/>
                      <a:pt x="86" y="132"/>
                      <a:pt x="86" y="132"/>
                    </a:cubicBezTo>
                    <a:cubicBezTo>
                      <a:pt x="86" y="107"/>
                      <a:pt x="86" y="107"/>
                      <a:pt x="86" y="107"/>
                    </a:cubicBezTo>
                    <a:cubicBezTo>
                      <a:pt x="111" y="107"/>
                      <a:pt x="111" y="107"/>
                      <a:pt x="111" y="107"/>
                    </a:cubicBezTo>
                    <a:cubicBezTo>
                      <a:pt x="135" y="107"/>
                      <a:pt x="135" y="107"/>
                      <a:pt x="135" y="107"/>
                    </a:cubicBezTo>
                    <a:cubicBezTo>
                      <a:pt x="135" y="132"/>
                      <a:pt x="135" y="132"/>
                      <a:pt x="135" y="132"/>
                    </a:cubicBezTo>
                    <a:cubicBezTo>
                      <a:pt x="135" y="156"/>
                      <a:pt x="135" y="156"/>
                      <a:pt x="135" y="156"/>
                    </a:cubicBezTo>
                    <a:cubicBezTo>
                      <a:pt x="111" y="156"/>
                      <a:pt x="111" y="156"/>
                      <a:pt x="111" y="156"/>
                    </a:cubicBezTo>
                    <a:cubicBezTo>
                      <a:pt x="86" y="156"/>
                      <a:pt x="86" y="156"/>
                      <a:pt x="86" y="156"/>
                    </a:cubicBezTo>
                    <a:moveTo>
                      <a:pt x="139" y="156"/>
                    </a:moveTo>
                    <a:cubicBezTo>
                      <a:pt x="139" y="107"/>
                      <a:pt x="139" y="107"/>
                      <a:pt x="139" y="107"/>
                    </a:cubicBezTo>
                    <a:cubicBezTo>
                      <a:pt x="240" y="107"/>
                      <a:pt x="240" y="107"/>
                      <a:pt x="240" y="107"/>
                    </a:cubicBezTo>
                    <a:cubicBezTo>
                      <a:pt x="240" y="156"/>
                      <a:pt x="240" y="156"/>
                      <a:pt x="240" y="156"/>
                    </a:cubicBezTo>
                    <a:cubicBezTo>
                      <a:pt x="139" y="156"/>
                      <a:pt x="139" y="156"/>
                      <a:pt x="139" y="156"/>
                    </a:cubicBezTo>
                    <a:moveTo>
                      <a:pt x="243" y="156"/>
                    </a:moveTo>
                    <a:cubicBezTo>
                      <a:pt x="243" y="107"/>
                      <a:pt x="243" y="107"/>
                      <a:pt x="243" y="107"/>
                    </a:cubicBezTo>
                    <a:cubicBezTo>
                      <a:pt x="292" y="107"/>
                      <a:pt x="292" y="107"/>
                      <a:pt x="292" y="107"/>
                    </a:cubicBezTo>
                    <a:cubicBezTo>
                      <a:pt x="292" y="156"/>
                      <a:pt x="292" y="156"/>
                      <a:pt x="292" y="156"/>
                    </a:cubicBezTo>
                    <a:cubicBezTo>
                      <a:pt x="243" y="156"/>
                      <a:pt x="243" y="156"/>
                      <a:pt x="243" y="156"/>
                    </a:cubicBezTo>
                    <a:moveTo>
                      <a:pt x="34" y="104"/>
                    </a:moveTo>
                    <a:cubicBezTo>
                      <a:pt x="34" y="55"/>
                      <a:pt x="34" y="55"/>
                      <a:pt x="34" y="55"/>
                    </a:cubicBezTo>
                    <a:cubicBezTo>
                      <a:pt x="135" y="55"/>
                      <a:pt x="135" y="55"/>
                      <a:pt x="135" y="55"/>
                    </a:cubicBezTo>
                    <a:cubicBezTo>
                      <a:pt x="135" y="104"/>
                      <a:pt x="135" y="104"/>
                      <a:pt x="135" y="104"/>
                    </a:cubicBezTo>
                    <a:cubicBezTo>
                      <a:pt x="34" y="104"/>
                      <a:pt x="34" y="104"/>
                      <a:pt x="34" y="104"/>
                    </a:cubicBezTo>
                    <a:moveTo>
                      <a:pt x="139" y="104"/>
                    </a:moveTo>
                    <a:cubicBezTo>
                      <a:pt x="139" y="55"/>
                      <a:pt x="139" y="55"/>
                      <a:pt x="139" y="55"/>
                    </a:cubicBezTo>
                    <a:cubicBezTo>
                      <a:pt x="240" y="55"/>
                      <a:pt x="240" y="55"/>
                      <a:pt x="240" y="55"/>
                    </a:cubicBezTo>
                    <a:cubicBezTo>
                      <a:pt x="240" y="104"/>
                      <a:pt x="240" y="104"/>
                      <a:pt x="240" y="104"/>
                    </a:cubicBezTo>
                    <a:cubicBezTo>
                      <a:pt x="139" y="104"/>
                      <a:pt x="139" y="104"/>
                      <a:pt x="139" y="104"/>
                    </a:cubicBezTo>
                    <a:moveTo>
                      <a:pt x="35" y="30"/>
                    </a:moveTo>
                    <a:cubicBezTo>
                      <a:pt x="35" y="17"/>
                      <a:pt x="35" y="17"/>
                      <a:pt x="35" y="17"/>
                    </a:cubicBezTo>
                    <a:cubicBezTo>
                      <a:pt x="70" y="17"/>
                      <a:pt x="70" y="17"/>
                      <a:pt x="70" y="17"/>
                    </a:cubicBezTo>
                    <a:cubicBezTo>
                      <a:pt x="70" y="30"/>
                      <a:pt x="70" y="30"/>
                      <a:pt x="70" y="30"/>
                    </a:cubicBezTo>
                    <a:cubicBezTo>
                      <a:pt x="35" y="30"/>
                      <a:pt x="35" y="30"/>
                      <a:pt x="35" y="30"/>
                    </a:cubicBezTo>
                    <a:moveTo>
                      <a:pt x="208" y="0"/>
                    </a:moveTo>
                    <a:cubicBezTo>
                      <a:pt x="6" y="0"/>
                      <a:pt x="6" y="0"/>
                      <a:pt x="6" y="0"/>
                    </a:cubicBezTo>
                    <a:cubicBezTo>
                      <a:pt x="3" y="0"/>
                      <a:pt x="0" y="3"/>
                      <a:pt x="0" y="6"/>
                    </a:cubicBezTo>
                    <a:cubicBezTo>
                      <a:pt x="0" y="233"/>
                      <a:pt x="0" y="233"/>
                      <a:pt x="0" y="233"/>
                    </a:cubicBezTo>
                    <a:cubicBezTo>
                      <a:pt x="0" y="236"/>
                      <a:pt x="3" y="239"/>
                      <a:pt x="6" y="239"/>
                    </a:cubicBezTo>
                    <a:cubicBezTo>
                      <a:pt x="427" y="239"/>
                      <a:pt x="427" y="239"/>
                      <a:pt x="427" y="239"/>
                    </a:cubicBezTo>
                    <a:cubicBezTo>
                      <a:pt x="431" y="239"/>
                      <a:pt x="433" y="236"/>
                      <a:pt x="433" y="233"/>
                    </a:cubicBezTo>
                    <a:cubicBezTo>
                      <a:pt x="433" y="226"/>
                      <a:pt x="433" y="226"/>
                      <a:pt x="433" y="226"/>
                    </a:cubicBezTo>
                    <a:cubicBezTo>
                      <a:pt x="413" y="206"/>
                      <a:pt x="413" y="206"/>
                      <a:pt x="413" y="206"/>
                    </a:cubicBezTo>
                    <a:cubicBezTo>
                      <a:pt x="413" y="208"/>
                      <a:pt x="413" y="208"/>
                      <a:pt x="413" y="208"/>
                    </a:cubicBezTo>
                    <a:cubicBezTo>
                      <a:pt x="365" y="208"/>
                      <a:pt x="365" y="208"/>
                      <a:pt x="365" y="208"/>
                    </a:cubicBezTo>
                    <a:cubicBezTo>
                      <a:pt x="365" y="159"/>
                      <a:pt x="365" y="159"/>
                      <a:pt x="365" y="159"/>
                    </a:cubicBezTo>
                    <a:cubicBezTo>
                      <a:pt x="366" y="159"/>
                      <a:pt x="366" y="159"/>
                      <a:pt x="366" y="159"/>
                    </a:cubicBezTo>
                    <a:cubicBezTo>
                      <a:pt x="343" y="136"/>
                      <a:pt x="343" y="136"/>
                      <a:pt x="343" y="136"/>
                    </a:cubicBezTo>
                    <a:cubicBezTo>
                      <a:pt x="343" y="156"/>
                      <a:pt x="343" y="156"/>
                      <a:pt x="343" y="156"/>
                    </a:cubicBezTo>
                    <a:cubicBezTo>
                      <a:pt x="295" y="156"/>
                      <a:pt x="295" y="156"/>
                      <a:pt x="295" y="156"/>
                    </a:cubicBezTo>
                    <a:cubicBezTo>
                      <a:pt x="295" y="107"/>
                      <a:pt x="295" y="107"/>
                      <a:pt x="295" y="107"/>
                    </a:cubicBezTo>
                    <a:cubicBezTo>
                      <a:pt x="315" y="107"/>
                      <a:pt x="315" y="107"/>
                      <a:pt x="315" y="107"/>
                    </a:cubicBezTo>
                    <a:cubicBezTo>
                      <a:pt x="311" y="104"/>
                      <a:pt x="311" y="104"/>
                      <a:pt x="311" y="104"/>
                    </a:cubicBezTo>
                    <a:cubicBezTo>
                      <a:pt x="295" y="104"/>
                      <a:pt x="295" y="104"/>
                      <a:pt x="295" y="104"/>
                    </a:cubicBezTo>
                    <a:cubicBezTo>
                      <a:pt x="295" y="87"/>
                      <a:pt x="295" y="87"/>
                      <a:pt x="295" y="87"/>
                    </a:cubicBezTo>
                    <a:cubicBezTo>
                      <a:pt x="292" y="84"/>
                      <a:pt x="292" y="84"/>
                      <a:pt x="292" y="84"/>
                    </a:cubicBezTo>
                    <a:cubicBezTo>
                      <a:pt x="292" y="104"/>
                      <a:pt x="292" y="104"/>
                      <a:pt x="292" y="104"/>
                    </a:cubicBezTo>
                    <a:cubicBezTo>
                      <a:pt x="243" y="104"/>
                      <a:pt x="243" y="104"/>
                      <a:pt x="243" y="104"/>
                    </a:cubicBezTo>
                    <a:cubicBezTo>
                      <a:pt x="243" y="55"/>
                      <a:pt x="243" y="55"/>
                      <a:pt x="243" y="55"/>
                    </a:cubicBezTo>
                    <a:cubicBezTo>
                      <a:pt x="263" y="55"/>
                      <a:pt x="263" y="55"/>
                      <a:pt x="263" y="55"/>
                    </a:cubicBezTo>
                    <a:cubicBezTo>
                      <a:pt x="208" y="0"/>
                      <a:pt x="208" y="0"/>
                      <a:pt x="208" y="0"/>
                    </a:cubicBezTo>
                  </a:path>
                </a:pathLst>
              </a:custGeom>
              <a:solidFill>
                <a:srgbClr val="F033A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08" name="Rectangle 468"/>
              <p:cNvSpPr>
                <a:spLocks noChangeArrowheads="1"/>
              </p:cNvSpPr>
              <p:nvPr/>
            </p:nvSpPr>
            <p:spPr bwMode="auto">
              <a:xfrm>
                <a:off x="6865938" y="1965325"/>
                <a:ext cx="244475" cy="1190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09" name="Rectangle 469"/>
              <p:cNvSpPr>
                <a:spLocks noChangeArrowheads="1"/>
              </p:cNvSpPr>
              <p:nvPr/>
            </p:nvSpPr>
            <p:spPr bwMode="auto">
              <a:xfrm>
                <a:off x="6865938" y="1965325"/>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10" name="Rectangle 470"/>
              <p:cNvSpPr>
                <a:spLocks noChangeArrowheads="1"/>
              </p:cNvSpPr>
              <p:nvPr/>
            </p:nvSpPr>
            <p:spPr bwMode="auto">
              <a:xfrm>
                <a:off x="7119938" y="1965325"/>
                <a:ext cx="244475" cy="119063"/>
              </a:xfrm>
              <a:prstGeom prst="rect">
                <a:avLst/>
              </a:prstGeom>
              <a:solidFill>
                <a:srgbClr val="AC5EA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11" name="Rectangle 471"/>
              <p:cNvSpPr>
                <a:spLocks noChangeArrowheads="1"/>
              </p:cNvSpPr>
              <p:nvPr/>
            </p:nvSpPr>
            <p:spPr bwMode="auto">
              <a:xfrm>
                <a:off x="7119938" y="1965325"/>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12" name="Freeform 472"/>
              <p:cNvSpPr>
                <a:spLocks/>
              </p:cNvSpPr>
              <p:nvPr/>
            </p:nvSpPr>
            <p:spPr bwMode="auto">
              <a:xfrm>
                <a:off x="7372351" y="1965325"/>
                <a:ext cx="117475" cy="119063"/>
              </a:xfrm>
              <a:custGeom>
                <a:avLst/>
                <a:gdLst>
                  <a:gd name="T0" fmla="*/ 30 w 74"/>
                  <a:gd name="T1" fmla="*/ 0 h 75"/>
                  <a:gd name="T2" fmla="*/ 0 w 74"/>
                  <a:gd name="T3" fmla="*/ 0 h 75"/>
                  <a:gd name="T4" fmla="*/ 0 w 74"/>
                  <a:gd name="T5" fmla="*/ 75 h 75"/>
                  <a:gd name="T6" fmla="*/ 74 w 74"/>
                  <a:gd name="T7" fmla="*/ 75 h 75"/>
                  <a:gd name="T8" fmla="*/ 74 w 74"/>
                  <a:gd name="T9" fmla="*/ 44 h 75"/>
                  <a:gd name="T10" fmla="*/ 30 w 74"/>
                  <a:gd name="T11" fmla="*/ 0 h 75"/>
                </a:gdLst>
                <a:ahLst/>
                <a:cxnLst>
                  <a:cxn ang="0">
                    <a:pos x="T0" y="T1"/>
                  </a:cxn>
                  <a:cxn ang="0">
                    <a:pos x="T2" y="T3"/>
                  </a:cxn>
                  <a:cxn ang="0">
                    <a:pos x="T4" y="T5"/>
                  </a:cxn>
                  <a:cxn ang="0">
                    <a:pos x="T6" y="T7"/>
                  </a:cxn>
                  <a:cxn ang="0">
                    <a:pos x="T8" y="T9"/>
                  </a:cxn>
                  <a:cxn ang="0">
                    <a:pos x="T10" y="T11"/>
                  </a:cxn>
                </a:cxnLst>
                <a:rect l="0" t="0" r="r" b="b"/>
                <a:pathLst>
                  <a:path w="74" h="75">
                    <a:moveTo>
                      <a:pt x="30" y="0"/>
                    </a:moveTo>
                    <a:lnTo>
                      <a:pt x="0" y="0"/>
                    </a:lnTo>
                    <a:lnTo>
                      <a:pt x="0" y="75"/>
                    </a:lnTo>
                    <a:lnTo>
                      <a:pt x="74" y="75"/>
                    </a:lnTo>
                    <a:lnTo>
                      <a:pt x="74" y="44"/>
                    </a:lnTo>
                    <a:lnTo>
                      <a:pt x="30" y="0"/>
                    </a:lnTo>
                    <a:close/>
                  </a:path>
                </a:pathLst>
              </a:custGeom>
              <a:solidFill>
                <a:srgbClr val="3346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13" name="Freeform 473"/>
              <p:cNvSpPr>
                <a:spLocks/>
              </p:cNvSpPr>
              <p:nvPr/>
            </p:nvSpPr>
            <p:spPr bwMode="auto">
              <a:xfrm>
                <a:off x="7372351" y="1965325"/>
                <a:ext cx="117475" cy="119063"/>
              </a:xfrm>
              <a:custGeom>
                <a:avLst/>
                <a:gdLst>
                  <a:gd name="T0" fmla="*/ 30 w 74"/>
                  <a:gd name="T1" fmla="*/ 0 h 75"/>
                  <a:gd name="T2" fmla="*/ 0 w 74"/>
                  <a:gd name="T3" fmla="*/ 0 h 75"/>
                  <a:gd name="T4" fmla="*/ 0 w 74"/>
                  <a:gd name="T5" fmla="*/ 75 h 75"/>
                  <a:gd name="T6" fmla="*/ 74 w 74"/>
                  <a:gd name="T7" fmla="*/ 75 h 75"/>
                  <a:gd name="T8" fmla="*/ 74 w 74"/>
                  <a:gd name="T9" fmla="*/ 44 h 75"/>
                  <a:gd name="T10" fmla="*/ 30 w 74"/>
                  <a:gd name="T11" fmla="*/ 0 h 75"/>
                </a:gdLst>
                <a:ahLst/>
                <a:cxnLst>
                  <a:cxn ang="0">
                    <a:pos x="T0" y="T1"/>
                  </a:cxn>
                  <a:cxn ang="0">
                    <a:pos x="T2" y="T3"/>
                  </a:cxn>
                  <a:cxn ang="0">
                    <a:pos x="T4" y="T5"/>
                  </a:cxn>
                  <a:cxn ang="0">
                    <a:pos x="T6" y="T7"/>
                  </a:cxn>
                  <a:cxn ang="0">
                    <a:pos x="T8" y="T9"/>
                  </a:cxn>
                  <a:cxn ang="0">
                    <a:pos x="T10" y="T11"/>
                  </a:cxn>
                </a:cxnLst>
                <a:rect l="0" t="0" r="r" b="b"/>
                <a:pathLst>
                  <a:path w="74" h="75">
                    <a:moveTo>
                      <a:pt x="30" y="0"/>
                    </a:moveTo>
                    <a:lnTo>
                      <a:pt x="0" y="0"/>
                    </a:lnTo>
                    <a:lnTo>
                      <a:pt x="0" y="75"/>
                    </a:lnTo>
                    <a:lnTo>
                      <a:pt x="74" y="75"/>
                    </a:lnTo>
                    <a:lnTo>
                      <a:pt x="74" y="44"/>
                    </a:lnTo>
                    <a:lnTo>
                      <a:pt x="3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14" name="Freeform 474"/>
              <p:cNvSpPr>
                <a:spLocks/>
              </p:cNvSpPr>
              <p:nvPr/>
            </p:nvSpPr>
            <p:spPr bwMode="auto">
              <a:xfrm>
                <a:off x="7497763" y="2043113"/>
                <a:ext cx="38100" cy="41275"/>
              </a:xfrm>
              <a:custGeom>
                <a:avLst/>
                <a:gdLst>
                  <a:gd name="T0" fmla="*/ 0 w 24"/>
                  <a:gd name="T1" fmla="*/ 0 h 26"/>
                  <a:gd name="T2" fmla="*/ 0 w 24"/>
                  <a:gd name="T3" fmla="*/ 26 h 26"/>
                  <a:gd name="T4" fmla="*/ 24 w 24"/>
                  <a:gd name="T5" fmla="*/ 26 h 26"/>
                  <a:gd name="T6" fmla="*/ 0 w 24"/>
                  <a:gd name="T7" fmla="*/ 0 h 26"/>
                </a:gdLst>
                <a:ahLst/>
                <a:cxnLst>
                  <a:cxn ang="0">
                    <a:pos x="T0" y="T1"/>
                  </a:cxn>
                  <a:cxn ang="0">
                    <a:pos x="T2" y="T3"/>
                  </a:cxn>
                  <a:cxn ang="0">
                    <a:pos x="T4" y="T5"/>
                  </a:cxn>
                  <a:cxn ang="0">
                    <a:pos x="T6" y="T7"/>
                  </a:cxn>
                </a:cxnLst>
                <a:rect l="0" t="0" r="r" b="b"/>
                <a:pathLst>
                  <a:path w="24" h="26">
                    <a:moveTo>
                      <a:pt x="0" y="0"/>
                    </a:moveTo>
                    <a:lnTo>
                      <a:pt x="0" y="26"/>
                    </a:lnTo>
                    <a:lnTo>
                      <a:pt x="24" y="26"/>
                    </a:lnTo>
                    <a:lnTo>
                      <a:pt x="0" y="0"/>
                    </a:lnTo>
                    <a:close/>
                  </a:path>
                </a:pathLst>
              </a:custGeom>
              <a:solidFill>
                <a:srgbClr val="99C8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15" name="Freeform 475"/>
              <p:cNvSpPr>
                <a:spLocks/>
              </p:cNvSpPr>
              <p:nvPr/>
            </p:nvSpPr>
            <p:spPr bwMode="auto">
              <a:xfrm>
                <a:off x="7497763" y="2043113"/>
                <a:ext cx="38100" cy="41275"/>
              </a:xfrm>
              <a:custGeom>
                <a:avLst/>
                <a:gdLst>
                  <a:gd name="T0" fmla="*/ 0 w 24"/>
                  <a:gd name="T1" fmla="*/ 0 h 26"/>
                  <a:gd name="T2" fmla="*/ 0 w 24"/>
                  <a:gd name="T3" fmla="*/ 26 h 26"/>
                  <a:gd name="T4" fmla="*/ 24 w 24"/>
                  <a:gd name="T5" fmla="*/ 26 h 26"/>
                  <a:gd name="T6" fmla="*/ 0 w 24"/>
                  <a:gd name="T7" fmla="*/ 0 h 26"/>
                </a:gdLst>
                <a:ahLst/>
                <a:cxnLst>
                  <a:cxn ang="0">
                    <a:pos x="T0" y="T1"/>
                  </a:cxn>
                  <a:cxn ang="0">
                    <a:pos x="T2" y="T3"/>
                  </a:cxn>
                  <a:cxn ang="0">
                    <a:pos x="T4" y="T5"/>
                  </a:cxn>
                  <a:cxn ang="0">
                    <a:pos x="T6" y="T7"/>
                  </a:cxn>
                </a:cxnLst>
                <a:rect l="0" t="0" r="r" b="b"/>
                <a:pathLst>
                  <a:path w="24" h="26">
                    <a:moveTo>
                      <a:pt x="0" y="0"/>
                    </a:moveTo>
                    <a:lnTo>
                      <a:pt x="0" y="26"/>
                    </a:lnTo>
                    <a:lnTo>
                      <a:pt x="24" y="26"/>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16" name="Rectangle 476"/>
              <p:cNvSpPr>
                <a:spLocks noChangeArrowheads="1"/>
              </p:cNvSpPr>
              <p:nvPr/>
            </p:nvSpPr>
            <p:spPr bwMode="auto">
              <a:xfrm>
                <a:off x="7372351" y="2090738"/>
                <a:ext cx="117475" cy="119063"/>
              </a:xfrm>
              <a:prstGeom prst="rect">
                <a:avLst/>
              </a:prstGeom>
              <a:solidFill>
                <a:srgbClr val="AC5EA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17" name="Rectangle 477"/>
              <p:cNvSpPr>
                <a:spLocks noChangeArrowheads="1"/>
              </p:cNvSpPr>
              <p:nvPr/>
            </p:nvSpPr>
            <p:spPr bwMode="auto">
              <a:xfrm>
                <a:off x="7372351" y="2090738"/>
                <a:ext cx="117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18" name="Rectangle 478"/>
              <p:cNvSpPr>
                <a:spLocks noChangeArrowheads="1"/>
              </p:cNvSpPr>
              <p:nvPr/>
            </p:nvSpPr>
            <p:spPr bwMode="auto">
              <a:xfrm>
                <a:off x="6865938" y="2090738"/>
                <a:ext cx="119063" cy="119063"/>
              </a:xfrm>
              <a:prstGeom prst="rect">
                <a:avLst/>
              </a:prstGeom>
              <a:solidFill>
                <a:srgbClr val="99C8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19" name="Rectangle 479"/>
              <p:cNvSpPr>
                <a:spLocks noChangeArrowheads="1"/>
              </p:cNvSpPr>
              <p:nvPr/>
            </p:nvSpPr>
            <p:spPr bwMode="auto">
              <a:xfrm>
                <a:off x="6865938" y="2090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20" name="Rectangle 480"/>
              <p:cNvSpPr>
                <a:spLocks noChangeArrowheads="1"/>
              </p:cNvSpPr>
              <p:nvPr/>
            </p:nvSpPr>
            <p:spPr bwMode="auto">
              <a:xfrm>
                <a:off x="6865938" y="2217738"/>
                <a:ext cx="119063" cy="119063"/>
              </a:xfrm>
              <a:prstGeom prst="rect">
                <a:avLst/>
              </a:prstGeom>
              <a:solidFill>
                <a:srgbClr val="33BD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21" name="Rectangle 481"/>
              <p:cNvSpPr>
                <a:spLocks noChangeArrowheads="1"/>
              </p:cNvSpPr>
              <p:nvPr/>
            </p:nvSpPr>
            <p:spPr bwMode="auto">
              <a:xfrm>
                <a:off x="6865938" y="2217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22" name="Rectangle 482"/>
              <p:cNvSpPr>
                <a:spLocks noChangeArrowheads="1"/>
              </p:cNvSpPr>
              <p:nvPr/>
            </p:nvSpPr>
            <p:spPr bwMode="auto">
              <a:xfrm>
                <a:off x="6994526" y="2217738"/>
                <a:ext cx="119063" cy="119063"/>
              </a:xfrm>
              <a:prstGeom prst="rect">
                <a:avLst/>
              </a:prstGeom>
              <a:solidFill>
                <a:srgbClr val="AC5EA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23" name="Rectangle 483"/>
              <p:cNvSpPr>
                <a:spLocks noChangeArrowheads="1"/>
              </p:cNvSpPr>
              <p:nvPr/>
            </p:nvSpPr>
            <p:spPr bwMode="auto">
              <a:xfrm>
                <a:off x="6994526" y="2217738"/>
                <a:ext cx="119063"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24" name="Rectangle 484"/>
              <p:cNvSpPr>
                <a:spLocks noChangeArrowheads="1"/>
              </p:cNvSpPr>
              <p:nvPr/>
            </p:nvSpPr>
            <p:spPr bwMode="auto">
              <a:xfrm>
                <a:off x="7119938" y="2090738"/>
                <a:ext cx="244475" cy="119063"/>
              </a:xfrm>
              <a:prstGeom prst="rect">
                <a:avLst/>
              </a:prstGeom>
              <a:solidFill>
                <a:srgbClr val="FAF9F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25" name="Rectangle 485"/>
              <p:cNvSpPr>
                <a:spLocks noChangeArrowheads="1"/>
              </p:cNvSpPr>
              <p:nvPr/>
            </p:nvSpPr>
            <p:spPr bwMode="auto">
              <a:xfrm>
                <a:off x="7119938" y="2090738"/>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26" name="Rectangle 486"/>
              <p:cNvSpPr>
                <a:spLocks noChangeArrowheads="1"/>
              </p:cNvSpPr>
              <p:nvPr/>
            </p:nvSpPr>
            <p:spPr bwMode="auto">
              <a:xfrm>
                <a:off x="7119938" y="2217738"/>
                <a:ext cx="244475" cy="119063"/>
              </a:xfrm>
              <a:prstGeom prst="rect">
                <a:avLst/>
              </a:prstGeom>
              <a:solidFill>
                <a:srgbClr val="3346A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27" name="Rectangle 487"/>
              <p:cNvSpPr>
                <a:spLocks noChangeArrowheads="1"/>
              </p:cNvSpPr>
              <p:nvPr/>
            </p:nvSpPr>
            <p:spPr bwMode="auto">
              <a:xfrm>
                <a:off x="7119938" y="2217738"/>
                <a:ext cx="244475" cy="11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28" name="Rectangle 488"/>
              <p:cNvSpPr>
                <a:spLocks noChangeArrowheads="1"/>
              </p:cNvSpPr>
              <p:nvPr/>
            </p:nvSpPr>
            <p:spPr bwMode="auto">
              <a:xfrm>
                <a:off x="7369176" y="2297113"/>
                <a:ext cx="244475" cy="396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29" name="Rectangle 489"/>
              <p:cNvSpPr>
                <a:spLocks noChangeArrowheads="1"/>
              </p:cNvSpPr>
              <p:nvPr/>
            </p:nvSpPr>
            <p:spPr bwMode="auto">
              <a:xfrm>
                <a:off x="7369176" y="2297113"/>
                <a:ext cx="244475" cy="3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30" name="Rectangle 490"/>
              <p:cNvSpPr>
                <a:spLocks noChangeArrowheads="1"/>
              </p:cNvSpPr>
              <p:nvPr/>
            </p:nvSpPr>
            <p:spPr bwMode="auto">
              <a:xfrm>
                <a:off x="7369176" y="2217738"/>
                <a:ext cx="244475" cy="79375"/>
              </a:xfrm>
              <a:prstGeom prst="rect">
                <a:avLst/>
              </a:prstGeom>
              <a:solidFill>
                <a:srgbClr val="33BD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31" name="Rectangle 491"/>
              <p:cNvSpPr>
                <a:spLocks noChangeArrowheads="1"/>
              </p:cNvSpPr>
              <p:nvPr/>
            </p:nvSpPr>
            <p:spPr bwMode="auto">
              <a:xfrm>
                <a:off x="7369176" y="2217738"/>
                <a:ext cx="244475" cy="7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32" name="Freeform 492"/>
              <p:cNvSpPr>
                <a:spLocks/>
              </p:cNvSpPr>
              <p:nvPr/>
            </p:nvSpPr>
            <p:spPr bwMode="auto">
              <a:xfrm>
                <a:off x="7497763" y="2090738"/>
                <a:ext cx="115888" cy="119063"/>
              </a:xfrm>
              <a:custGeom>
                <a:avLst/>
                <a:gdLst>
                  <a:gd name="T0" fmla="*/ 30 w 73"/>
                  <a:gd name="T1" fmla="*/ 0 h 75"/>
                  <a:gd name="T2" fmla="*/ 0 w 73"/>
                  <a:gd name="T3" fmla="*/ 0 h 75"/>
                  <a:gd name="T4" fmla="*/ 0 w 73"/>
                  <a:gd name="T5" fmla="*/ 75 h 75"/>
                  <a:gd name="T6" fmla="*/ 73 w 73"/>
                  <a:gd name="T7" fmla="*/ 75 h 75"/>
                  <a:gd name="T8" fmla="*/ 73 w 73"/>
                  <a:gd name="T9" fmla="*/ 45 h 75"/>
                  <a:gd name="T10" fmla="*/ 30 w 73"/>
                  <a:gd name="T11" fmla="*/ 0 h 75"/>
                </a:gdLst>
                <a:ahLst/>
                <a:cxnLst>
                  <a:cxn ang="0">
                    <a:pos x="T0" y="T1"/>
                  </a:cxn>
                  <a:cxn ang="0">
                    <a:pos x="T2" y="T3"/>
                  </a:cxn>
                  <a:cxn ang="0">
                    <a:pos x="T4" y="T5"/>
                  </a:cxn>
                  <a:cxn ang="0">
                    <a:pos x="T6" y="T7"/>
                  </a:cxn>
                  <a:cxn ang="0">
                    <a:pos x="T8" y="T9"/>
                  </a:cxn>
                  <a:cxn ang="0">
                    <a:pos x="T10" y="T11"/>
                  </a:cxn>
                </a:cxnLst>
                <a:rect l="0" t="0" r="r" b="b"/>
                <a:pathLst>
                  <a:path w="73" h="75">
                    <a:moveTo>
                      <a:pt x="30" y="0"/>
                    </a:moveTo>
                    <a:lnTo>
                      <a:pt x="0" y="0"/>
                    </a:lnTo>
                    <a:lnTo>
                      <a:pt x="0" y="75"/>
                    </a:lnTo>
                    <a:lnTo>
                      <a:pt x="73" y="75"/>
                    </a:lnTo>
                    <a:lnTo>
                      <a:pt x="73" y="45"/>
                    </a:lnTo>
                    <a:lnTo>
                      <a:pt x="30" y="0"/>
                    </a:lnTo>
                    <a:close/>
                  </a:path>
                </a:pathLst>
              </a:custGeom>
              <a:solidFill>
                <a:srgbClr val="3346A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33" name="Freeform 493"/>
              <p:cNvSpPr>
                <a:spLocks/>
              </p:cNvSpPr>
              <p:nvPr/>
            </p:nvSpPr>
            <p:spPr bwMode="auto">
              <a:xfrm>
                <a:off x="7497763" y="2090738"/>
                <a:ext cx="115888" cy="119063"/>
              </a:xfrm>
              <a:custGeom>
                <a:avLst/>
                <a:gdLst>
                  <a:gd name="T0" fmla="*/ 30 w 73"/>
                  <a:gd name="T1" fmla="*/ 0 h 75"/>
                  <a:gd name="T2" fmla="*/ 0 w 73"/>
                  <a:gd name="T3" fmla="*/ 0 h 75"/>
                  <a:gd name="T4" fmla="*/ 0 w 73"/>
                  <a:gd name="T5" fmla="*/ 75 h 75"/>
                  <a:gd name="T6" fmla="*/ 73 w 73"/>
                  <a:gd name="T7" fmla="*/ 75 h 75"/>
                  <a:gd name="T8" fmla="*/ 73 w 73"/>
                  <a:gd name="T9" fmla="*/ 45 h 75"/>
                  <a:gd name="T10" fmla="*/ 30 w 73"/>
                  <a:gd name="T11" fmla="*/ 0 h 75"/>
                </a:gdLst>
                <a:ahLst/>
                <a:cxnLst>
                  <a:cxn ang="0">
                    <a:pos x="T0" y="T1"/>
                  </a:cxn>
                  <a:cxn ang="0">
                    <a:pos x="T2" y="T3"/>
                  </a:cxn>
                  <a:cxn ang="0">
                    <a:pos x="T4" y="T5"/>
                  </a:cxn>
                  <a:cxn ang="0">
                    <a:pos x="T6" y="T7"/>
                  </a:cxn>
                  <a:cxn ang="0">
                    <a:pos x="T8" y="T9"/>
                  </a:cxn>
                  <a:cxn ang="0">
                    <a:pos x="T10" y="T11"/>
                  </a:cxn>
                </a:cxnLst>
                <a:rect l="0" t="0" r="r" b="b"/>
                <a:pathLst>
                  <a:path w="73" h="75">
                    <a:moveTo>
                      <a:pt x="30" y="0"/>
                    </a:moveTo>
                    <a:lnTo>
                      <a:pt x="0" y="0"/>
                    </a:lnTo>
                    <a:lnTo>
                      <a:pt x="0" y="75"/>
                    </a:lnTo>
                    <a:lnTo>
                      <a:pt x="73" y="75"/>
                    </a:lnTo>
                    <a:lnTo>
                      <a:pt x="73" y="45"/>
                    </a:lnTo>
                    <a:lnTo>
                      <a:pt x="3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34" name="Freeform 494"/>
              <p:cNvSpPr>
                <a:spLocks/>
              </p:cNvSpPr>
              <p:nvPr/>
            </p:nvSpPr>
            <p:spPr bwMode="auto">
              <a:xfrm>
                <a:off x="7667626" y="2217738"/>
                <a:ext cx="115888" cy="119063"/>
              </a:xfrm>
              <a:custGeom>
                <a:avLst/>
                <a:gdLst>
                  <a:gd name="T0" fmla="*/ 1 w 73"/>
                  <a:gd name="T1" fmla="*/ 0 h 75"/>
                  <a:gd name="T2" fmla="*/ 0 w 73"/>
                  <a:gd name="T3" fmla="*/ 0 h 75"/>
                  <a:gd name="T4" fmla="*/ 0 w 73"/>
                  <a:gd name="T5" fmla="*/ 75 h 75"/>
                  <a:gd name="T6" fmla="*/ 73 w 73"/>
                  <a:gd name="T7" fmla="*/ 75 h 75"/>
                  <a:gd name="T8" fmla="*/ 73 w 73"/>
                  <a:gd name="T9" fmla="*/ 72 h 75"/>
                  <a:gd name="T10" fmla="*/ 1 w 73"/>
                  <a:gd name="T11" fmla="*/ 0 h 75"/>
                </a:gdLst>
                <a:ahLst/>
                <a:cxnLst>
                  <a:cxn ang="0">
                    <a:pos x="T0" y="T1"/>
                  </a:cxn>
                  <a:cxn ang="0">
                    <a:pos x="T2" y="T3"/>
                  </a:cxn>
                  <a:cxn ang="0">
                    <a:pos x="T4" y="T5"/>
                  </a:cxn>
                  <a:cxn ang="0">
                    <a:pos x="T6" y="T7"/>
                  </a:cxn>
                  <a:cxn ang="0">
                    <a:pos x="T8" y="T9"/>
                  </a:cxn>
                  <a:cxn ang="0">
                    <a:pos x="T10" y="T11"/>
                  </a:cxn>
                </a:cxnLst>
                <a:rect l="0" t="0" r="r" b="b"/>
                <a:pathLst>
                  <a:path w="73" h="75">
                    <a:moveTo>
                      <a:pt x="1" y="0"/>
                    </a:moveTo>
                    <a:lnTo>
                      <a:pt x="0" y="0"/>
                    </a:lnTo>
                    <a:lnTo>
                      <a:pt x="0" y="75"/>
                    </a:lnTo>
                    <a:lnTo>
                      <a:pt x="73" y="75"/>
                    </a:lnTo>
                    <a:lnTo>
                      <a:pt x="73" y="72"/>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35" name="Freeform 495"/>
              <p:cNvSpPr>
                <a:spLocks/>
              </p:cNvSpPr>
              <p:nvPr/>
            </p:nvSpPr>
            <p:spPr bwMode="auto">
              <a:xfrm>
                <a:off x="7667626" y="2217738"/>
                <a:ext cx="115888" cy="119063"/>
              </a:xfrm>
              <a:custGeom>
                <a:avLst/>
                <a:gdLst>
                  <a:gd name="T0" fmla="*/ 1 w 73"/>
                  <a:gd name="T1" fmla="*/ 0 h 75"/>
                  <a:gd name="T2" fmla="*/ 0 w 73"/>
                  <a:gd name="T3" fmla="*/ 0 h 75"/>
                  <a:gd name="T4" fmla="*/ 0 w 73"/>
                  <a:gd name="T5" fmla="*/ 75 h 75"/>
                  <a:gd name="T6" fmla="*/ 73 w 73"/>
                  <a:gd name="T7" fmla="*/ 75 h 75"/>
                  <a:gd name="T8" fmla="*/ 73 w 73"/>
                  <a:gd name="T9" fmla="*/ 72 h 75"/>
                  <a:gd name="T10" fmla="*/ 1 w 73"/>
                  <a:gd name="T11" fmla="*/ 0 h 75"/>
                </a:gdLst>
                <a:ahLst/>
                <a:cxnLst>
                  <a:cxn ang="0">
                    <a:pos x="T0" y="T1"/>
                  </a:cxn>
                  <a:cxn ang="0">
                    <a:pos x="T2" y="T3"/>
                  </a:cxn>
                  <a:cxn ang="0">
                    <a:pos x="T4" y="T5"/>
                  </a:cxn>
                  <a:cxn ang="0">
                    <a:pos x="T6" y="T7"/>
                  </a:cxn>
                  <a:cxn ang="0">
                    <a:pos x="T8" y="T9"/>
                  </a:cxn>
                  <a:cxn ang="0">
                    <a:pos x="T10" y="T11"/>
                  </a:cxn>
                </a:cxnLst>
                <a:rect l="0" t="0" r="r" b="b"/>
                <a:pathLst>
                  <a:path w="73" h="75">
                    <a:moveTo>
                      <a:pt x="1" y="0"/>
                    </a:moveTo>
                    <a:lnTo>
                      <a:pt x="0" y="0"/>
                    </a:lnTo>
                    <a:lnTo>
                      <a:pt x="0" y="75"/>
                    </a:lnTo>
                    <a:lnTo>
                      <a:pt x="73" y="75"/>
                    </a:lnTo>
                    <a:lnTo>
                      <a:pt x="73" y="72"/>
                    </a:lnTo>
                    <a:lnTo>
                      <a:pt x="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36" name="Freeform 496"/>
              <p:cNvSpPr>
                <a:spLocks/>
              </p:cNvSpPr>
              <p:nvPr/>
            </p:nvSpPr>
            <p:spPr bwMode="auto">
              <a:xfrm>
                <a:off x="6991351" y="2090738"/>
                <a:ext cx="119063" cy="119063"/>
              </a:xfrm>
              <a:custGeom>
                <a:avLst/>
                <a:gdLst>
                  <a:gd name="T0" fmla="*/ 75 w 75"/>
                  <a:gd name="T1" fmla="*/ 0 h 75"/>
                  <a:gd name="T2" fmla="*/ 38 w 75"/>
                  <a:gd name="T3" fmla="*/ 0 h 75"/>
                  <a:gd name="T4" fmla="*/ 0 w 75"/>
                  <a:gd name="T5" fmla="*/ 0 h 75"/>
                  <a:gd name="T6" fmla="*/ 0 w 75"/>
                  <a:gd name="T7" fmla="*/ 39 h 75"/>
                  <a:gd name="T8" fmla="*/ 0 w 75"/>
                  <a:gd name="T9" fmla="*/ 75 h 75"/>
                  <a:gd name="T10" fmla="*/ 38 w 75"/>
                  <a:gd name="T11" fmla="*/ 75 h 75"/>
                  <a:gd name="T12" fmla="*/ 75 w 75"/>
                  <a:gd name="T13" fmla="*/ 75 h 75"/>
                  <a:gd name="T14" fmla="*/ 75 w 75"/>
                  <a:gd name="T15" fmla="*/ 39 h 75"/>
                  <a:gd name="T16" fmla="*/ 75 w 75"/>
                  <a:gd name="T1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75">
                    <a:moveTo>
                      <a:pt x="75" y="0"/>
                    </a:moveTo>
                    <a:lnTo>
                      <a:pt x="38" y="0"/>
                    </a:lnTo>
                    <a:lnTo>
                      <a:pt x="0" y="0"/>
                    </a:lnTo>
                    <a:lnTo>
                      <a:pt x="0" y="39"/>
                    </a:lnTo>
                    <a:lnTo>
                      <a:pt x="0" y="75"/>
                    </a:lnTo>
                    <a:lnTo>
                      <a:pt x="38" y="75"/>
                    </a:lnTo>
                    <a:lnTo>
                      <a:pt x="75" y="75"/>
                    </a:lnTo>
                    <a:lnTo>
                      <a:pt x="75" y="39"/>
                    </a:lnTo>
                    <a:lnTo>
                      <a:pt x="75" y="0"/>
                    </a:lnTo>
                    <a:close/>
                  </a:path>
                </a:pathLst>
              </a:custGeom>
              <a:solidFill>
                <a:srgbClr val="33BD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37" name="Freeform 497"/>
              <p:cNvSpPr>
                <a:spLocks/>
              </p:cNvSpPr>
              <p:nvPr/>
            </p:nvSpPr>
            <p:spPr bwMode="auto">
              <a:xfrm>
                <a:off x="6991351" y="2090738"/>
                <a:ext cx="119063" cy="119063"/>
              </a:xfrm>
              <a:custGeom>
                <a:avLst/>
                <a:gdLst>
                  <a:gd name="T0" fmla="*/ 75 w 75"/>
                  <a:gd name="T1" fmla="*/ 0 h 75"/>
                  <a:gd name="T2" fmla="*/ 38 w 75"/>
                  <a:gd name="T3" fmla="*/ 0 h 75"/>
                  <a:gd name="T4" fmla="*/ 0 w 75"/>
                  <a:gd name="T5" fmla="*/ 0 h 75"/>
                  <a:gd name="T6" fmla="*/ 0 w 75"/>
                  <a:gd name="T7" fmla="*/ 39 h 75"/>
                  <a:gd name="T8" fmla="*/ 0 w 75"/>
                  <a:gd name="T9" fmla="*/ 75 h 75"/>
                  <a:gd name="T10" fmla="*/ 38 w 75"/>
                  <a:gd name="T11" fmla="*/ 75 h 75"/>
                  <a:gd name="T12" fmla="*/ 75 w 75"/>
                  <a:gd name="T13" fmla="*/ 75 h 75"/>
                  <a:gd name="T14" fmla="*/ 75 w 75"/>
                  <a:gd name="T15" fmla="*/ 39 h 75"/>
                  <a:gd name="T16" fmla="*/ 75 w 75"/>
                  <a:gd name="T17"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75">
                    <a:moveTo>
                      <a:pt x="75" y="0"/>
                    </a:moveTo>
                    <a:lnTo>
                      <a:pt x="38" y="0"/>
                    </a:lnTo>
                    <a:lnTo>
                      <a:pt x="0" y="0"/>
                    </a:lnTo>
                    <a:lnTo>
                      <a:pt x="0" y="39"/>
                    </a:lnTo>
                    <a:lnTo>
                      <a:pt x="0" y="75"/>
                    </a:lnTo>
                    <a:lnTo>
                      <a:pt x="38" y="75"/>
                    </a:lnTo>
                    <a:lnTo>
                      <a:pt x="75" y="75"/>
                    </a:lnTo>
                    <a:lnTo>
                      <a:pt x="75" y="39"/>
                    </a:lnTo>
                    <a:lnTo>
                      <a:pt x="75"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38" name="Rectangle 498"/>
              <p:cNvSpPr>
                <a:spLocks noChangeArrowheads="1"/>
              </p:cNvSpPr>
              <p:nvPr/>
            </p:nvSpPr>
            <p:spPr bwMode="auto">
              <a:xfrm>
                <a:off x="6869113" y="1873250"/>
                <a:ext cx="84138" cy="31750"/>
              </a:xfrm>
              <a:prstGeom prst="rect">
                <a:avLst/>
              </a:prstGeom>
              <a:solidFill>
                <a:srgbClr val="F03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39" name="Rectangle 499"/>
              <p:cNvSpPr>
                <a:spLocks noChangeArrowheads="1"/>
              </p:cNvSpPr>
              <p:nvPr/>
            </p:nvSpPr>
            <p:spPr bwMode="auto">
              <a:xfrm>
                <a:off x="6865938" y="1868488"/>
                <a:ext cx="20903" cy="38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3952">
                  <a:defRPr/>
                </a:pPr>
                <a:r>
                  <a:rPr lang="en-US" altLang="en-US" sz="288">
                    <a:solidFill>
                      <a:srgbClr val="FFFFFF"/>
                    </a:solidFill>
                    <a:latin typeface="Segoe Light" charset="0"/>
                  </a:rPr>
                  <a:t>S</a:t>
                </a:r>
                <a:endParaRPr lang="en-US" altLang="en-US" sz="1729">
                  <a:solidFill>
                    <a:srgbClr val="404040"/>
                  </a:solidFill>
                </a:endParaRPr>
              </a:p>
            </p:txBody>
          </p:sp>
          <p:sp>
            <p:nvSpPr>
              <p:cNvPr id="540" name="Rectangle 500"/>
              <p:cNvSpPr>
                <a:spLocks noChangeArrowheads="1"/>
              </p:cNvSpPr>
              <p:nvPr/>
            </p:nvSpPr>
            <p:spPr bwMode="auto">
              <a:xfrm>
                <a:off x="6888163" y="1868488"/>
                <a:ext cx="8361" cy="38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3952">
                  <a:defRPr/>
                </a:pPr>
                <a:r>
                  <a:rPr lang="en-US" altLang="en-US" sz="288">
                    <a:solidFill>
                      <a:srgbClr val="FFFFFF"/>
                    </a:solidFill>
                    <a:latin typeface="Segoe Light" charset="0"/>
                  </a:rPr>
                  <a:t>t</a:t>
                </a:r>
                <a:endParaRPr lang="en-US" altLang="en-US" sz="1729">
                  <a:solidFill>
                    <a:srgbClr val="404040"/>
                  </a:solidFill>
                </a:endParaRPr>
              </a:p>
            </p:txBody>
          </p:sp>
          <p:sp>
            <p:nvSpPr>
              <p:cNvPr id="541" name="Rectangle 501"/>
              <p:cNvSpPr>
                <a:spLocks noChangeArrowheads="1"/>
              </p:cNvSpPr>
              <p:nvPr/>
            </p:nvSpPr>
            <p:spPr bwMode="auto">
              <a:xfrm>
                <a:off x="6902451" y="1868488"/>
                <a:ext cx="18116" cy="38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3952">
                  <a:defRPr/>
                </a:pPr>
                <a:r>
                  <a:rPr lang="en-US" altLang="en-US" sz="288">
                    <a:solidFill>
                      <a:srgbClr val="FFFFFF"/>
                    </a:solidFill>
                    <a:latin typeface="Segoe Light" charset="0"/>
                  </a:rPr>
                  <a:t>a</a:t>
                </a:r>
                <a:endParaRPr lang="en-US" altLang="en-US" sz="1729">
                  <a:solidFill>
                    <a:srgbClr val="404040"/>
                  </a:solidFill>
                </a:endParaRPr>
              </a:p>
            </p:txBody>
          </p:sp>
          <p:sp>
            <p:nvSpPr>
              <p:cNvPr id="542" name="Rectangle 502"/>
              <p:cNvSpPr>
                <a:spLocks noChangeArrowheads="1"/>
              </p:cNvSpPr>
              <p:nvPr/>
            </p:nvSpPr>
            <p:spPr bwMode="auto">
              <a:xfrm>
                <a:off x="6923088" y="1868488"/>
                <a:ext cx="11148" cy="38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3952">
                  <a:defRPr/>
                </a:pPr>
                <a:r>
                  <a:rPr lang="en-US" altLang="en-US" sz="288">
                    <a:solidFill>
                      <a:srgbClr val="FFFFFF"/>
                    </a:solidFill>
                    <a:latin typeface="Segoe Light" charset="0"/>
                  </a:rPr>
                  <a:t>r</a:t>
                </a:r>
                <a:endParaRPr lang="en-US" altLang="en-US" sz="1729">
                  <a:solidFill>
                    <a:srgbClr val="404040"/>
                  </a:solidFill>
                </a:endParaRPr>
              </a:p>
            </p:txBody>
          </p:sp>
          <p:sp>
            <p:nvSpPr>
              <p:cNvPr id="543" name="Rectangle 503"/>
              <p:cNvSpPr>
                <a:spLocks noChangeArrowheads="1"/>
              </p:cNvSpPr>
              <p:nvPr/>
            </p:nvSpPr>
            <p:spPr bwMode="auto">
              <a:xfrm>
                <a:off x="6940551" y="1868488"/>
                <a:ext cx="8361" cy="38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defTabSz="913952">
                  <a:defRPr/>
                </a:pPr>
                <a:r>
                  <a:rPr lang="en-US" altLang="en-US" sz="288">
                    <a:solidFill>
                      <a:srgbClr val="FFFFFF"/>
                    </a:solidFill>
                    <a:latin typeface="Segoe Light" charset="0"/>
                  </a:rPr>
                  <a:t>t</a:t>
                </a:r>
                <a:endParaRPr lang="en-US" altLang="en-US" sz="1729">
                  <a:solidFill>
                    <a:srgbClr val="404040"/>
                  </a:solidFill>
                </a:endParaRPr>
              </a:p>
            </p:txBody>
          </p:sp>
          <p:sp>
            <p:nvSpPr>
              <p:cNvPr id="544" name="Freeform 504"/>
              <p:cNvSpPr>
                <a:spLocks/>
              </p:cNvSpPr>
              <p:nvPr/>
            </p:nvSpPr>
            <p:spPr bwMode="auto">
              <a:xfrm>
                <a:off x="6589713" y="2085975"/>
                <a:ext cx="155575" cy="165100"/>
              </a:xfrm>
              <a:custGeom>
                <a:avLst/>
                <a:gdLst>
                  <a:gd name="T0" fmla="*/ 57 w 64"/>
                  <a:gd name="T1" fmla="*/ 11 h 68"/>
                  <a:gd name="T2" fmla="*/ 57 w 64"/>
                  <a:gd name="T3" fmla="*/ 34 h 68"/>
                  <a:gd name="T4" fmla="*/ 29 w 64"/>
                  <a:gd name="T5" fmla="*/ 62 h 68"/>
                  <a:gd name="T6" fmla="*/ 7 w 64"/>
                  <a:gd name="T7" fmla="*/ 62 h 68"/>
                  <a:gd name="T8" fmla="*/ 7 w 64"/>
                  <a:gd name="T9" fmla="*/ 40 h 68"/>
                  <a:gd name="T10" fmla="*/ 46 w 64"/>
                  <a:gd name="T11" fmla="*/ 0 h 68"/>
                  <a:gd name="T12" fmla="*/ 57 w 64"/>
                  <a:gd name="T13" fmla="*/ 11 h 68"/>
                </a:gdLst>
                <a:ahLst/>
                <a:cxnLst>
                  <a:cxn ang="0">
                    <a:pos x="T0" y="T1"/>
                  </a:cxn>
                  <a:cxn ang="0">
                    <a:pos x="T2" y="T3"/>
                  </a:cxn>
                  <a:cxn ang="0">
                    <a:pos x="T4" y="T5"/>
                  </a:cxn>
                  <a:cxn ang="0">
                    <a:pos x="T6" y="T7"/>
                  </a:cxn>
                  <a:cxn ang="0">
                    <a:pos x="T8" y="T9"/>
                  </a:cxn>
                  <a:cxn ang="0">
                    <a:pos x="T10" y="T11"/>
                  </a:cxn>
                  <a:cxn ang="0">
                    <a:pos x="T12" y="T13"/>
                  </a:cxn>
                </a:cxnLst>
                <a:rect l="0" t="0" r="r" b="b"/>
                <a:pathLst>
                  <a:path w="64" h="68">
                    <a:moveTo>
                      <a:pt x="57" y="11"/>
                    </a:moveTo>
                    <a:cubicBezTo>
                      <a:pt x="64" y="17"/>
                      <a:pt x="64" y="27"/>
                      <a:pt x="57" y="34"/>
                    </a:cubicBezTo>
                    <a:cubicBezTo>
                      <a:pt x="29" y="62"/>
                      <a:pt x="29" y="62"/>
                      <a:pt x="29" y="62"/>
                    </a:cubicBezTo>
                    <a:cubicBezTo>
                      <a:pt x="23" y="68"/>
                      <a:pt x="13" y="68"/>
                      <a:pt x="7" y="62"/>
                    </a:cubicBezTo>
                    <a:cubicBezTo>
                      <a:pt x="0" y="56"/>
                      <a:pt x="0" y="46"/>
                      <a:pt x="7" y="40"/>
                    </a:cubicBezTo>
                    <a:cubicBezTo>
                      <a:pt x="46" y="0"/>
                      <a:pt x="46" y="0"/>
                      <a:pt x="46" y="0"/>
                    </a:cubicBezTo>
                    <a:lnTo>
                      <a:pt x="57" y="11"/>
                    </a:lnTo>
                    <a:close/>
                  </a:path>
                </a:pathLst>
              </a:custGeom>
              <a:solidFill>
                <a:srgbClr val="EEBD6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45" name="Freeform 505"/>
              <p:cNvSpPr>
                <a:spLocks/>
              </p:cNvSpPr>
              <p:nvPr/>
            </p:nvSpPr>
            <p:spPr bwMode="auto">
              <a:xfrm>
                <a:off x="6589713" y="2162175"/>
                <a:ext cx="95250" cy="234950"/>
              </a:xfrm>
              <a:custGeom>
                <a:avLst/>
                <a:gdLst>
                  <a:gd name="T0" fmla="*/ 0 w 39"/>
                  <a:gd name="T1" fmla="*/ 73 h 97"/>
                  <a:gd name="T2" fmla="*/ 20 w 39"/>
                  <a:gd name="T3" fmla="*/ 93 h 97"/>
                  <a:gd name="T4" fmla="*/ 39 w 39"/>
                  <a:gd name="T5" fmla="*/ 87 h 97"/>
                  <a:gd name="T6" fmla="*/ 39 w 39"/>
                  <a:gd name="T7" fmla="*/ 10 h 97"/>
                  <a:gd name="T8" fmla="*/ 20 w 39"/>
                  <a:gd name="T9" fmla="*/ 4 h 97"/>
                  <a:gd name="T10" fmla="*/ 0 w 39"/>
                  <a:gd name="T11" fmla="*/ 24 h 97"/>
                  <a:gd name="T12" fmla="*/ 0 w 39"/>
                  <a:gd name="T13" fmla="*/ 73 h 97"/>
                </a:gdLst>
                <a:ahLst/>
                <a:cxnLst>
                  <a:cxn ang="0">
                    <a:pos x="T0" y="T1"/>
                  </a:cxn>
                  <a:cxn ang="0">
                    <a:pos x="T2" y="T3"/>
                  </a:cxn>
                  <a:cxn ang="0">
                    <a:pos x="T4" y="T5"/>
                  </a:cxn>
                  <a:cxn ang="0">
                    <a:pos x="T6" y="T7"/>
                  </a:cxn>
                  <a:cxn ang="0">
                    <a:pos x="T8" y="T9"/>
                  </a:cxn>
                  <a:cxn ang="0">
                    <a:pos x="T10" y="T11"/>
                  </a:cxn>
                  <a:cxn ang="0">
                    <a:pos x="T12" y="T13"/>
                  </a:cxn>
                </a:cxnLst>
                <a:rect l="0" t="0" r="r" b="b"/>
                <a:pathLst>
                  <a:path w="39" h="97">
                    <a:moveTo>
                      <a:pt x="0" y="73"/>
                    </a:moveTo>
                    <a:cubicBezTo>
                      <a:pt x="0" y="84"/>
                      <a:pt x="9" y="93"/>
                      <a:pt x="20" y="93"/>
                    </a:cubicBezTo>
                    <a:cubicBezTo>
                      <a:pt x="31" y="93"/>
                      <a:pt x="39" y="97"/>
                      <a:pt x="39" y="87"/>
                    </a:cubicBezTo>
                    <a:cubicBezTo>
                      <a:pt x="39" y="10"/>
                      <a:pt x="39" y="10"/>
                      <a:pt x="39" y="10"/>
                    </a:cubicBezTo>
                    <a:cubicBezTo>
                      <a:pt x="39" y="0"/>
                      <a:pt x="31" y="4"/>
                      <a:pt x="20" y="4"/>
                    </a:cubicBezTo>
                    <a:cubicBezTo>
                      <a:pt x="9" y="4"/>
                      <a:pt x="0" y="13"/>
                      <a:pt x="0" y="24"/>
                    </a:cubicBezTo>
                    <a:lnTo>
                      <a:pt x="0" y="73"/>
                    </a:lnTo>
                    <a:close/>
                  </a:path>
                </a:pathLst>
              </a:custGeom>
              <a:solidFill>
                <a:srgbClr val="EEBD6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46" name="Freeform 506"/>
              <p:cNvSpPr>
                <a:spLocks/>
              </p:cNvSpPr>
              <p:nvPr/>
            </p:nvSpPr>
            <p:spPr bwMode="auto">
              <a:xfrm>
                <a:off x="6667501" y="2085975"/>
                <a:ext cx="42863" cy="36513"/>
              </a:xfrm>
              <a:custGeom>
                <a:avLst/>
                <a:gdLst>
                  <a:gd name="T0" fmla="*/ 14 w 18"/>
                  <a:gd name="T1" fmla="*/ 0 h 15"/>
                  <a:gd name="T2" fmla="*/ 18 w 18"/>
                  <a:gd name="T3" fmla="*/ 4 h 15"/>
                  <a:gd name="T4" fmla="*/ 12 w 18"/>
                  <a:gd name="T5" fmla="*/ 10 h 15"/>
                  <a:gd name="T6" fmla="*/ 0 w 18"/>
                  <a:gd name="T7" fmla="*/ 14 h 15"/>
                  <a:gd name="T8" fmla="*/ 14 w 18"/>
                  <a:gd name="T9" fmla="*/ 0 h 15"/>
                </a:gdLst>
                <a:ahLst/>
                <a:cxnLst>
                  <a:cxn ang="0">
                    <a:pos x="T0" y="T1"/>
                  </a:cxn>
                  <a:cxn ang="0">
                    <a:pos x="T2" y="T3"/>
                  </a:cxn>
                  <a:cxn ang="0">
                    <a:pos x="T4" y="T5"/>
                  </a:cxn>
                  <a:cxn ang="0">
                    <a:pos x="T6" y="T7"/>
                  </a:cxn>
                  <a:cxn ang="0">
                    <a:pos x="T8" y="T9"/>
                  </a:cxn>
                </a:cxnLst>
                <a:rect l="0" t="0" r="r" b="b"/>
                <a:pathLst>
                  <a:path w="18" h="15">
                    <a:moveTo>
                      <a:pt x="14" y="0"/>
                    </a:moveTo>
                    <a:cubicBezTo>
                      <a:pt x="18" y="4"/>
                      <a:pt x="18" y="4"/>
                      <a:pt x="18" y="4"/>
                    </a:cubicBezTo>
                    <a:cubicBezTo>
                      <a:pt x="12" y="10"/>
                      <a:pt x="12" y="10"/>
                      <a:pt x="12" y="10"/>
                    </a:cubicBezTo>
                    <a:cubicBezTo>
                      <a:pt x="9" y="13"/>
                      <a:pt x="4" y="15"/>
                      <a:pt x="0" y="14"/>
                    </a:cubicBezTo>
                    <a:lnTo>
                      <a:pt x="14" y="0"/>
                    </a:lnTo>
                    <a:close/>
                  </a:path>
                </a:pathLst>
              </a:custGeom>
              <a:solidFill>
                <a:schemeClr val="accent3"/>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47" name="Freeform 507"/>
              <p:cNvSpPr>
                <a:spLocks/>
              </p:cNvSpPr>
              <p:nvPr/>
            </p:nvSpPr>
            <p:spPr bwMode="auto">
              <a:xfrm>
                <a:off x="6650038" y="2322513"/>
                <a:ext cx="155575" cy="406400"/>
              </a:xfrm>
              <a:custGeom>
                <a:avLst/>
                <a:gdLst>
                  <a:gd name="T0" fmla="*/ 0 w 64"/>
                  <a:gd name="T1" fmla="*/ 0 h 168"/>
                  <a:gd name="T2" fmla="*/ 64 w 64"/>
                  <a:gd name="T3" fmla="*/ 84 h 168"/>
                  <a:gd name="T4" fmla="*/ 0 w 64"/>
                  <a:gd name="T5" fmla="*/ 168 h 168"/>
                  <a:gd name="T6" fmla="*/ 0 w 64"/>
                  <a:gd name="T7" fmla="*/ 0 h 168"/>
                </a:gdLst>
                <a:ahLst/>
                <a:cxnLst>
                  <a:cxn ang="0">
                    <a:pos x="T0" y="T1"/>
                  </a:cxn>
                  <a:cxn ang="0">
                    <a:pos x="T2" y="T3"/>
                  </a:cxn>
                  <a:cxn ang="0">
                    <a:pos x="T4" y="T5"/>
                  </a:cxn>
                  <a:cxn ang="0">
                    <a:pos x="T6" y="T7"/>
                  </a:cxn>
                </a:cxnLst>
                <a:rect l="0" t="0" r="r" b="b"/>
                <a:pathLst>
                  <a:path w="64" h="168">
                    <a:moveTo>
                      <a:pt x="0" y="0"/>
                    </a:moveTo>
                    <a:cubicBezTo>
                      <a:pt x="37" y="11"/>
                      <a:pt x="64" y="44"/>
                      <a:pt x="64" y="84"/>
                    </a:cubicBezTo>
                    <a:cubicBezTo>
                      <a:pt x="64" y="124"/>
                      <a:pt x="37" y="158"/>
                      <a:pt x="0" y="168"/>
                    </a:cubicBezTo>
                    <a:lnTo>
                      <a:pt x="0" y="0"/>
                    </a:lnTo>
                    <a:close/>
                  </a:path>
                </a:pathLst>
              </a:custGeom>
              <a:solidFill>
                <a:srgbClr val="EEBD64"/>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548" name="Freeform 508"/>
              <p:cNvSpPr>
                <a:spLocks/>
              </p:cNvSpPr>
              <p:nvPr/>
            </p:nvSpPr>
            <p:spPr bwMode="auto">
              <a:xfrm>
                <a:off x="7281863" y="2435225"/>
                <a:ext cx="50800" cy="50800"/>
              </a:xfrm>
              <a:custGeom>
                <a:avLst/>
                <a:gdLst>
                  <a:gd name="T0" fmla="*/ 0 w 32"/>
                  <a:gd name="T1" fmla="*/ 32 h 32"/>
                  <a:gd name="T2" fmla="*/ 32 w 32"/>
                  <a:gd name="T3" fmla="*/ 28 h 32"/>
                  <a:gd name="T4" fmla="*/ 32 w 32"/>
                  <a:gd name="T5" fmla="*/ 6 h 32"/>
                  <a:gd name="T6" fmla="*/ 0 w 32"/>
                  <a:gd name="T7" fmla="*/ 0 h 32"/>
                  <a:gd name="T8" fmla="*/ 0 w 32"/>
                  <a:gd name="T9" fmla="*/ 32 h 32"/>
                </a:gdLst>
                <a:ahLst/>
                <a:cxnLst>
                  <a:cxn ang="0">
                    <a:pos x="T0" y="T1"/>
                  </a:cxn>
                  <a:cxn ang="0">
                    <a:pos x="T2" y="T3"/>
                  </a:cxn>
                  <a:cxn ang="0">
                    <a:pos x="T4" y="T5"/>
                  </a:cxn>
                  <a:cxn ang="0">
                    <a:pos x="T6" y="T7"/>
                  </a:cxn>
                  <a:cxn ang="0">
                    <a:pos x="T8" y="T9"/>
                  </a:cxn>
                </a:cxnLst>
                <a:rect l="0" t="0" r="r" b="b"/>
                <a:pathLst>
                  <a:path w="32" h="32">
                    <a:moveTo>
                      <a:pt x="0" y="32"/>
                    </a:moveTo>
                    <a:lnTo>
                      <a:pt x="32" y="28"/>
                    </a:lnTo>
                    <a:lnTo>
                      <a:pt x="32" y="6"/>
                    </a:lnTo>
                    <a:lnTo>
                      <a:pt x="0" y="0"/>
                    </a:lnTo>
                    <a:lnTo>
                      <a:pt x="0" y="32"/>
                    </a:lnTo>
                    <a:close/>
                  </a:path>
                </a:pathLst>
              </a:custGeom>
              <a:solidFill>
                <a:srgbClr val="505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grpSp>
      </p:grpSp>
      <p:grpSp>
        <p:nvGrpSpPr>
          <p:cNvPr id="21" name="Group 20"/>
          <p:cNvGrpSpPr/>
          <p:nvPr/>
        </p:nvGrpSpPr>
        <p:grpSpPr>
          <a:xfrm>
            <a:off x="440191" y="3094381"/>
            <a:ext cx="3816651" cy="3289988"/>
            <a:chOff x="446695" y="3155795"/>
            <a:chExt cx="3894750" cy="3357310"/>
          </a:xfrm>
        </p:grpSpPr>
        <p:grpSp>
          <p:nvGrpSpPr>
            <p:cNvPr id="19" name="Group 18"/>
            <p:cNvGrpSpPr/>
            <p:nvPr/>
          </p:nvGrpSpPr>
          <p:grpSpPr>
            <a:xfrm>
              <a:off x="446695" y="3155795"/>
              <a:ext cx="1862135" cy="3357310"/>
              <a:chOff x="446695" y="3155795"/>
              <a:chExt cx="1862135" cy="3357310"/>
            </a:xfrm>
          </p:grpSpPr>
          <p:sp>
            <p:nvSpPr>
              <p:cNvPr id="227" name="Rectangle 203"/>
              <p:cNvSpPr>
                <a:spLocks noChangeArrowheads="1"/>
              </p:cNvSpPr>
              <p:nvPr/>
            </p:nvSpPr>
            <p:spPr bwMode="auto">
              <a:xfrm>
                <a:off x="446695" y="3155795"/>
                <a:ext cx="1862135" cy="3357310"/>
              </a:xfrm>
              <a:prstGeom prst="rect">
                <a:avLst/>
              </a:prstGeom>
              <a:solidFill>
                <a:srgbClr val="8346C6"/>
              </a:solid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grpSp>
            <p:nvGrpSpPr>
              <p:cNvPr id="359" name="Group 120"/>
              <p:cNvGrpSpPr/>
              <p:nvPr/>
            </p:nvGrpSpPr>
            <p:grpSpPr>
              <a:xfrm>
                <a:off x="882393" y="3526501"/>
                <a:ext cx="1006676" cy="1102030"/>
                <a:chOff x="4924425" y="-1920875"/>
                <a:chExt cx="1173163" cy="1284287"/>
              </a:xfrm>
              <a:solidFill>
                <a:schemeClr val="bg1"/>
              </a:solidFill>
            </p:grpSpPr>
            <p:sp>
              <p:nvSpPr>
                <p:cNvPr id="353" name="Freeform 320"/>
                <p:cNvSpPr>
                  <a:spLocks/>
                </p:cNvSpPr>
                <p:nvPr/>
              </p:nvSpPr>
              <p:spPr bwMode="auto">
                <a:xfrm>
                  <a:off x="4924425" y="-1100138"/>
                  <a:ext cx="130175" cy="290512"/>
                </a:xfrm>
                <a:custGeom>
                  <a:avLst/>
                  <a:gdLst>
                    <a:gd name="T0" fmla="*/ 82 w 82"/>
                    <a:gd name="T1" fmla="*/ 176 h 183"/>
                    <a:gd name="T2" fmla="*/ 18 w 82"/>
                    <a:gd name="T3" fmla="*/ 183 h 183"/>
                    <a:gd name="T4" fmla="*/ 0 w 82"/>
                    <a:gd name="T5" fmla="*/ 5 h 183"/>
                    <a:gd name="T6" fmla="*/ 65 w 82"/>
                    <a:gd name="T7" fmla="*/ 0 h 183"/>
                    <a:gd name="T8" fmla="*/ 82 w 82"/>
                    <a:gd name="T9" fmla="*/ 176 h 183"/>
                  </a:gdLst>
                  <a:ahLst/>
                  <a:cxnLst>
                    <a:cxn ang="0">
                      <a:pos x="T0" y="T1"/>
                    </a:cxn>
                    <a:cxn ang="0">
                      <a:pos x="T2" y="T3"/>
                    </a:cxn>
                    <a:cxn ang="0">
                      <a:pos x="T4" y="T5"/>
                    </a:cxn>
                    <a:cxn ang="0">
                      <a:pos x="T6" y="T7"/>
                    </a:cxn>
                    <a:cxn ang="0">
                      <a:pos x="T8" y="T9"/>
                    </a:cxn>
                  </a:cxnLst>
                  <a:rect l="0" t="0" r="r" b="b"/>
                  <a:pathLst>
                    <a:path w="82" h="183">
                      <a:moveTo>
                        <a:pt x="82" y="176"/>
                      </a:moveTo>
                      <a:lnTo>
                        <a:pt x="18" y="183"/>
                      </a:lnTo>
                      <a:lnTo>
                        <a:pt x="0" y="5"/>
                      </a:lnTo>
                      <a:lnTo>
                        <a:pt x="65" y="0"/>
                      </a:lnTo>
                      <a:lnTo>
                        <a:pt x="82" y="176"/>
                      </a:lnTo>
                      <a:close/>
                    </a:path>
                  </a:pathLst>
                </a:custGeom>
                <a:grp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54" name="Freeform 321"/>
                <p:cNvSpPr>
                  <a:spLocks/>
                </p:cNvSpPr>
                <p:nvPr/>
              </p:nvSpPr>
              <p:spPr bwMode="auto">
                <a:xfrm>
                  <a:off x="5962650" y="-1103313"/>
                  <a:ext cx="134938" cy="293687"/>
                </a:xfrm>
                <a:custGeom>
                  <a:avLst/>
                  <a:gdLst>
                    <a:gd name="T0" fmla="*/ 62 w 85"/>
                    <a:gd name="T1" fmla="*/ 185 h 185"/>
                    <a:gd name="T2" fmla="*/ 0 w 85"/>
                    <a:gd name="T3" fmla="*/ 176 h 185"/>
                    <a:gd name="T4" fmla="*/ 21 w 85"/>
                    <a:gd name="T5" fmla="*/ 0 h 185"/>
                    <a:gd name="T6" fmla="*/ 85 w 85"/>
                    <a:gd name="T7" fmla="*/ 9 h 185"/>
                    <a:gd name="T8" fmla="*/ 62 w 85"/>
                    <a:gd name="T9" fmla="*/ 185 h 185"/>
                  </a:gdLst>
                  <a:ahLst/>
                  <a:cxnLst>
                    <a:cxn ang="0">
                      <a:pos x="T0" y="T1"/>
                    </a:cxn>
                    <a:cxn ang="0">
                      <a:pos x="T2" y="T3"/>
                    </a:cxn>
                    <a:cxn ang="0">
                      <a:pos x="T4" y="T5"/>
                    </a:cxn>
                    <a:cxn ang="0">
                      <a:pos x="T6" y="T7"/>
                    </a:cxn>
                    <a:cxn ang="0">
                      <a:pos x="T8" y="T9"/>
                    </a:cxn>
                  </a:cxnLst>
                  <a:rect l="0" t="0" r="r" b="b"/>
                  <a:pathLst>
                    <a:path w="85" h="185">
                      <a:moveTo>
                        <a:pt x="62" y="185"/>
                      </a:moveTo>
                      <a:lnTo>
                        <a:pt x="0" y="176"/>
                      </a:lnTo>
                      <a:lnTo>
                        <a:pt x="21" y="0"/>
                      </a:lnTo>
                      <a:lnTo>
                        <a:pt x="85" y="9"/>
                      </a:lnTo>
                      <a:lnTo>
                        <a:pt x="62" y="185"/>
                      </a:lnTo>
                      <a:close/>
                    </a:path>
                  </a:pathLst>
                </a:custGeom>
                <a:grp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55" name="Freeform 322"/>
                <p:cNvSpPr>
                  <a:spLocks/>
                </p:cNvSpPr>
                <p:nvPr/>
              </p:nvSpPr>
              <p:spPr bwMode="auto">
                <a:xfrm>
                  <a:off x="5010150" y="-1304925"/>
                  <a:ext cx="260350" cy="668337"/>
                </a:xfrm>
                <a:custGeom>
                  <a:avLst/>
                  <a:gdLst>
                    <a:gd name="T0" fmla="*/ 90 w 92"/>
                    <a:gd name="T1" fmla="*/ 206 h 236"/>
                    <a:gd name="T2" fmla="*/ 69 w 92"/>
                    <a:gd name="T3" fmla="*/ 232 h 236"/>
                    <a:gd name="T4" fmla="*/ 46 w 92"/>
                    <a:gd name="T5" fmla="*/ 234 h 236"/>
                    <a:gd name="T6" fmla="*/ 20 w 92"/>
                    <a:gd name="T7" fmla="*/ 213 h 236"/>
                    <a:gd name="T8" fmla="*/ 2 w 92"/>
                    <a:gd name="T9" fmla="*/ 30 h 236"/>
                    <a:gd name="T10" fmla="*/ 23 w 92"/>
                    <a:gd name="T11" fmla="*/ 4 h 236"/>
                    <a:gd name="T12" fmla="*/ 46 w 92"/>
                    <a:gd name="T13" fmla="*/ 1 h 236"/>
                    <a:gd name="T14" fmla="*/ 72 w 92"/>
                    <a:gd name="T15" fmla="*/ 23 h 236"/>
                    <a:gd name="T16" fmla="*/ 90 w 92"/>
                    <a:gd name="T17" fmla="*/ 20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 h="236">
                      <a:moveTo>
                        <a:pt x="90" y="206"/>
                      </a:moveTo>
                      <a:cubicBezTo>
                        <a:pt x="92" y="219"/>
                        <a:pt x="82" y="231"/>
                        <a:pt x="69" y="232"/>
                      </a:cubicBezTo>
                      <a:cubicBezTo>
                        <a:pt x="46" y="234"/>
                        <a:pt x="46" y="234"/>
                        <a:pt x="46" y="234"/>
                      </a:cubicBezTo>
                      <a:cubicBezTo>
                        <a:pt x="33" y="236"/>
                        <a:pt x="21" y="226"/>
                        <a:pt x="20" y="213"/>
                      </a:cubicBezTo>
                      <a:cubicBezTo>
                        <a:pt x="2" y="30"/>
                        <a:pt x="2" y="30"/>
                        <a:pt x="2" y="30"/>
                      </a:cubicBezTo>
                      <a:cubicBezTo>
                        <a:pt x="0" y="17"/>
                        <a:pt x="10" y="5"/>
                        <a:pt x="23" y="4"/>
                      </a:cubicBezTo>
                      <a:cubicBezTo>
                        <a:pt x="46" y="1"/>
                        <a:pt x="46" y="1"/>
                        <a:pt x="46" y="1"/>
                      </a:cubicBezTo>
                      <a:cubicBezTo>
                        <a:pt x="59" y="0"/>
                        <a:pt x="71" y="10"/>
                        <a:pt x="72" y="23"/>
                      </a:cubicBezTo>
                      <a:lnTo>
                        <a:pt x="90" y="206"/>
                      </a:lnTo>
                      <a:close/>
                    </a:path>
                  </a:pathLst>
                </a:custGeom>
                <a:grp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56" name="Freeform 323"/>
                <p:cNvSpPr>
                  <a:spLocks/>
                </p:cNvSpPr>
                <p:nvPr/>
              </p:nvSpPr>
              <p:spPr bwMode="auto">
                <a:xfrm>
                  <a:off x="5740400" y="-1309688"/>
                  <a:ext cx="274638" cy="666750"/>
                </a:xfrm>
                <a:custGeom>
                  <a:avLst/>
                  <a:gdLst>
                    <a:gd name="T0" fmla="*/ 72 w 97"/>
                    <a:gd name="T1" fmla="*/ 214 h 236"/>
                    <a:gd name="T2" fmla="*/ 45 w 97"/>
                    <a:gd name="T3" fmla="*/ 235 h 236"/>
                    <a:gd name="T4" fmla="*/ 22 w 97"/>
                    <a:gd name="T5" fmla="*/ 232 h 236"/>
                    <a:gd name="T6" fmla="*/ 2 w 97"/>
                    <a:gd name="T7" fmla="*/ 205 h 236"/>
                    <a:gd name="T8" fmla="*/ 26 w 97"/>
                    <a:gd name="T9" fmla="*/ 22 h 236"/>
                    <a:gd name="T10" fmla="*/ 52 w 97"/>
                    <a:gd name="T11" fmla="*/ 2 h 236"/>
                    <a:gd name="T12" fmla="*/ 75 w 97"/>
                    <a:gd name="T13" fmla="*/ 5 h 236"/>
                    <a:gd name="T14" fmla="*/ 96 w 97"/>
                    <a:gd name="T15" fmla="*/ 31 h 236"/>
                    <a:gd name="T16" fmla="*/ 72 w 97"/>
                    <a:gd name="T17" fmla="*/ 21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7" h="236">
                      <a:moveTo>
                        <a:pt x="72" y="214"/>
                      </a:moveTo>
                      <a:cubicBezTo>
                        <a:pt x="70" y="227"/>
                        <a:pt x="58" y="236"/>
                        <a:pt x="45" y="235"/>
                      </a:cubicBezTo>
                      <a:cubicBezTo>
                        <a:pt x="22" y="232"/>
                        <a:pt x="22" y="232"/>
                        <a:pt x="22" y="232"/>
                      </a:cubicBezTo>
                      <a:cubicBezTo>
                        <a:pt x="9" y="230"/>
                        <a:pt x="0" y="218"/>
                        <a:pt x="2" y="205"/>
                      </a:cubicBezTo>
                      <a:cubicBezTo>
                        <a:pt x="26" y="22"/>
                        <a:pt x="26" y="22"/>
                        <a:pt x="26" y="22"/>
                      </a:cubicBezTo>
                      <a:cubicBezTo>
                        <a:pt x="27" y="9"/>
                        <a:pt x="39" y="0"/>
                        <a:pt x="52" y="2"/>
                      </a:cubicBezTo>
                      <a:cubicBezTo>
                        <a:pt x="75" y="5"/>
                        <a:pt x="75" y="5"/>
                        <a:pt x="75" y="5"/>
                      </a:cubicBezTo>
                      <a:cubicBezTo>
                        <a:pt x="88" y="6"/>
                        <a:pt x="97" y="18"/>
                        <a:pt x="96" y="31"/>
                      </a:cubicBezTo>
                      <a:lnTo>
                        <a:pt x="72" y="214"/>
                      </a:lnTo>
                      <a:close/>
                    </a:path>
                  </a:pathLst>
                </a:custGeom>
                <a:grp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57" name="Freeform 324"/>
                <p:cNvSpPr>
                  <a:spLocks/>
                </p:cNvSpPr>
                <p:nvPr/>
              </p:nvSpPr>
              <p:spPr bwMode="auto">
                <a:xfrm>
                  <a:off x="4959350" y="-1901825"/>
                  <a:ext cx="1109663" cy="823912"/>
                </a:xfrm>
                <a:custGeom>
                  <a:avLst/>
                  <a:gdLst>
                    <a:gd name="T0" fmla="*/ 386 w 392"/>
                    <a:gd name="T1" fmla="*/ 291 h 291"/>
                    <a:gd name="T2" fmla="*/ 380 w 392"/>
                    <a:gd name="T3" fmla="*/ 285 h 291"/>
                    <a:gd name="T4" fmla="*/ 380 w 392"/>
                    <a:gd name="T5" fmla="*/ 174 h 291"/>
                    <a:gd name="T6" fmla="*/ 218 w 392"/>
                    <a:gd name="T7" fmla="*/ 12 h 291"/>
                    <a:gd name="T8" fmla="*/ 174 w 392"/>
                    <a:gd name="T9" fmla="*/ 12 h 291"/>
                    <a:gd name="T10" fmla="*/ 12 w 392"/>
                    <a:gd name="T11" fmla="*/ 174 h 291"/>
                    <a:gd name="T12" fmla="*/ 12 w 392"/>
                    <a:gd name="T13" fmla="*/ 285 h 291"/>
                    <a:gd name="T14" fmla="*/ 6 w 392"/>
                    <a:gd name="T15" fmla="*/ 291 h 291"/>
                    <a:gd name="T16" fmla="*/ 0 w 392"/>
                    <a:gd name="T17" fmla="*/ 285 h 291"/>
                    <a:gd name="T18" fmla="*/ 0 w 392"/>
                    <a:gd name="T19" fmla="*/ 174 h 291"/>
                    <a:gd name="T20" fmla="*/ 174 w 392"/>
                    <a:gd name="T21" fmla="*/ 0 h 291"/>
                    <a:gd name="T22" fmla="*/ 218 w 392"/>
                    <a:gd name="T23" fmla="*/ 0 h 291"/>
                    <a:gd name="T24" fmla="*/ 392 w 392"/>
                    <a:gd name="T25" fmla="*/ 174 h 291"/>
                    <a:gd name="T26" fmla="*/ 392 w 392"/>
                    <a:gd name="T27" fmla="*/ 285 h 291"/>
                    <a:gd name="T28" fmla="*/ 386 w 392"/>
                    <a:gd name="T29" fmla="*/ 291 h 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2" h="291">
                      <a:moveTo>
                        <a:pt x="386" y="291"/>
                      </a:moveTo>
                      <a:cubicBezTo>
                        <a:pt x="383" y="291"/>
                        <a:pt x="380" y="288"/>
                        <a:pt x="380" y="285"/>
                      </a:cubicBezTo>
                      <a:cubicBezTo>
                        <a:pt x="380" y="174"/>
                        <a:pt x="380" y="174"/>
                        <a:pt x="380" y="174"/>
                      </a:cubicBezTo>
                      <a:cubicBezTo>
                        <a:pt x="380" y="85"/>
                        <a:pt x="307" y="12"/>
                        <a:pt x="218" y="12"/>
                      </a:cubicBezTo>
                      <a:cubicBezTo>
                        <a:pt x="174" y="12"/>
                        <a:pt x="174" y="12"/>
                        <a:pt x="174" y="12"/>
                      </a:cubicBezTo>
                      <a:cubicBezTo>
                        <a:pt x="85" y="12"/>
                        <a:pt x="12" y="85"/>
                        <a:pt x="12" y="174"/>
                      </a:cubicBezTo>
                      <a:cubicBezTo>
                        <a:pt x="12" y="285"/>
                        <a:pt x="12" y="285"/>
                        <a:pt x="12" y="285"/>
                      </a:cubicBezTo>
                      <a:cubicBezTo>
                        <a:pt x="12" y="288"/>
                        <a:pt x="9" y="291"/>
                        <a:pt x="6" y="291"/>
                      </a:cubicBezTo>
                      <a:cubicBezTo>
                        <a:pt x="2" y="291"/>
                        <a:pt x="0" y="288"/>
                        <a:pt x="0" y="285"/>
                      </a:cubicBezTo>
                      <a:cubicBezTo>
                        <a:pt x="0" y="174"/>
                        <a:pt x="0" y="174"/>
                        <a:pt x="0" y="174"/>
                      </a:cubicBezTo>
                      <a:cubicBezTo>
                        <a:pt x="0" y="78"/>
                        <a:pt x="78" y="0"/>
                        <a:pt x="174" y="0"/>
                      </a:cubicBezTo>
                      <a:cubicBezTo>
                        <a:pt x="218" y="0"/>
                        <a:pt x="218" y="0"/>
                        <a:pt x="218" y="0"/>
                      </a:cubicBezTo>
                      <a:cubicBezTo>
                        <a:pt x="314" y="0"/>
                        <a:pt x="392" y="78"/>
                        <a:pt x="392" y="174"/>
                      </a:cubicBezTo>
                      <a:cubicBezTo>
                        <a:pt x="392" y="285"/>
                        <a:pt x="392" y="285"/>
                        <a:pt x="392" y="285"/>
                      </a:cubicBezTo>
                      <a:cubicBezTo>
                        <a:pt x="392" y="288"/>
                        <a:pt x="389" y="291"/>
                        <a:pt x="386" y="291"/>
                      </a:cubicBezTo>
                      <a:close/>
                    </a:path>
                  </a:pathLst>
                </a:custGeom>
                <a:grp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sp>
              <p:nvSpPr>
                <p:cNvPr id="358" name="Freeform 325"/>
                <p:cNvSpPr>
                  <a:spLocks/>
                </p:cNvSpPr>
                <p:nvPr/>
              </p:nvSpPr>
              <p:spPr bwMode="auto">
                <a:xfrm>
                  <a:off x="4995863" y="-1920875"/>
                  <a:ext cx="1033463" cy="317500"/>
                </a:xfrm>
                <a:custGeom>
                  <a:avLst/>
                  <a:gdLst>
                    <a:gd name="T0" fmla="*/ 350 w 365"/>
                    <a:gd name="T1" fmla="*/ 110 h 112"/>
                    <a:gd name="T2" fmla="*/ 339 w 365"/>
                    <a:gd name="T3" fmla="*/ 103 h 112"/>
                    <a:gd name="T4" fmla="*/ 205 w 365"/>
                    <a:gd name="T5" fmla="*/ 26 h 112"/>
                    <a:gd name="T6" fmla="*/ 161 w 365"/>
                    <a:gd name="T7" fmla="*/ 26 h 112"/>
                    <a:gd name="T8" fmla="*/ 27 w 365"/>
                    <a:gd name="T9" fmla="*/ 103 h 112"/>
                    <a:gd name="T10" fmla="*/ 9 w 365"/>
                    <a:gd name="T11" fmla="*/ 108 h 112"/>
                    <a:gd name="T12" fmla="*/ 4 w 365"/>
                    <a:gd name="T13" fmla="*/ 90 h 112"/>
                    <a:gd name="T14" fmla="*/ 161 w 365"/>
                    <a:gd name="T15" fmla="*/ 0 h 112"/>
                    <a:gd name="T16" fmla="*/ 205 w 365"/>
                    <a:gd name="T17" fmla="*/ 0 h 112"/>
                    <a:gd name="T18" fmla="*/ 362 w 365"/>
                    <a:gd name="T19" fmla="*/ 90 h 112"/>
                    <a:gd name="T20" fmla="*/ 357 w 365"/>
                    <a:gd name="T21" fmla="*/ 108 h 112"/>
                    <a:gd name="T22" fmla="*/ 350 w 365"/>
                    <a:gd name="T23" fmla="*/ 11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65" h="112">
                      <a:moveTo>
                        <a:pt x="350" y="110"/>
                      </a:moveTo>
                      <a:cubicBezTo>
                        <a:pt x="345" y="110"/>
                        <a:pt x="341" y="108"/>
                        <a:pt x="339" y="103"/>
                      </a:cubicBezTo>
                      <a:cubicBezTo>
                        <a:pt x="311" y="56"/>
                        <a:pt x="259" y="26"/>
                        <a:pt x="205" y="26"/>
                      </a:cubicBezTo>
                      <a:cubicBezTo>
                        <a:pt x="161" y="26"/>
                        <a:pt x="161" y="26"/>
                        <a:pt x="161" y="26"/>
                      </a:cubicBezTo>
                      <a:cubicBezTo>
                        <a:pt x="106" y="26"/>
                        <a:pt x="55" y="56"/>
                        <a:pt x="27" y="103"/>
                      </a:cubicBezTo>
                      <a:cubicBezTo>
                        <a:pt x="23" y="110"/>
                        <a:pt x="15" y="112"/>
                        <a:pt x="9" y="108"/>
                      </a:cubicBezTo>
                      <a:cubicBezTo>
                        <a:pt x="3" y="105"/>
                        <a:pt x="0" y="96"/>
                        <a:pt x="4" y="90"/>
                      </a:cubicBezTo>
                      <a:cubicBezTo>
                        <a:pt x="37" y="34"/>
                        <a:pt x="97" y="0"/>
                        <a:pt x="161" y="0"/>
                      </a:cubicBezTo>
                      <a:cubicBezTo>
                        <a:pt x="205" y="0"/>
                        <a:pt x="205" y="0"/>
                        <a:pt x="205" y="0"/>
                      </a:cubicBezTo>
                      <a:cubicBezTo>
                        <a:pt x="269" y="0"/>
                        <a:pt x="329" y="34"/>
                        <a:pt x="362" y="90"/>
                      </a:cubicBezTo>
                      <a:cubicBezTo>
                        <a:pt x="365" y="96"/>
                        <a:pt x="363" y="105"/>
                        <a:pt x="357" y="108"/>
                      </a:cubicBezTo>
                      <a:cubicBezTo>
                        <a:pt x="355" y="109"/>
                        <a:pt x="352" y="110"/>
                        <a:pt x="350" y="110"/>
                      </a:cubicBezTo>
                      <a:close/>
                    </a:path>
                  </a:pathLst>
                </a:custGeom>
                <a:grpFill/>
                <a:ln>
                  <a:noFill/>
                </a:ln>
              </p:spPr>
              <p:txBody>
                <a:bodyPr vert="horz" wrap="square" lIns="87845" tIns="43921" rIns="87845" bIns="43921" numCol="1" anchor="t" anchorCtr="0" compatLnSpc="1">
                  <a:prstTxWarp prst="textNoShape">
                    <a:avLst/>
                  </a:prstTxWarp>
                </a:bodyPr>
                <a:lstStyle/>
                <a:p>
                  <a:pPr defTabSz="895999">
                    <a:defRPr/>
                  </a:pPr>
                  <a:endParaRPr lang="en-US" sz="1729">
                    <a:solidFill>
                      <a:srgbClr val="404040"/>
                    </a:solidFill>
                    <a:latin typeface="Segoe UI"/>
                  </a:endParaRPr>
                </a:p>
              </p:txBody>
            </p:sp>
          </p:grpSp>
        </p:grpSp>
        <p:sp>
          <p:nvSpPr>
            <p:cNvPr id="215" name="Rectangle 203"/>
            <p:cNvSpPr>
              <a:spLocks noChangeArrowheads="1"/>
            </p:cNvSpPr>
            <p:nvPr/>
          </p:nvSpPr>
          <p:spPr bwMode="auto">
            <a:xfrm>
              <a:off x="461603" y="4916603"/>
              <a:ext cx="3879842" cy="1596502"/>
            </a:xfrm>
            <a:prstGeom prst="rect">
              <a:avLst/>
            </a:prstGeom>
            <a:solidFill>
              <a:srgbClr val="8346C6"/>
            </a:solidFill>
            <a:ln>
              <a:noFill/>
            </a:ln>
          </p:spPr>
          <p:txBody>
            <a:bodyPr vert="horz" wrap="square" lIns="87845" tIns="43921" rIns="87845" bIns="43921" numCol="1" anchor="ctr" anchorCtr="0" compatLnSpc="1">
              <a:prstTxWarp prst="textNoShape">
                <a:avLst/>
              </a:prstTxWarp>
            </a:bodyPr>
            <a:lstStyle/>
            <a:p>
              <a:pPr algn="ctr" defTabSz="895999">
                <a:defRPr/>
              </a:pPr>
              <a:r>
                <a:rPr lang="en-US" sz="3919" b="1" dirty="0">
                  <a:gradFill>
                    <a:gsLst>
                      <a:gs pos="0">
                        <a:srgbClr val="FFFFFF"/>
                      </a:gs>
                      <a:gs pos="100000">
                        <a:srgbClr val="FFFFFF"/>
                      </a:gs>
                    </a:gsLst>
                    <a:lin ang="5400000" scaled="0"/>
                  </a:gradFill>
                  <a:latin typeface="Segoe UI Light"/>
                </a:rPr>
                <a:t>Podcasts</a:t>
              </a:r>
              <a:r>
                <a:rPr lang="en-US" sz="1729" dirty="0">
                  <a:solidFill>
                    <a:srgbClr val="404040"/>
                  </a:solidFill>
                  <a:latin typeface="Segoe UI"/>
                </a:rPr>
                <a:t/>
              </a:r>
              <a:br>
                <a:rPr lang="en-US" sz="1729" dirty="0">
                  <a:solidFill>
                    <a:srgbClr val="404040"/>
                  </a:solidFill>
                  <a:latin typeface="Segoe UI"/>
                </a:rPr>
              </a:br>
              <a:r>
                <a:rPr lang="en-US" sz="1764" spc="-49" dirty="0">
                  <a:solidFill>
                    <a:srgbClr val="404040"/>
                  </a:solidFill>
                  <a:latin typeface="Segoe UI"/>
                  <a:hlinkClick r:id="rId7"/>
                </a:rPr>
                <a:t>http://</a:t>
              </a:r>
              <a:r>
                <a:rPr lang="en-US" sz="1764" dirty="0">
                  <a:solidFill>
                    <a:srgbClr val="404040"/>
                  </a:solidFill>
                  <a:latin typeface="Segoe UI"/>
                  <a:hlinkClick r:id="rId7"/>
                </a:rPr>
                <a:t>dev.office.com/podcasts</a:t>
              </a:r>
              <a:r>
                <a:rPr lang="en-US" sz="1764" spc="-49" dirty="0">
                  <a:solidFill>
                    <a:srgbClr val="404040"/>
                  </a:solidFill>
                  <a:latin typeface="Segoe UI"/>
                </a:rPr>
                <a:t> </a:t>
              </a:r>
            </a:p>
            <a:p>
              <a:pPr algn="ctr" defTabSz="895999">
                <a:defRPr/>
              </a:pPr>
              <a:endParaRPr lang="en-US" sz="1729" dirty="0">
                <a:solidFill>
                  <a:srgbClr val="404040"/>
                </a:solidFill>
                <a:latin typeface="Segoe UI"/>
              </a:endParaRPr>
            </a:p>
          </p:txBody>
        </p:sp>
      </p:grpSp>
      <p:grpSp>
        <p:nvGrpSpPr>
          <p:cNvPr id="15" name="Group 14"/>
          <p:cNvGrpSpPr/>
          <p:nvPr/>
        </p:nvGrpSpPr>
        <p:grpSpPr>
          <a:xfrm>
            <a:off x="9933534" y="4819881"/>
            <a:ext cx="1807984" cy="1566444"/>
            <a:chOff x="10134295" y="4916603"/>
            <a:chExt cx="1844980" cy="1598497"/>
          </a:xfrm>
        </p:grpSpPr>
        <p:sp>
          <p:nvSpPr>
            <p:cNvPr id="222" name="Rectangle 153"/>
            <p:cNvSpPr>
              <a:spLocks noChangeArrowheads="1"/>
            </p:cNvSpPr>
            <p:nvPr/>
          </p:nvSpPr>
          <p:spPr bwMode="auto">
            <a:xfrm>
              <a:off x="10134295" y="4916603"/>
              <a:ext cx="1844980" cy="1598497"/>
            </a:xfrm>
            <a:prstGeom prst="rect">
              <a:avLst/>
            </a:prstGeom>
            <a:solidFill>
              <a:srgbClr val="008272"/>
            </a:solidFill>
            <a:ln>
              <a:noFill/>
            </a:ln>
          </p:spPr>
          <p:txBody>
            <a:bodyPr vert="horz" wrap="square" lIns="87845" tIns="43921" rIns="87845" bIns="43921" numCol="1" anchor="t" anchorCtr="0" compatLnSpc="1">
              <a:prstTxWarp prst="textNoShape">
                <a:avLst/>
              </a:prstTxWarp>
            </a:bodyPr>
            <a:lstStyle/>
            <a:p>
              <a:pPr defTabSz="895999">
                <a:defRPr/>
              </a:pPr>
              <a:r>
                <a:rPr lang="en-US" sz="1764" b="1" dirty="0" err="1">
                  <a:gradFill>
                    <a:gsLst>
                      <a:gs pos="0">
                        <a:srgbClr val="FFFFFF"/>
                      </a:gs>
                      <a:gs pos="100000">
                        <a:srgbClr val="FFFFFF"/>
                      </a:gs>
                    </a:gsLst>
                    <a:lin ang="5400000" scaled="0"/>
                  </a:gradFill>
                  <a:latin typeface="Segoe UI Light"/>
                </a:rPr>
                <a:t>UserVoice</a:t>
              </a:r>
              <a:endParaRPr lang="en-US" sz="1764" b="1" dirty="0">
                <a:gradFill>
                  <a:gsLst>
                    <a:gs pos="0">
                      <a:srgbClr val="FFFFFF"/>
                    </a:gs>
                    <a:gs pos="100000">
                      <a:srgbClr val="FFFFFF"/>
                    </a:gs>
                  </a:gsLst>
                  <a:lin ang="5400000" scaled="0"/>
                </a:gradFill>
                <a:latin typeface="Segoe UI Light"/>
              </a:endParaRPr>
            </a:p>
            <a:p>
              <a:pPr defTabSz="895999">
                <a:defRPr/>
              </a:pPr>
              <a:endParaRPr lang="en-US" sz="1764" b="1" dirty="0">
                <a:gradFill>
                  <a:gsLst>
                    <a:gs pos="0">
                      <a:srgbClr val="FFFFFF"/>
                    </a:gs>
                    <a:gs pos="100000">
                      <a:srgbClr val="FFFFFF"/>
                    </a:gs>
                  </a:gsLst>
                  <a:lin ang="5400000" scaled="0"/>
                </a:gradFill>
                <a:latin typeface="Segoe UI Light"/>
              </a:endParaRPr>
            </a:p>
            <a:p>
              <a:pPr defTabSz="895999">
                <a:defRPr/>
              </a:pPr>
              <a:endParaRPr lang="en-US" sz="1764" b="1" dirty="0">
                <a:gradFill>
                  <a:gsLst>
                    <a:gs pos="0">
                      <a:srgbClr val="FFFFFF"/>
                    </a:gs>
                    <a:gs pos="100000">
                      <a:srgbClr val="FFFFFF"/>
                    </a:gs>
                  </a:gsLst>
                  <a:lin ang="5400000" scaled="0"/>
                </a:gradFill>
                <a:latin typeface="Segoe UI Light"/>
              </a:endParaRPr>
            </a:p>
            <a:p>
              <a:pPr defTabSz="895999">
                <a:defRPr/>
              </a:pPr>
              <a:endParaRPr lang="en-US" sz="1764" b="1" dirty="0">
                <a:gradFill>
                  <a:gsLst>
                    <a:gs pos="0">
                      <a:srgbClr val="FFFFFF"/>
                    </a:gs>
                    <a:gs pos="100000">
                      <a:srgbClr val="FFFFFF"/>
                    </a:gs>
                  </a:gsLst>
                  <a:lin ang="5400000" scaled="0"/>
                </a:gradFill>
                <a:latin typeface="Segoe UI Light"/>
              </a:endParaRPr>
            </a:p>
            <a:p>
              <a:pPr defTabSz="895999">
                <a:defRPr/>
              </a:pPr>
              <a:r>
                <a:rPr lang="en-US" sz="1175" dirty="0">
                  <a:solidFill>
                    <a:srgbClr val="404040"/>
                  </a:solidFill>
                  <a:latin typeface="Segoe UI"/>
                  <a:hlinkClick r:id="rId8"/>
                </a:rPr>
                <a:t>http://officespdev.uservoice.com/</a:t>
              </a:r>
              <a:r>
                <a:rPr lang="en-US" sz="1175" dirty="0">
                  <a:solidFill>
                    <a:srgbClr val="404040"/>
                  </a:solidFill>
                  <a:latin typeface="Segoe UI"/>
                </a:rPr>
                <a:t> </a:t>
              </a:r>
            </a:p>
            <a:p>
              <a:pPr defTabSz="895999">
                <a:defRPr/>
              </a:pPr>
              <a:endParaRPr lang="en-US" sz="1764" b="1" dirty="0">
                <a:gradFill>
                  <a:gsLst>
                    <a:gs pos="0">
                      <a:srgbClr val="FFFFFF"/>
                    </a:gs>
                    <a:gs pos="100000">
                      <a:srgbClr val="FFFFFF"/>
                    </a:gs>
                  </a:gsLst>
                  <a:lin ang="5400000" scaled="0"/>
                </a:gradFill>
                <a:latin typeface="Segoe UI Light"/>
              </a:endParaRPr>
            </a:p>
          </p:txBody>
        </p:sp>
        <p:sp>
          <p:nvSpPr>
            <p:cNvPr id="234" name="Freeform 64"/>
            <p:cNvSpPr>
              <a:spLocks noChangeAspect="1" noEditPoints="1"/>
            </p:cNvSpPr>
            <p:nvPr/>
          </p:nvSpPr>
          <p:spPr bwMode="black">
            <a:xfrm>
              <a:off x="10672381" y="5344472"/>
              <a:ext cx="794805" cy="610410"/>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80655" tIns="40328" rIns="80655" bIns="40328" numCol="1" anchor="t" anchorCtr="0" compatLnSpc="1">
              <a:prstTxWarp prst="textNoShape">
                <a:avLst/>
              </a:prstTxWarp>
            </a:bodyPr>
            <a:lstStyle/>
            <a:p>
              <a:pPr defTabSz="913952">
                <a:defRPr/>
              </a:pPr>
              <a:endParaRPr lang="en-US" sz="1567">
                <a:solidFill>
                  <a:srgbClr val="000000"/>
                </a:solidFill>
                <a:latin typeface="Segoe UI"/>
              </a:endParaRPr>
            </a:p>
          </p:txBody>
        </p:sp>
      </p:grpSp>
      <p:grpSp>
        <p:nvGrpSpPr>
          <p:cNvPr id="18" name="Group 17"/>
          <p:cNvGrpSpPr/>
          <p:nvPr/>
        </p:nvGrpSpPr>
        <p:grpSpPr>
          <a:xfrm>
            <a:off x="2352243" y="3093795"/>
            <a:ext cx="1904600" cy="1648524"/>
            <a:chOff x="2397872" y="3155198"/>
            <a:chExt cx="1943573" cy="1682257"/>
          </a:xfrm>
        </p:grpSpPr>
        <p:sp>
          <p:nvSpPr>
            <p:cNvPr id="275" name="Rectangle 266"/>
            <p:cNvSpPr>
              <a:spLocks noChangeArrowheads="1"/>
            </p:cNvSpPr>
            <p:nvPr/>
          </p:nvSpPr>
          <p:spPr bwMode="auto">
            <a:xfrm>
              <a:off x="2397872" y="3155198"/>
              <a:ext cx="1943573" cy="1682257"/>
            </a:xfrm>
            <a:prstGeom prst="rect">
              <a:avLst/>
            </a:prstGeom>
            <a:solidFill>
              <a:schemeClr val="accent5"/>
            </a:solidFill>
            <a:ln>
              <a:noFill/>
            </a:ln>
          </p:spPr>
          <p:txBody>
            <a:bodyPr vert="horz" wrap="square" lIns="87845" tIns="43921" rIns="87845" bIns="43921" numCol="1" anchor="t" anchorCtr="0" compatLnSpc="1">
              <a:prstTxWarp prst="textNoShape">
                <a:avLst/>
              </a:prstTxWarp>
            </a:bodyPr>
            <a:lstStyle/>
            <a:p>
              <a:pPr defTabSz="895999">
                <a:lnSpc>
                  <a:spcPct val="95000"/>
                </a:lnSpc>
                <a:defRPr/>
              </a:pPr>
              <a:r>
                <a:rPr lang="en-US" sz="1729" dirty="0">
                  <a:gradFill>
                    <a:gsLst>
                      <a:gs pos="0">
                        <a:srgbClr val="505050"/>
                      </a:gs>
                      <a:gs pos="100000">
                        <a:srgbClr val="505050"/>
                      </a:gs>
                    </a:gsLst>
                    <a:lin ang="5400000" scaled="0"/>
                  </a:gradFill>
                  <a:latin typeface="Segoe UI"/>
                </a:rPr>
                <a:t>Stack overflow</a:t>
              </a:r>
            </a:p>
            <a:p>
              <a:pPr defTabSz="895999">
                <a:lnSpc>
                  <a:spcPct val="95000"/>
                </a:lnSpc>
                <a:defRPr/>
              </a:pPr>
              <a:endParaRPr lang="en-US" sz="1729" dirty="0">
                <a:gradFill>
                  <a:gsLst>
                    <a:gs pos="0">
                      <a:srgbClr val="505050"/>
                    </a:gs>
                    <a:gs pos="100000">
                      <a:srgbClr val="505050"/>
                    </a:gs>
                  </a:gsLst>
                  <a:lin ang="5400000" scaled="0"/>
                </a:gradFill>
                <a:latin typeface="Segoe UI"/>
              </a:endParaRPr>
            </a:p>
            <a:p>
              <a:pPr defTabSz="895999">
                <a:lnSpc>
                  <a:spcPct val="95000"/>
                </a:lnSpc>
                <a:defRPr/>
              </a:pPr>
              <a:endParaRPr lang="en-US" sz="1729" dirty="0">
                <a:gradFill>
                  <a:gsLst>
                    <a:gs pos="0">
                      <a:srgbClr val="505050"/>
                    </a:gs>
                    <a:gs pos="100000">
                      <a:srgbClr val="505050"/>
                    </a:gs>
                  </a:gsLst>
                  <a:lin ang="5400000" scaled="0"/>
                </a:gradFill>
                <a:latin typeface="Segoe UI"/>
              </a:endParaRPr>
            </a:p>
            <a:p>
              <a:pPr defTabSz="895999">
                <a:lnSpc>
                  <a:spcPct val="95000"/>
                </a:lnSpc>
                <a:defRPr/>
              </a:pPr>
              <a:endParaRPr lang="en-US" sz="1729" dirty="0">
                <a:gradFill>
                  <a:gsLst>
                    <a:gs pos="0">
                      <a:srgbClr val="505050"/>
                    </a:gs>
                    <a:gs pos="100000">
                      <a:srgbClr val="505050"/>
                    </a:gs>
                  </a:gsLst>
                  <a:lin ang="5400000" scaled="0"/>
                </a:gradFill>
                <a:latin typeface="Segoe UI"/>
              </a:endParaRPr>
            </a:p>
            <a:p>
              <a:pPr defTabSz="895999">
                <a:lnSpc>
                  <a:spcPct val="95000"/>
                </a:lnSpc>
                <a:defRPr/>
              </a:pPr>
              <a:endParaRPr lang="en-US" sz="1729" dirty="0">
                <a:gradFill>
                  <a:gsLst>
                    <a:gs pos="0">
                      <a:srgbClr val="505050"/>
                    </a:gs>
                    <a:gs pos="100000">
                      <a:srgbClr val="505050"/>
                    </a:gs>
                  </a:gsLst>
                  <a:lin ang="5400000" scaled="0"/>
                </a:gradFill>
                <a:latin typeface="Segoe UI"/>
              </a:endParaRPr>
            </a:p>
            <a:p>
              <a:pPr defTabSz="895999">
                <a:lnSpc>
                  <a:spcPct val="95000"/>
                </a:lnSpc>
                <a:defRPr/>
              </a:pPr>
              <a:r>
                <a:rPr lang="en-US" sz="1729" dirty="0">
                  <a:gradFill>
                    <a:gsLst>
                      <a:gs pos="0">
                        <a:srgbClr val="505050"/>
                      </a:gs>
                      <a:gs pos="100000">
                        <a:srgbClr val="505050"/>
                      </a:gs>
                    </a:gsLst>
                    <a:lin ang="5400000" scaled="0"/>
                  </a:gradFill>
                  <a:latin typeface="Segoe UI"/>
                </a:rPr>
                <a:t>[</a:t>
              </a:r>
              <a:r>
                <a:rPr lang="en-US" sz="1729" dirty="0" err="1">
                  <a:gradFill>
                    <a:gsLst>
                      <a:gs pos="0">
                        <a:srgbClr val="505050"/>
                      </a:gs>
                      <a:gs pos="100000">
                        <a:srgbClr val="505050"/>
                      </a:gs>
                    </a:gsLst>
                    <a:lin ang="5400000" scaled="0"/>
                  </a:gradFill>
                  <a:latin typeface="Segoe UI"/>
                </a:rPr>
                <a:t>ms</a:t>
              </a:r>
              <a:r>
                <a:rPr lang="en-US" sz="1729" dirty="0">
                  <a:gradFill>
                    <a:gsLst>
                      <a:gs pos="0">
                        <a:srgbClr val="505050"/>
                      </a:gs>
                      <a:gs pos="100000">
                        <a:srgbClr val="505050"/>
                      </a:gs>
                    </a:gsLst>
                    <a:lin ang="5400000" scaled="0"/>
                  </a:gradFill>
                  <a:latin typeface="Segoe UI"/>
                </a:rPr>
                <a:t>-office]</a:t>
              </a:r>
            </a:p>
          </p:txBody>
        </p:sp>
        <p:sp>
          <p:nvSpPr>
            <p:cNvPr id="235" name="Freeform 15"/>
            <p:cNvSpPr>
              <a:spLocks noEditPoints="1"/>
            </p:cNvSpPr>
            <p:nvPr/>
          </p:nvSpPr>
          <p:spPr bwMode="black">
            <a:xfrm>
              <a:off x="2964290" y="3587555"/>
              <a:ext cx="760544" cy="761422"/>
            </a:xfrm>
            <a:custGeom>
              <a:avLst/>
              <a:gdLst>
                <a:gd name="T0" fmla="*/ 455 w 708"/>
                <a:gd name="T1" fmla="*/ 121 h 709"/>
                <a:gd name="T2" fmla="*/ 392 w 708"/>
                <a:gd name="T3" fmla="*/ 121 h 709"/>
                <a:gd name="T4" fmla="*/ 392 w 708"/>
                <a:gd name="T5" fmla="*/ 206 h 709"/>
                <a:gd name="T6" fmla="*/ 316 w 708"/>
                <a:gd name="T7" fmla="*/ 206 h 709"/>
                <a:gd name="T8" fmla="*/ 316 w 708"/>
                <a:gd name="T9" fmla="*/ 121 h 709"/>
                <a:gd name="T10" fmla="*/ 250 w 708"/>
                <a:gd name="T11" fmla="*/ 121 h 709"/>
                <a:gd name="T12" fmla="*/ 354 w 708"/>
                <a:gd name="T13" fmla="*/ 0 h 709"/>
                <a:gd name="T14" fmla="*/ 455 w 708"/>
                <a:gd name="T15" fmla="*/ 121 h 709"/>
                <a:gd name="T16" fmla="*/ 205 w 708"/>
                <a:gd name="T17" fmla="*/ 371 h 709"/>
                <a:gd name="T18" fmla="*/ 139 w 708"/>
                <a:gd name="T19" fmla="*/ 371 h 709"/>
                <a:gd name="T20" fmla="*/ 139 w 708"/>
                <a:gd name="T21" fmla="*/ 456 h 709"/>
                <a:gd name="T22" fmla="*/ 63 w 708"/>
                <a:gd name="T23" fmla="*/ 456 h 709"/>
                <a:gd name="T24" fmla="*/ 63 w 708"/>
                <a:gd name="T25" fmla="*/ 371 h 709"/>
                <a:gd name="T26" fmla="*/ 0 w 708"/>
                <a:gd name="T27" fmla="*/ 371 h 709"/>
                <a:gd name="T28" fmla="*/ 101 w 708"/>
                <a:gd name="T29" fmla="*/ 251 h 709"/>
                <a:gd name="T30" fmla="*/ 205 w 708"/>
                <a:gd name="T31" fmla="*/ 371 h 709"/>
                <a:gd name="T32" fmla="*/ 205 w 708"/>
                <a:gd name="T33" fmla="*/ 503 h 709"/>
                <a:gd name="T34" fmla="*/ 0 w 708"/>
                <a:gd name="T35" fmla="*/ 503 h 709"/>
                <a:gd name="T36" fmla="*/ 0 w 708"/>
                <a:gd name="T37" fmla="*/ 709 h 709"/>
                <a:gd name="T38" fmla="*/ 205 w 708"/>
                <a:gd name="T39" fmla="*/ 709 h 709"/>
                <a:gd name="T40" fmla="*/ 205 w 708"/>
                <a:gd name="T41" fmla="*/ 503 h 709"/>
                <a:gd name="T42" fmla="*/ 708 w 708"/>
                <a:gd name="T43" fmla="*/ 503 h 709"/>
                <a:gd name="T44" fmla="*/ 503 w 708"/>
                <a:gd name="T45" fmla="*/ 503 h 709"/>
                <a:gd name="T46" fmla="*/ 503 w 708"/>
                <a:gd name="T47" fmla="*/ 709 h 709"/>
                <a:gd name="T48" fmla="*/ 708 w 708"/>
                <a:gd name="T49" fmla="*/ 709 h 709"/>
                <a:gd name="T50" fmla="*/ 708 w 708"/>
                <a:gd name="T51" fmla="*/ 503 h 709"/>
                <a:gd name="T52" fmla="*/ 708 w 708"/>
                <a:gd name="T53" fmla="*/ 0 h 709"/>
                <a:gd name="T54" fmla="*/ 503 w 708"/>
                <a:gd name="T55" fmla="*/ 0 h 709"/>
                <a:gd name="T56" fmla="*/ 503 w 708"/>
                <a:gd name="T57" fmla="*/ 206 h 709"/>
                <a:gd name="T58" fmla="*/ 708 w 708"/>
                <a:gd name="T59" fmla="*/ 206 h 709"/>
                <a:gd name="T60" fmla="*/ 708 w 708"/>
                <a:gd name="T61" fmla="*/ 0 h 709"/>
                <a:gd name="T62" fmla="*/ 708 w 708"/>
                <a:gd name="T63" fmla="*/ 251 h 709"/>
                <a:gd name="T64" fmla="*/ 503 w 708"/>
                <a:gd name="T65" fmla="*/ 251 h 709"/>
                <a:gd name="T66" fmla="*/ 503 w 708"/>
                <a:gd name="T67" fmla="*/ 456 h 709"/>
                <a:gd name="T68" fmla="*/ 708 w 708"/>
                <a:gd name="T69" fmla="*/ 456 h 709"/>
                <a:gd name="T70" fmla="*/ 708 w 708"/>
                <a:gd name="T71" fmla="*/ 251 h 709"/>
                <a:gd name="T72" fmla="*/ 455 w 708"/>
                <a:gd name="T73" fmla="*/ 251 h 709"/>
                <a:gd name="T74" fmla="*/ 250 w 708"/>
                <a:gd name="T75" fmla="*/ 251 h 709"/>
                <a:gd name="T76" fmla="*/ 250 w 708"/>
                <a:gd name="T77" fmla="*/ 456 h 709"/>
                <a:gd name="T78" fmla="*/ 455 w 708"/>
                <a:gd name="T79" fmla="*/ 456 h 709"/>
                <a:gd name="T80" fmla="*/ 455 w 708"/>
                <a:gd name="T81" fmla="*/ 251 h 709"/>
                <a:gd name="T82" fmla="*/ 455 w 708"/>
                <a:gd name="T83" fmla="*/ 503 h 709"/>
                <a:gd name="T84" fmla="*/ 250 w 708"/>
                <a:gd name="T85" fmla="*/ 503 h 709"/>
                <a:gd name="T86" fmla="*/ 250 w 708"/>
                <a:gd name="T87" fmla="*/ 709 h 709"/>
                <a:gd name="T88" fmla="*/ 455 w 708"/>
                <a:gd name="T89" fmla="*/ 709 h 709"/>
                <a:gd name="T90" fmla="*/ 455 w 708"/>
                <a:gd name="T91" fmla="*/ 503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8" h="709">
                  <a:moveTo>
                    <a:pt x="455" y="121"/>
                  </a:moveTo>
                  <a:lnTo>
                    <a:pt x="392" y="121"/>
                  </a:lnTo>
                  <a:lnTo>
                    <a:pt x="392" y="206"/>
                  </a:lnTo>
                  <a:lnTo>
                    <a:pt x="316" y="206"/>
                  </a:lnTo>
                  <a:lnTo>
                    <a:pt x="316" y="121"/>
                  </a:lnTo>
                  <a:lnTo>
                    <a:pt x="250" y="121"/>
                  </a:lnTo>
                  <a:lnTo>
                    <a:pt x="354" y="0"/>
                  </a:lnTo>
                  <a:lnTo>
                    <a:pt x="455" y="121"/>
                  </a:lnTo>
                  <a:close/>
                  <a:moveTo>
                    <a:pt x="205" y="371"/>
                  </a:moveTo>
                  <a:lnTo>
                    <a:pt x="139" y="371"/>
                  </a:lnTo>
                  <a:lnTo>
                    <a:pt x="139" y="456"/>
                  </a:lnTo>
                  <a:lnTo>
                    <a:pt x="63" y="456"/>
                  </a:lnTo>
                  <a:lnTo>
                    <a:pt x="63" y="371"/>
                  </a:lnTo>
                  <a:lnTo>
                    <a:pt x="0" y="371"/>
                  </a:lnTo>
                  <a:lnTo>
                    <a:pt x="101" y="251"/>
                  </a:lnTo>
                  <a:lnTo>
                    <a:pt x="205" y="371"/>
                  </a:lnTo>
                  <a:close/>
                  <a:moveTo>
                    <a:pt x="205" y="503"/>
                  </a:moveTo>
                  <a:lnTo>
                    <a:pt x="0" y="503"/>
                  </a:lnTo>
                  <a:lnTo>
                    <a:pt x="0" y="709"/>
                  </a:lnTo>
                  <a:lnTo>
                    <a:pt x="205" y="709"/>
                  </a:lnTo>
                  <a:lnTo>
                    <a:pt x="205" y="503"/>
                  </a:lnTo>
                  <a:close/>
                  <a:moveTo>
                    <a:pt x="708" y="503"/>
                  </a:moveTo>
                  <a:lnTo>
                    <a:pt x="503" y="503"/>
                  </a:lnTo>
                  <a:lnTo>
                    <a:pt x="503" y="709"/>
                  </a:lnTo>
                  <a:lnTo>
                    <a:pt x="708" y="709"/>
                  </a:lnTo>
                  <a:lnTo>
                    <a:pt x="708" y="503"/>
                  </a:lnTo>
                  <a:close/>
                  <a:moveTo>
                    <a:pt x="708" y="0"/>
                  </a:moveTo>
                  <a:lnTo>
                    <a:pt x="503" y="0"/>
                  </a:lnTo>
                  <a:lnTo>
                    <a:pt x="503" y="206"/>
                  </a:lnTo>
                  <a:lnTo>
                    <a:pt x="708" y="206"/>
                  </a:lnTo>
                  <a:lnTo>
                    <a:pt x="708" y="0"/>
                  </a:lnTo>
                  <a:close/>
                  <a:moveTo>
                    <a:pt x="708" y="251"/>
                  </a:moveTo>
                  <a:lnTo>
                    <a:pt x="503" y="251"/>
                  </a:lnTo>
                  <a:lnTo>
                    <a:pt x="503" y="456"/>
                  </a:lnTo>
                  <a:lnTo>
                    <a:pt x="708" y="456"/>
                  </a:lnTo>
                  <a:lnTo>
                    <a:pt x="708" y="251"/>
                  </a:lnTo>
                  <a:close/>
                  <a:moveTo>
                    <a:pt x="455" y="251"/>
                  </a:moveTo>
                  <a:lnTo>
                    <a:pt x="250" y="251"/>
                  </a:lnTo>
                  <a:lnTo>
                    <a:pt x="250" y="456"/>
                  </a:lnTo>
                  <a:lnTo>
                    <a:pt x="455" y="456"/>
                  </a:lnTo>
                  <a:lnTo>
                    <a:pt x="455" y="251"/>
                  </a:lnTo>
                  <a:close/>
                  <a:moveTo>
                    <a:pt x="455" y="503"/>
                  </a:moveTo>
                  <a:lnTo>
                    <a:pt x="250" y="503"/>
                  </a:lnTo>
                  <a:lnTo>
                    <a:pt x="250" y="709"/>
                  </a:lnTo>
                  <a:lnTo>
                    <a:pt x="455" y="709"/>
                  </a:lnTo>
                  <a:lnTo>
                    <a:pt x="455" y="503"/>
                  </a:lnTo>
                  <a:close/>
                </a:path>
              </a:pathLst>
            </a:custGeom>
            <a:solidFill>
              <a:schemeClr val="tx2"/>
            </a:solidFill>
            <a:ln>
              <a:noFill/>
            </a:ln>
          </p:spPr>
          <p:txBody>
            <a:bodyPr vert="horz" wrap="square" lIns="0" tIns="40328" rIns="80655" bIns="40328" numCol="1" anchor="t" anchorCtr="0" compatLnSpc="1">
              <a:prstTxWarp prst="textNoShape">
                <a:avLst/>
              </a:prstTxWarp>
            </a:bodyPr>
            <a:lstStyle/>
            <a:p>
              <a:pPr algn="ctr" defTabSz="895995">
                <a:defRPr/>
              </a:pPr>
              <a:endParaRPr lang="en-US" sz="1567">
                <a:gradFill>
                  <a:gsLst>
                    <a:gs pos="0">
                      <a:srgbClr val="FFFFFF"/>
                    </a:gs>
                    <a:gs pos="100000">
                      <a:srgbClr val="FFFFFF"/>
                    </a:gs>
                  </a:gsLst>
                  <a:lin ang="5400000" scaled="0"/>
                </a:gradFill>
                <a:latin typeface="Segoe UI"/>
              </a:endParaRPr>
            </a:p>
          </p:txBody>
        </p:sp>
      </p:grpSp>
      <p:grpSp>
        <p:nvGrpSpPr>
          <p:cNvPr id="17" name="Group 16"/>
          <p:cNvGrpSpPr/>
          <p:nvPr/>
        </p:nvGrpSpPr>
        <p:grpSpPr>
          <a:xfrm>
            <a:off x="4339618" y="3099002"/>
            <a:ext cx="3629441" cy="1645717"/>
            <a:chOff x="4425913" y="3160511"/>
            <a:chExt cx="3703709" cy="1679392"/>
          </a:xfrm>
        </p:grpSpPr>
        <p:sp>
          <p:nvSpPr>
            <p:cNvPr id="168" name="Rectangle 153"/>
            <p:cNvSpPr>
              <a:spLocks noChangeArrowheads="1"/>
            </p:cNvSpPr>
            <p:nvPr/>
          </p:nvSpPr>
          <p:spPr bwMode="auto">
            <a:xfrm>
              <a:off x="4425913" y="3160511"/>
              <a:ext cx="3703709" cy="1679392"/>
            </a:xfrm>
            <a:prstGeom prst="rect">
              <a:avLst/>
            </a:prstGeom>
            <a:solidFill>
              <a:srgbClr val="008272"/>
            </a:solidFill>
            <a:ln>
              <a:noFill/>
            </a:ln>
          </p:spPr>
          <p:txBody>
            <a:bodyPr vert="horz" wrap="square" lIns="1164884" tIns="43921" rIns="87845" bIns="43921" numCol="1" anchor="ctr" anchorCtr="0" compatLnSpc="1">
              <a:prstTxWarp prst="textNoShape">
                <a:avLst/>
              </a:prstTxWarp>
            </a:bodyPr>
            <a:lstStyle/>
            <a:p>
              <a:pPr defTabSz="895999">
                <a:lnSpc>
                  <a:spcPct val="90000"/>
                </a:lnSpc>
                <a:spcBef>
                  <a:spcPts val="575"/>
                </a:spcBef>
                <a:spcAft>
                  <a:spcPts val="575"/>
                </a:spcAft>
                <a:defRPr/>
              </a:pPr>
              <a:r>
                <a:rPr lang="en-US" sz="3919" b="1" dirty="0">
                  <a:gradFill>
                    <a:gsLst>
                      <a:gs pos="0">
                        <a:srgbClr val="FFFFFF"/>
                      </a:gs>
                      <a:gs pos="100000">
                        <a:srgbClr val="FFFFFF"/>
                      </a:gs>
                    </a:gsLst>
                    <a:lin ang="5400000" scaled="0"/>
                  </a:gradFill>
                  <a:latin typeface="Segoe UI Light"/>
                </a:rPr>
                <a:t>Channel 9 </a:t>
              </a:r>
              <a:br>
                <a:rPr lang="en-US" sz="3919" b="1" dirty="0">
                  <a:gradFill>
                    <a:gsLst>
                      <a:gs pos="0">
                        <a:srgbClr val="FFFFFF"/>
                      </a:gs>
                      <a:gs pos="100000">
                        <a:srgbClr val="FFFFFF"/>
                      </a:gs>
                    </a:gsLst>
                    <a:lin ang="5400000" scaled="0"/>
                  </a:gradFill>
                  <a:latin typeface="Segoe UI Light"/>
                </a:rPr>
              </a:br>
              <a:r>
                <a:rPr lang="en-US" sz="3919" b="1" dirty="0">
                  <a:gradFill>
                    <a:gsLst>
                      <a:gs pos="0">
                        <a:srgbClr val="FFFFFF"/>
                      </a:gs>
                      <a:gs pos="100000">
                        <a:srgbClr val="FFFFFF"/>
                      </a:gs>
                    </a:gsLst>
                    <a:lin ang="5400000" scaled="0"/>
                  </a:gradFill>
                  <a:latin typeface="Segoe UI Light"/>
                </a:rPr>
                <a:t>Dev Show</a:t>
              </a:r>
            </a:p>
            <a:p>
              <a:pPr defTabSz="895999">
                <a:lnSpc>
                  <a:spcPct val="90000"/>
                </a:lnSpc>
                <a:spcBef>
                  <a:spcPts val="575"/>
                </a:spcBef>
                <a:spcAft>
                  <a:spcPts val="575"/>
                </a:spcAft>
                <a:defRPr/>
              </a:pPr>
              <a:r>
                <a:rPr lang="en-US" sz="1371" dirty="0">
                  <a:solidFill>
                    <a:srgbClr val="FFFFFF"/>
                  </a:solidFill>
                  <a:latin typeface="Segoe UI"/>
                  <a:hlinkClick r:id="rId9"/>
                </a:rPr>
                <a:t>http://aka.ms/O365DevShow</a:t>
              </a:r>
              <a:r>
                <a:rPr lang="en-US" sz="1371" dirty="0">
                  <a:solidFill>
                    <a:srgbClr val="FFFFFF"/>
                  </a:solidFill>
                  <a:latin typeface="Segoe UI"/>
                </a:rPr>
                <a:t> </a:t>
              </a:r>
            </a:p>
          </p:txBody>
        </p:sp>
        <p:pic>
          <p:nvPicPr>
            <p:cNvPr id="2" name="Picture 1"/>
            <p:cNvPicPr>
              <a:picLocks noChangeAspect="1"/>
            </p:cNvPicPr>
            <p:nvPr/>
          </p:nvPicPr>
          <p:blipFill rotWithShape="1">
            <a:blip r:embed="rId10" cstate="print">
              <a:extLst>
                <a:ext uri="{28A0092B-C50C-407E-A947-70E740481C1C}">
                  <a14:useLocalDpi xmlns:a14="http://schemas.microsoft.com/office/drawing/2010/main" val="0"/>
                </a:ext>
              </a:extLst>
            </a:blip>
            <a:srcRect l="21000" r="22284" b="14513"/>
            <a:stretch/>
          </p:blipFill>
          <p:spPr>
            <a:xfrm>
              <a:off x="4616146" y="3328808"/>
              <a:ext cx="774394" cy="1366521"/>
            </a:xfrm>
            <a:prstGeom prst="rect">
              <a:avLst/>
            </a:prstGeom>
          </p:spPr>
        </p:pic>
      </p:grpSp>
      <p:grpSp>
        <p:nvGrpSpPr>
          <p:cNvPr id="16" name="Group 15"/>
          <p:cNvGrpSpPr/>
          <p:nvPr/>
        </p:nvGrpSpPr>
        <p:grpSpPr>
          <a:xfrm>
            <a:off x="6152580" y="4819881"/>
            <a:ext cx="3706581" cy="1566443"/>
            <a:chOff x="6275973" y="4916604"/>
            <a:chExt cx="3782427" cy="1598496"/>
          </a:xfrm>
        </p:grpSpPr>
        <p:sp>
          <p:nvSpPr>
            <p:cNvPr id="229" name="Rectangle 153"/>
            <p:cNvSpPr>
              <a:spLocks noChangeArrowheads="1"/>
            </p:cNvSpPr>
            <p:nvPr/>
          </p:nvSpPr>
          <p:spPr bwMode="auto">
            <a:xfrm>
              <a:off x="6275973" y="4916604"/>
              <a:ext cx="3782427" cy="1598496"/>
            </a:xfrm>
            <a:prstGeom prst="rect">
              <a:avLst/>
            </a:prstGeom>
            <a:solidFill>
              <a:schemeClr val="accent5"/>
            </a:solidFill>
            <a:ln>
              <a:noFill/>
            </a:ln>
          </p:spPr>
          <p:txBody>
            <a:bodyPr vert="horz" wrap="square" lIns="87845" tIns="43921" rIns="87845" bIns="43921" numCol="1" anchor="t" anchorCtr="0" compatLnSpc="1">
              <a:prstTxWarp prst="textNoShape">
                <a:avLst/>
              </a:prstTxWarp>
            </a:bodyPr>
            <a:lstStyle/>
            <a:p>
              <a:pPr defTabSz="895999">
                <a:defRPr/>
              </a:pPr>
              <a:r>
                <a:rPr lang="en-US" sz="3135" b="1" dirty="0">
                  <a:gradFill>
                    <a:gsLst>
                      <a:gs pos="0">
                        <a:srgbClr val="505050"/>
                      </a:gs>
                      <a:gs pos="100000">
                        <a:srgbClr val="505050"/>
                      </a:gs>
                    </a:gsLst>
                    <a:lin ang="5400000" scaled="0"/>
                  </a:gradFill>
                  <a:latin typeface="Segoe UI Light"/>
                </a:rPr>
                <a:t>Snack Demos</a:t>
              </a:r>
            </a:p>
            <a:p>
              <a:pPr defTabSz="895999">
                <a:defRPr/>
              </a:pPr>
              <a:endParaRPr lang="en-US" sz="3135" b="1" dirty="0">
                <a:gradFill>
                  <a:gsLst>
                    <a:gs pos="0">
                      <a:srgbClr val="505050"/>
                    </a:gs>
                    <a:gs pos="100000">
                      <a:srgbClr val="505050"/>
                    </a:gs>
                  </a:gsLst>
                  <a:lin ang="5400000" scaled="0"/>
                </a:gradFill>
                <a:latin typeface="Segoe UI Light"/>
              </a:endParaRPr>
            </a:p>
            <a:p>
              <a:pPr defTabSz="895999">
                <a:defRPr/>
              </a:pPr>
              <a:endParaRPr lang="en-US" sz="1567" u="sng" dirty="0">
                <a:gradFill>
                  <a:gsLst>
                    <a:gs pos="0">
                      <a:srgbClr val="505050"/>
                    </a:gs>
                    <a:gs pos="100000">
                      <a:srgbClr val="505050"/>
                    </a:gs>
                  </a:gsLst>
                  <a:lin ang="5400000" scaled="0"/>
                </a:gradFill>
                <a:latin typeface="Segoe UI"/>
              </a:endParaRPr>
            </a:p>
            <a:p>
              <a:pPr defTabSz="895999">
                <a:defRPr/>
              </a:pPr>
              <a:r>
                <a:rPr lang="en-US" sz="1567" u="sng" dirty="0">
                  <a:gradFill>
                    <a:gsLst>
                      <a:gs pos="0">
                        <a:srgbClr val="505050"/>
                      </a:gs>
                      <a:gs pos="100000">
                        <a:srgbClr val="505050"/>
                      </a:gs>
                    </a:gsLst>
                    <a:lin ang="5400000" scaled="0"/>
                  </a:gradFill>
                  <a:latin typeface="Segoe UI"/>
                </a:rPr>
                <a:t>http://aka.ms/o365DevSnackDemos </a:t>
              </a:r>
            </a:p>
          </p:txBody>
        </p:sp>
        <p:pic>
          <p:nvPicPr>
            <p:cNvPr id="12" name="Picture 11"/>
            <p:cNvPicPr>
              <a:picLocks noChangeAspect="1"/>
            </p:cNvPicPr>
            <p:nvPr/>
          </p:nvPicPr>
          <p:blipFill rotWithShape="1">
            <a:blip r:embed="rId11" cstate="print">
              <a:extLst>
                <a:ext uri="{28A0092B-C50C-407E-A947-70E740481C1C}">
                  <a14:useLocalDpi xmlns:a14="http://schemas.microsoft.com/office/drawing/2010/main" val="0"/>
                </a:ext>
              </a:extLst>
            </a:blip>
            <a:srcRect t="23734" b="21850"/>
            <a:stretch/>
          </p:blipFill>
          <p:spPr>
            <a:xfrm>
              <a:off x="7214100" y="5441795"/>
              <a:ext cx="1883962" cy="724830"/>
            </a:xfrm>
            <a:prstGeom prst="rect">
              <a:avLst/>
            </a:prstGeom>
          </p:spPr>
        </p:pic>
      </p:grpSp>
      <p:sp>
        <p:nvSpPr>
          <p:cNvPr id="561" name="Rectangle 560"/>
          <p:cNvSpPr/>
          <p:nvPr/>
        </p:nvSpPr>
        <p:spPr bwMode="auto">
          <a:xfrm>
            <a:off x="-19026" y="-3965"/>
            <a:ext cx="12231653" cy="1196036"/>
          </a:xfrm>
          <a:prstGeom prst="rect">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7845" tIns="87845" rIns="32946" bIns="32946" numCol="1" spcCol="0" rtlCol="0" fromWordArt="0" anchor="b" anchorCtr="0" forceAA="0" compatLnSpc="1">
            <a:prstTxWarp prst="textNoShape">
              <a:avLst/>
            </a:prstTxWarp>
            <a:noAutofit/>
          </a:bodyPr>
          <a:lstStyle/>
          <a:p>
            <a:pPr algn="ctr" defTabSz="895677">
              <a:defRPr/>
            </a:pPr>
            <a:endParaRPr lang="en-US" sz="768"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62" name="Rectangle 561"/>
          <p:cNvSpPr/>
          <p:nvPr/>
        </p:nvSpPr>
        <p:spPr bwMode="auto">
          <a:xfrm>
            <a:off x="-19024" y="6386044"/>
            <a:ext cx="12231652" cy="548984"/>
          </a:xfrm>
          <a:prstGeom prst="rect">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7845" tIns="87845" rIns="32946" bIns="32946" numCol="1" spcCol="0" rtlCol="0" fromWordArt="0" anchor="b" anchorCtr="0" forceAA="0" compatLnSpc="1">
            <a:prstTxWarp prst="textNoShape">
              <a:avLst/>
            </a:prstTxWarp>
            <a:noAutofit/>
          </a:bodyPr>
          <a:lstStyle/>
          <a:p>
            <a:pPr algn="ctr" defTabSz="895677">
              <a:defRPr/>
            </a:pPr>
            <a:endParaRPr lang="en-US" sz="768"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564" name="Rectangle 563"/>
          <p:cNvSpPr/>
          <p:nvPr/>
        </p:nvSpPr>
        <p:spPr bwMode="auto">
          <a:xfrm>
            <a:off x="11738324" y="974372"/>
            <a:ext cx="474302" cy="5738666"/>
          </a:xfrm>
          <a:prstGeom prst="rect">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7845" tIns="87845" rIns="32946" bIns="32946" numCol="1" spcCol="0" rtlCol="0" fromWordArt="0" anchor="b" anchorCtr="0" forceAA="0" compatLnSpc="1">
            <a:prstTxWarp prst="textNoShape">
              <a:avLst/>
            </a:prstTxWarp>
            <a:noAutofit/>
          </a:bodyPr>
          <a:lstStyle/>
          <a:p>
            <a:pPr algn="ctr" defTabSz="895677">
              <a:defRPr/>
            </a:pPr>
            <a:endParaRPr lang="en-US" sz="768"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 name="Title 2"/>
          <p:cNvSpPr>
            <a:spLocks noGrp="1"/>
          </p:cNvSpPr>
          <p:nvPr>
            <p:ph type="title"/>
          </p:nvPr>
        </p:nvSpPr>
        <p:spPr/>
        <p:txBody>
          <a:bodyPr/>
          <a:lstStyle/>
          <a:p>
            <a:r>
              <a:rPr lang="en-US" dirty="0" smtClean="0"/>
              <a:t>Engage</a:t>
            </a:r>
            <a:endParaRPr lang="en-US" dirty="0"/>
          </a:p>
        </p:txBody>
      </p:sp>
      <p:sp>
        <p:nvSpPr>
          <p:cNvPr id="233" name="Rectangle 232"/>
          <p:cNvSpPr/>
          <p:nvPr/>
        </p:nvSpPr>
        <p:spPr bwMode="auto">
          <a:xfrm>
            <a:off x="-19024" y="974372"/>
            <a:ext cx="474302" cy="5738666"/>
          </a:xfrm>
          <a:prstGeom prst="rect">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7845" tIns="87845" rIns="32946" bIns="32946" numCol="1" spcCol="0" rtlCol="0" fromWordArt="0" anchor="b" anchorCtr="0" forceAA="0" compatLnSpc="1">
            <a:prstTxWarp prst="textNoShape">
              <a:avLst/>
            </a:prstTxWarp>
            <a:noAutofit/>
          </a:bodyPr>
          <a:lstStyle/>
          <a:p>
            <a:pPr algn="ctr" defTabSz="895677">
              <a:defRPr/>
            </a:pPr>
            <a:endParaRPr lang="en-US" sz="768" dirty="0">
              <a:gradFill>
                <a:gsLst>
                  <a:gs pos="0">
                    <a:srgbClr val="FFFFFF"/>
                  </a:gs>
                  <a:gs pos="100000">
                    <a:srgbClr val="FFFFFF"/>
                  </a:gs>
                </a:gsLst>
                <a:lin ang="5400000" scaled="0"/>
              </a:gradFill>
              <a:latin typeface="Segoe UI"/>
              <a:ea typeface="Segoe UI" pitchFamily="34" charset="0"/>
              <a:cs typeface="Segoe UI" pitchFamily="34" charset="0"/>
            </a:endParaRPr>
          </a:p>
        </p:txBody>
      </p:sp>
    </p:spTree>
    <p:extLst>
      <p:ext uri="{BB962C8B-B14F-4D97-AF65-F5344CB8AC3E}">
        <p14:creationId xmlns:p14="http://schemas.microsoft.com/office/powerpoint/2010/main" val="19616723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par>
                          <p:cTn id="8" fill="hold">
                            <p:stCondLst>
                              <p:cond delay="500"/>
                            </p:stCondLst>
                            <p:childTnLst>
                              <p:par>
                                <p:cTn id="9" presetID="2" presetClass="entr" presetSubtype="1" decel="100000" fill="hold" nodeType="afterEffect">
                                  <p:stCondLst>
                                    <p:cond delay="0"/>
                                  </p:stCondLst>
                                  <p:childTnLst>
                                    <p:set>
                                      <p:cBhvr>
                                        <p:cTn id="10" dur="1" fill="hold">
                                          <p:stCondLst>
                                            <p:cond delay="0"/>
                                          </p:stCondLst>
                                        </p:cTn>
                                        <p:tgtEl>
                                          <p:spTgt spid="565"/>
                                        </p:tgtEl>
                                        <p:attrNameLst>
                                          <p:attrName>style.visibility</p:attrName>
                                        </p:attrNameLst>
                                      </p:cBhvr>
                                      <p:to>
                                        <p:strVal val="visible"/>
                                      </p:to>
                                    </p:set>
                                    <p:anim calcmode="lin" valueType="num">
                                      <p:cBhvr additive="base">
                                        <p:cTn id="11" dur="750" fill="hold"/>
                                        <p:tgtEl>
                                          <p:spTgt spid="565"/>
                                        </p:tgtEl>
                                        <p:attrNameLst>
                                          <p:attrName>ppt_x</p:attrName>
                                        </p:attrNameLst>
                                      </p:cBhvr>
                                      <p:tavLst>
                                        <p:tav tm="0">
                                          <p:val>
                                            <p:strVal val="#ppt_x"/>
                                          </p:val>
                                        </p:tav>
                                        <p:tav tm="100000">
                                          <p:val>
                                            <p:strVal val="#ppt_x"/>
                                          </p:val>
                                        </p:tav>
                                      </p:tavLst>
                                    </p:anim>
                                    <p:anim calcmode="lin" valueType="num">
                                      <p:cBhvr additive="base">
                                        <p:cTn id="12" dur="750" fill="hold"/>
                                        <p:tgtEl>
                                          <p:spTgt spid="565"/>
                                        </p:tgtEl>
                                        <p:attrNameLst>
                                          <p:attrName>ppt_y</p:attrName>
                                        </p:attrNameLst>
                                      </p:cBhvr>
                                      <p:tavLst>
                                        <p:tav tm="0">
                                          <p:val>
                                            <p:strVal val="0-#ppt_h/2"/>
                                          </p:val>
                                        </p:tav>
                                        <p:tav tm="100000">
                                          <p:val>
                                            <p:strVal val="#ppt_y"/>
                                          </p:val>
                                        </p:tav>
                                      </p:tavLst>
                                    </p:anim>
                                  </p:childTnLst>
                                </p:cTn>
                              </p:par>
                              <p:par>
                                <p:cTn id="13" presetID="2" presetClass="entr" presetSubtype="4" decel="100000" fill="hold" nodeType="withEffect">
                                  <p:stCondLst>
                                    <p:cond delay="250"/>
                                  </p:stCondLst>
                                  <p:childTnLst>
                                    <p:set>
                                      <p:cBhvr>
                                        <p:cTn id="14" dur="1" fill="hold">
                                          <p:stCondLst>
                                            <p:cond delay="0"/>
                                          </p:stCondLst>
                                        </p:cTn>
                                        <p:tgtEl>
                                          <p:spTgt spid="558"/>
                                        </p:tgtEl>
                                        <p:attrNameLst>
                                          <p:attrName>style.visibility</p:attrName>
                                        </p:attrNameLst>
                                      </p:cBhvr>
                                      <p:to>
                                        <p:strVal val="visible"/>
                                      </p:to>
                                    </p:set>
                                    <p:anim calcmode="lin" valueType="num">
                                      <p:cBhvr additive="base">
                                        <p:cTn id="15" dur="750" fill="hold"/>
                                        <p:tgtEl>
                                          <p:spTgt spid="558"/>
                                        </p:tgtEl>
                                        <p:attrNameLst>
                                          <p:attrName>ppt_x</p:attrName>
                                        </p:attrNameLst>
                                      </p:cBhvr>
                                      <p:tavLst>
                                        <p:tav tm="0">
                                          <p:val>
                                            <p:strVal val="#ppt_x"/>
                                          </p:val>
                                        </p:tav>
                                        <p:tav tm="100000">
                                          <p:val>
                                            <p:strVal val="#ppt_x"/>
                                          </p:val>
                                        </p:tav>
                                      </p:tavLst>
                                    </p:anim>
                                    <p:anim calcmode="lin" valueType="num">
                                      <p:cBhvr additive="base">
                                        <p:cTn id="16" dur="750" fill="hold"/>
                                        <p:tgtEl>
                                          <p:spTgt spid="558"/>
                                        </p:tgtEl>
                                        <p:attrNameLst>
                                          <p:attrName>ppt_y</p:attrName>
                                        </p:attrNameLst>
                                      </p:cBhvr>
                                      <p:tavLst>
                                        <p:tav tm="0">
                                          <p:val>
                                            <p:strVal val="1+#ppt_h/2"/>
                                          </p:val>
                                        </p:tav>
                                        <p:tav tm="100000">
                                          <p:val>
                                            <p:strVal val="#ppt_y"/>
                                          </p:val>
                                        </p:tav>
                                      </p:tavLst>
                                    </p:anim>
                                  </p:childTnLst>
                                </p:cTn>
                              </p:par>
                              <p:par>
                                <p:cTn id="17" presetID="2" presetClass="entr" presetSubtype="2" decel="100000" fill="hold" nodeType="withEffect">
                                  <p:stCondLst>
                                    <p:cond delay="500"/>
                                  </p:stCondLst>
                                  <p:childTnLst>
                                    <p:set>
                                      <p:cBhvr>
                                        <p:cTn id="18" dur="1" fill="hold">
                                          <p:stCondLst>
                                            <p:cond delay="0"/>
                                          </p:stCondLst>
                                        </p:cTn>
                                        <p:tgtEl>
                                          <p:spTgt spid="566"/>
                                        </p:tgtEl>
                                        <p:attrNameLst>
                                          <p:attrName>style.visibility</p:attrName>
                                        </p:attrNameLst>
                                      </p:cBhvr>
                                      <p:to>
                                        <p:strVal val="visible"/>
                                      </p:to>
                                    </p:set>
                                    <p:anim calcmode="lin" valueType="num">
                                      <p:cBhvr additive="base">
                                        <p:cTn id="19" dur="750" fill="hold"/>
                                        <p:tgtEl>
                                          <p:spTgt spid="566"/>
                                        </p:tgtEl>
                                        <p:attrNameLst>
                                          <p:attrName>ppt_x</p:attrName>
                                        </p:attrNameLst>
                                      </p:cBhvr>
                                      <p:tavLst>
                                        <p:tav tm="0">
                                          <p:val>
                                            <p:strVal val="1+#ppt_w/2"/>
                                          </p:val>
                                        </p:tav>
                                        <p:tav tm="100000">
                                          <p:val>
                                            <p:strVal val="#ppt_x"/>
                                          </p:val>
                                        </p:tav>
                                      </p:tavLst>
                                    </p:anim>
                                    <p:anim calcmode="lin" valueType="num">
                                      <p:cBhvr additive="base">
                                        <p:cTn id="20" dur="750" fill="hold"/>
                                        <p:tgtEl>
                                          <p:spTgt spid="566"/>
                                        </p:tgtEl>
                                        <p:attrNameLst>
                                          <p:attrName>ppt_y</p:attrName>
                                        </p:attrNameLst>
                                      </p:cBhvr>
                                      <p:tavLst>
                                        <p:tav tm="0">
                                          <p:val>
                                            <p:strVal val="#ppt_y"/>
                                          </p:val>
                                        </p:tav>
                                        <p:tav tm="100000">
                                          <p:val>
                                            <p:strVal val="#ppt_y"/>
                                          </p:val>
                                        </p:tav>
                                      </p:tavLst>
                                    </p:anim>
                                  </p:childTnLst>
                                </p:cTn>
                              </p:par>
                              <p:par>
                                <p:cTn id="21" presetID="2" presetClass="entr" presetSubtype="8" decel="100000" fill="hold" nodeType="withEffect">
                                  <p:stCondLst>
                                    <p:cond delay="75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750" fill="hold"/>
                                        <p:tgtEl>
                                          <p:spTgt spid="18"/>
                                        </p:tgtEl>
                                        <p:attrNameLst>
                                          <p:attrName>ppt_x</p:attrName>
                                        </p:attrNameLst>
                                      </p:cBhvr>
                                      <p:tavLst>
                                        <p:tav tm="0">
                                          <p:val>
                                            <p:strVal val="0-#ppt_w/2"/>
                                          </p:val>
                                        </p:tav>
                                        <p:tav tm="100000">
                                          <p:val>
                                            <p:strVal val="#ppt_x"/>
                                          </p:val>
                                        </p:tav>
                                      </p:tavLst>
                                    </p:anim>
                                    <p:anim calcmode="lin" valueType="num">
                                      <p:cBhvr additive="base">
                                        <p:cTn id="24" dur="750" fill="hold"/>
                                        <p:tgtEl>
                                          <p:spTgt spid="18"/>
                                        </p:tgtEl>
                                        <p:attrNameLst>
                                          <p:attrName>ppt_y</p:attrName>
                                        </p:attrNameLst>
                                      </p:cBhvr>
                                      <p:tavLst>
                                        <p:tav tm="0">
                                          <p:val>
                                            <p:strVal val="#ppt_y"/>
                                          </p:val>
                                        </p:tav>
                                        <p:tav tm="100000">
                                          <p:val>
                                            <p:strVal val="#ppt_y"/>
                                          </p:val>
                                        </p:tav>
                                      </p:tavLst>
                                    </p:anim>
                                  </p:childTnLst>
                                </p:cTn>
                              </p:par>
                              <p:par>
                                <p:cTn id="25" presetID="2" presetClass="entr" presetSubtype="2" decel="100000" fill="hold" nodeType="withEffect">
                                  <p:stCondLst>
                                    <p:cond delay="100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750" fill="hold"/>
                                        <p:tgtEl>
                                          <p:spTgt spid="15"/>
                                        </p:tgtEl>
                                        <p:attrNameLst>
                                          <p:attrName>ppt_x</p:attrName>
                                        </p:attrNameLst>
                                      </p:cBhvr>
                                      <p:tavLst>
                                        <p:tav tm="0">
                                          <p:val>
                                            <p:strVal val="1+#ppt_w/2"/>
                                          </p:val>
                                        </p:tav>
                                        <p:tav tm="100000">
                                          <p:val>
                                            <p:strVal val="#ppt_x"/>
                                          </p:val>
                                        </p:tav>
                                      </p:tavLst>
                                    </p:anim>
                                    <p:anim calcmode="lin" valueType="num">
                                      <p:cBhvr additive="base">
                                        <p:cTn id="28" dur="750" fill="hold"/>
                                        <p:tgtEl>
                                          <p:spTgt spid="15"/>
                                        </p:tgtEl>
                                        <p:attrNameLst>
                                          <p:attrName>ppt_y</p:attrName>
                                        </p:attrNameLst>
                                      </p:cBhvr>
                                      <p:tavLst>
                                        <p:tav tm="0">
                                          <p:val>
                                            <p:strVal val="#ppt_y"/>
                                          </p:val>
                                        </p:tav>
                                        <p:tav tm="100000">
                                          <p:val>
                                            <p:strVal val="#ppt_y"/>
                                          </p:val>
                                        </p:tav>
                                      </p:tavLst>
                                    </p:anim>
                                  </p:childTnLst>
                                </p:cTn>
                              </p:par>
                              <p:par>
                                <p:cTn id="29" presetID="2" presetClass="entr" presetSubtype="4" decel="100000" fill="hold" nodeType="withEffect">
                                  <p:stCondLst>
                                    <p:cond delay="125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750" fill="hold"/>
                                        <p:tgtEl>
                                          <p:spTgt spid="16"/>
                                        </p:tgtEl>
                                        <p:attrNameLst>
                                          <p:attrName>ppt_x</p:attrName>
                                        </p:attrNameLst>
                                      </p:cBhvr>
                                      <p:tavLst>
                                        <p:tav tm="0">
                                          <p:val>
                                            <p:strVal val="#ppt_x"/>
                                          </p:val>
                                        </p:tav>
                                        <p:tav tm="100000">
                                          <p:val>
                                            <p:strVal val="#ppt_x"/>
                                          </p:val>
                                        </p:tav>
                                      </p:tavLst>
                                    </p:anim>
                                    <p:anim calcmode="lin" valueType="num">
                                      <p:cBhvr additive="base">
                                        <p:cTn id="32" dur="750" fill="hold"/>
                                        <p:tgtEl>
                                          <p:spTgt spid="16"/>
                                        </p:tgtEl>
                                        <p:attrNameLst>
                                          <p:attrName>ppt_y</p:attrName>
                                        </p:attrNameLst>
                                      </p:cBhvr>
                                      <p:tavLst>
                                        <p:tav tm="0">
                                          <p:val>
                                            <p:strVal val="1+#ppt_h/2"/>
                                          </p:val>
                                        </p:tav>
                                        <p:tav tm="100000">
                                          <p:val>
                                            <p:strVal val="#ppt_y"/>
                                          </p:val>
                                        </p:tav>
                                      </p:tavLst>
                                    </p:anim>
                                  </p:childTnLst>
                                </p:cTn>
                              </p:par>
                              <p:par>
                                <p:cTn id="33" presetID="2" presetClass="entr" presetSubtype="8" decel="100000" fill="hold" nodeType="withEffect">
                                  <p:stCondLst>
                                    <p:cond delay="150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750" fill="hold"/>
                                        <p:tgtEl>
                                          <p:spTgt spid="20"/>
                                        </p:tgtEl>
                                        <p:attrNameLst>
                                          <p:attrName>ppt_x</p:attrName>
                                        </p:attrNameLst>
                                      </p:cBhvr>
                                      <p:tavLst>
                                        <p:tav tm="0">
                                          <p:val>
                                            <p:strVal val="0-#ppt_w/2"/>
                                          </p:val>
                                        </p:tav>
                                        <p:tav tm="100000">
                                          <p:val>
                                            <p:strVal val="#ppt_x"/>
                                          </p:val>
                                        </p:tav>
                                      </p:tavLst>
                                    </p:anim>
                                    <p:anim calcmode="lin" valueType="num">
                                      <p:cBhvr additive="base">
                                        <p:cTn id="36" dur="750" fill="hold"/>
                                        <p:tgtEl>
                                          <p:spTgt spid="20"/>
                                        </p:tgtEl>
                                        <p:attrNameLst>
                                          <p:attrName>ppt_y</p:attrName>
                                        </p:attrNameLst>
                                      </p:cBhvr>
                                      <p:tavLst>
                                        <p:tav tm="0">
                                          <p:val>
                                            <p:strVal val="#ppt_y"/>
                                          </p:val>
                                        </p:tav>
                                        <p:tav tm="100000">
                                          <p:val>
                                            <p:strVal val="#ppt_y"/>
                                          </p:val>
                                        </p:tav>
                                      </p:tavLst>
                                    </p:anim>
                                  </p:childTnLst>
                                </p:cTn>
                              </p:par>
                              <p:par>
                                <p:cTn id="37" presetID="2" presetClass="entr" presetSubtype="12" decel="100000" fill="hold" nodeType="withEffect">
                                  <p:stCondLst>
                                    <p:cond delay="175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750" fill="hold"/>
                                        <p:tgtEl>
                                          <p:spTgt spid="21"/>
                                        </p:tgtEl>
                                        <p:attrNameLst>
                                          <p:attrName>ppt_x</p:attrName>
                                        </p:attrNameLst>
                                      </p:cBhvr>
                                      <p:tavLst>
                                        <p:tav tm="0">
                                          <p:val>
                                            <p:strVal val="0-#ppt_w/2"/>
                                          </p:val>
                                        </p:tav>
                                        <p:tav tm="100000">
                                          <p:val>
                                            <p:strVal val="#ppt_x"/>
                                          </p:val>
                                        </p:tav>
                                      </p:tavLst>
                                    </p:anim>
                                    <p:anim calcmode="lin" valueType="num">
                                      <p:cBhvr additive="base">
                                        <p:cTn id="40" dur="750" fill="hold"/>
                                        <p:tgtEl>
                                          <p:spTgt spid="21"/>
                                        </p:tgtEl>
                                        <p:attrNameLst>
                                          <p:attrName>ppt_y</p:attrName>
                                        </p:attrNameLst>
                                      </p:cBhvr>
                                      <p:tavLst>
                                        <p:tav tm="0">
                                          <p:val>
                                            <p:strVal val="1+#ppt_h/2"/>
                                          </p:val>
                                        </p:tav>
                                        <p:tav tm="100000">
                                          <p:val>
                                            <p:strVal val="#ppt_y"/>
                                          </p:val>
                                        </p:tav>
                                      </p:tavLst>
                                    </p:anim>
                                  </p:childTnLst>
                                </p:cTn>
                              </p:par>
                              <p:par>
                                <p:cTn id="41" presetID="2" presetClass="entr" presetSubtype="3" decel="100000" fill="hold" nodeType="withEffect">
                                  <p:stCondLst>
                                    <p:cond delay="200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750" fill="hold"/>
                                        <p:tgtEl>
                                          <p:spTgt spid="22"/>
                                        </p:tgtEl>
                                        <p:attrNameLst>
                                          <p:attrName>ppt_x</p:attrName>
                                        </p:attrNameLst>
                                      </p:cBhvr>
                                      <p:tavLst>
                                        <p:tav tm="0">
                                          <p:val>
                                            <p:strVal val="1+#ppt_w/2"/>
                                          </p:val>
                                        </p:tav>
                                        <p:tav tm="100000">
                                          <p:val>
                                            <p:strVal val="#ppt_x"/>
                                          </p:val>
                                        </p:tav>
                                      </p:tavLst>
                                    </p:anim>
                                    <p:anim calcmode="lin" valueType="num">
                                      <p:cBhvr additive="base">
                                        <p:cTn id="44" dur="750" fill="hold"/>
                                        <p:tgtEl>
                                          <p:spTgt spid="2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8072483"/>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5-30055_Office Template 2012 - 16x9 - White Background">
  <a:themeElements>
    <a:clrScheme name="Office light">
      <a:dk1>
        <a:srgbClr val="000000"/>
      </a:dk1>
      <a:lt1>
        <a:srgbClr val="FFFFFF"/>
      </a:lt1>
      <a:dk2>
        <a:srgbClr val="DC3C00"/>
      </a:dk2>
      <a:lt2>
        <a:srgbClr val="797A7D"/>
      </a:lt2>
      <a:accent1>
        <a:srgbClr val="DC3C00"/>
      </a:accent1>
      <a:accent2>
        <a:srgbClr val="FF8C00"/>
      </a:accent2>
      <a:accent3>
        <a:srgbClr val="FFB900"/>
      </a:accent3>
      <a:accent4>
        <a:srgbClr val="007233"/>
      </a:accent4>
      <a:accent5>
        <a:srgbClr val="00188F"/>
      </a:accent5>
      <a:accent6>
        <a:srgbClr val="68217A"/>
      </a:accent6>
      <a:hlink>
        <a:srgbClr val="FF8C00"/>
      </a:hlink>
      <a:folHlink>
        <a:srgbClr val="DC3C0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extLst>
    <a:ext uri="{05A4C25C-085E-4340-85A3-A5531E510DB2}">
      <thm15:themeFamily xmlns:thm15="http://schemas.microsoft.com/office/thememl/2012/main" name="Office_Template_16x9_WHITE.potx" id="{BAC85760-2BE3-4369-8D6A-792FA239637A}" vid="{0B6ECECE-D832-4A6D-9382-4D4E764C03DC}"/>
    </a:ext>
  </a:extLst>
</a:theme>
</file>

<file path=ppt/theme/theme2.xml><?xml version="1.0" encoding="utf-8"?>
<a:theme xmlns:a="http://schemas.openxmlformats.org/drawingml/2006/main" name="5-30055_Office Template 2012 - 16x9 - Colored Accent Slides">
  <a:themeElements>
    <a:clrScheme name="Office dark 2">
      <a:dk1>
        <a:srgbClr val="000000"/>
      </a:dk1>
      <a:lt1>
        <a:srgbClr val="FFFFFF"/>
      </a:lt1>
      <a:dk2>
        <a:srgbClr val="000000"/>
      </a:dk2>
      <a:lt2>
        <a:srgbClr val="FFFFFF"/>
      </a:lt2>
      <a:accent1>
        <a:srgbClr val="0072C6"/>
      </a:accent1>
      <a:accent2>
        <a:srgbClr val="DC3C00"/>
      </a:accent2>
      <a:accent3>
        <a:srgbClr val="007233"/>
      </a:accent3>
      <a:accent4>
        <a:srgbClr val="00188F"/>
      </a:accent4>
      <a:accent5>
        <a:srgbClr val="68217A"/>
      </a:accent5>
      <a:accent6>
        <a:srgbClr val="505050"/>
      </a:accent6>
      <a:hlink>
        <a:srgbClr val="82CAFF"/>
      </a:hlink>
      <a:folHlink>
        <a:srgbClr val="C0E4F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ffice_Template_16x9_WHITE.potx" id="{BAC85760-2BE3-4369-8D6A-792FA239637A}" vid="{A93E73D1-45C6-4FF9-A009-9C9E7F69F4DC}"/>
    </a:ext>
  </a:extLst>
</a:theme>
</file>

<file path=ppt/theme/theme3.xml><?xml version="1.0" encoding="utf-8"?>
<a:theme xmlns:a="http://schemas.openxmlformats.org/drawingml/2006/main" name="1_5-30055_Office Template 2012 - 16x9 - White Background">
  <a:themeElements>
    <a:clrScheme name="Office light">
      <a:dk1>
        <a:srgbClr val="000000"/>
      </a:dk1>
      <a:lt1>
        <a:srgbClr val="FFFFFF"/>
      </a:lt1>
      <a:dk2>
        <a:srgbClr val="DC3C00"/>
      </a:dk2>
      <a:lt2>
        <a:srgbClr val="797A7D"/>
      </a:lt2>
      <a:accent1>
        <a:srgbClr val="DC3C00"/>
      </a:accent1>
      <a:accent2>
        <a:srgbClr val="FF8C00"/>
      </a:accent2>
      <a:accent3>
        <a:srgbClr val="FFB900"/>
      </a:accent3>
      <a:accent4>
        <a:srgbClr val="007233"/>
      </a:accent4>
      <a:accent5>
        <a:srgbClr val="00188F"/>
      </a:accent5>
      <a:accent6>
        <a:srgbClr val="68217A"/>
      </a:accent6>
      <a:hlink>
        <a:srgbClr val="FF8C00"/>
      </a:hlink>
      <a:folHlink>
        <a:srgbClr val="DC3C0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extLst>
    <a:ext uri="{05A4C25C-085E-4340-85A3-A5531E510DB2}">
      <thm15:themeFamily xmlns:thm15="http://schemas.microsoft.com/office/thememl/2012/main" name="Office_Template_16x9_WHITE.potx" id="{BAC85760-2BE3-4369-8D6A-792FA239637A}" vid="{0B6ECECE-D832-4A6D-9382-4D4E764C03DC}"/>
    </a:ext>
  </a:extLst>
</a:theme>
</file>

<file path=ppt/theme/theme4.xml><?xml version="1.0" encoding="utf-8"?>
<a:theme xmlns:a="http://schemas.openxmlformats.org/drawingml/2006/main" name="1_Metro Presentation">
  <a:themeElements>
    <a:clrScheme name="New Windows Template 2">
      <a:dk1>
        <a:srgbClr val="292929"/>
      </a:dk1>
      <a:lt1>
        <a:srgbClr val="FFFFFF"/>
      </a:lt1>
      <a:dk2>
        <a:srgbClr val="072B60"/>
      </a:dk2>
      <a:lt2>
        <a:srgbClr val="EEECE1"/>
      </a:lt2>
      <a:accent1>
        <a:srgbClr val="557EB9"/>
      </a:accent1>
      <a:accent2>
        <a:srgbClr val="FFC211"/>
      </a:accent2>
      <a:accent3>
        <a:srgbClr val="6BBD46"/>
      </a:accent3>
      <a:accent4>
        <a:srgbClr val="FE5815"/>
      </a:accent4>
      <a:accent5>
        <a:srgbClr val="EB7C00"/>
      </a:accent5>
      <a:accent6>
        <a:srgbClr val="00DCFF"/>
      </a:accent6>
      <a:hlink>
        <a:srgbClr val="00B9F2"/>
      </a:hlink>
      <a:folHlink>
        <a:srgbClr val="008AB5"/>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a:defRPr sz="22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txDef>
      <a:spPr>
        <a:noFill/>
      </a:spPr>
      <a:bodyPr wrap="square" lIns="0" tIns="0" rIns="0" bIns="0" rtlCol="0" anchor="ctr">
        <a:spAutoFit/>
      </a:bodyPr>
      <a:lstStyle>
        <a:defPPr algn="ctr">
          <a:defRPr sz="6000" dirty="0" smtClean="0">
            <a:solidFill>
              <a:schemeClr val="bg1">
                <a:alpha val="99000"/>
              </a:schemeClr>
            </a:solidFill>
          </a:defRPr>
        </a:defPPr>
      </a:lstStyle>
    </a:txDef>
  </a:objectDefaults>
  <a:extraClrSchemeLst/>
</a:theme>
</file>

<file path=ppt/theme/theme5.xml><?xml version="1.0" encoding="utf-8"?>
<a:theme xmlns:a="http://schemas.openxmlformats.org/drawingml/2006/main" name="1_TEE14 Speaker PPT Template">
  <a:themeElements>
    <a:clrScheme name="Custom 1">
      <a:dk1>
        <a:srgbClr val="505050"/>
      </a:dk1>
      <a:lt1>
        <a:srgbClr val="FFFFFF"/>
      </a:lt1>
      <a:dk2>
        <a:srgbClr val="442359"/>
      </a:dk2>
      <a:lt2>
        <a:srgbClr val="68217A"/>
      </a:lt2>
      <a:accent1>
        <a:srgbClr val="7FBA00"/>
      </a:accent1>
      <a:accent2>
        <a:srgbClr val="DC3C00"/>
      </a:accent2>
      <a:accent3>
        <a:srgbClr val="002050"/>
      </a:accent3>
      <a:accent4>
        <a:srgbClr val="009E49"/>
      </a:accent4>
      <a:accent5>
        <a:srgbClr val="00B294"/>
      </a:accent5>
      <a:accent6>
        <a:srgbClr val="0072C6"/>
      </a:accent6>
      <a:hlink>
        <a:srgbClr val="00BCF2"/>
      </a:hlink>
      <a:folHlink>
        <a:srgbClr val="00BCF2"/>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TechEd_NA_Template_with_TechEd Europe_r03.potx" id="{D1757E1E-F62B-43A3-BA2B-231531828368}" vid="{DB3EECF5-125C-46BC-AC50-75EC4FF82334}"/>
    </a:ext>
  </a:extLst>
</a:theme>
</file>

<file path=ppt/theme/theme6.xml><?xml version="1.0" encoding="utf-8"?>
<a:theme xmlns:a="http://schemas.openxmlformats.org/drawingml/2006/main" name="5-30610_Microsoft_Ignite_Keynote_Template_CUSTOM_LIGHT">
  <a:themeElements>
    <a:clrScheme name="Ignite - Breakout - Gray Back">
      <a:dk1>
        <a:srgbClr val="000000"/>
      </a:dk1>
      <a:lt1>
        <a:srgbClr val="FFFFFF"/>
      </a:lt1>
      <a:dk2>
        <a:srgbClr val="505050"/>
      </a:dk2>
      <a:lt2>
        <a:srgbClr val="47D8FF"/>
      </a:lt2>
      <a:accent1>
        <a:srgbClr val="0078D7"/>
      </a:accent1>
      <a:accent2>
        <a:srgbClr val="5C2D91"/>
      </a:accent2>
      <a:accent3>
        <a:srgbClr val="B4009E"/>
      </a:accent3>
      <a:accent4>
        <a:srgbClr val="00BCF2"/>
      </a:accent4>
      <a:accent5>
        <a:srgbClr val="BAD80A"/>
      </a:accent5>
      <a:accent6>
        <a:srgbClr val="FF8C00"/>
      </a:accent6>
      <a:hlink>
        <a:srgbClr val="47D8FF"/>
      </a:hlink>
      <a:folHlink>
        <a:srgbClr val="47D8F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398" fontAlgn="base">
          <a:spcBef>
            <a:spcPct val="0"/>
          </a:spcBef>
          <a:spcAft>
            <a:spcPct val="0"/>
          </a:spcAft>
          <a:defRPr sz="2000" dirty="0">
            <a:gradFill>
              <a:gsLst>
                <a:gs pos="16814">
                  <a:srgbClr val="FFFFFF"/>
                </a:gs>
                <a:gs pos="46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Ignite_2015_Breakout_Template.potx" id="{1A2CE55D-C0EF-4064-A39F-620642E032AA}" vid="{A3A9C9DA-6617-4D3E-A382-CDB23C8F3BF1}"/>
    </a:ext>
  </a:extLst>
</a:theme>
</file>

<file path=ppt/theme/theme7.xml><?xml version="1.0" encoding="utf-8"?>
<a:theme xmlns:a="http://schemas.openxmlformats.org/drawingml/2006/main" name="2_5-30610_Microsoft_Ignite_Keynote_Template_CUSTOM_LIGHT">
  <a:themeElements>
    <a:clrScheme name="Ignite - Breakout - Gray Back">
      <a:dk1>
        <a:srgbClr val="000000"/>
      </a:dk1>
      <a:lt1>
        <a:srgbClr val="FFFFFF"/>
      </a:lt1>
      <a:dk2>
        <a:srgbClr val="505050"/>
      </a:dk2>
      <a:lt2>
        <a:srgbClr val="47D8FF"/>
      </a:lt2>
      <a:accent1>
        <a:srgbClr val="0078D7"/>
      </a:accent1>
      <a:accent2>
        <a:srgbClr val="5C2D91"/>
      </a:accent2>
      <a:accent3>
        <a:srgbClr val="B4009E"/>
      </a:accent3>
      <a:accent4>
        <a:srgbClr val="00BCF2"/>
      </a:accent4>
      <a:accent5>
        <a:srgbClr val="BAD80A"/>
      </a:accent5>
      <a:accent6>
        <a:srgbClr val="FF8C00"/>
      </a:accent6>
      <a:hlink>
        <a:srgbClr val="47D8FF"/>
      </a:hlink>
      <a:folHlink>
        <a:srgbClr val="47D8F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398" fontAlgn="base">
          <a:spcBef>
            <a:spcPct val="0"/>
          </a:spcBef>
          <a:spcAft>
            <a:spcPct val="0"/>
          </a:spcAft>
          <a:defRPr sz="2000" dirty="0">
            <a:gradFill>
              <a:gsLst>
                <a:gs pos="16814">
                  <a:srgbClr val="FFFFFF"/>
                </a:gs>
                <a:gs pos="46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Ignite_2015_Breakout_Template.potx" id="{1A2CE55D-C0EF-4064-A39F-620642E032AA}" vid="{A3A9C9DA-6617-4D3E-A382-CDB23C8F3BF1}"/>
    </a:ext>
  </a:extLst>
</a:theme>
</file>

<file path=ppt/theme/theme8.xml><?xml version="1.0" encoding="utf-8"?>
<a:theme xmlns:a="http://schemas.openxmlformats.org/drawingml/2006/main" name="1_5-30610_Microsoft_Ignite_Keynote_Template_CUSTOM_LIGHT">
  <a:themeElements>
    <a:clrScheme name="Ignite - Breakout - Gray Back">
      <a:dk1>
        <a:srgbClr val="000000"/>
      </a:dk1>
      <a:lt1>
        <a:srgbClr val="FFFFFF"/>
      </a:lt1>
      <a:dk2>
        <a:srgbClr val="505050"/>
      </a:dk2>
      <a:lt2>
        <a:srgbClr val="47D8FF"/>
      </a:lt2>
      <a:accent1>
        <a:srgbClr val="0078D7"/>
      </a:accent1>
      <a:accent2>
        <a:srgbClr val="5C2D91"/>
      </a:accent2>
      <a:accent3>
        <a:srgbClr val="B4009E"/>
      </a:accent3>
      <a:accent4>
        <a:srgbClr val="00BCF2"/>
      </a:accent4>
      <a:accent5>
        <a:srgbClr val="BAD80A"/>
      </a:accent5>
      <a:accent6>
        <a:srgbClr val="FF8C00"/>
      </a:accent6>
      <a:hlink>
        <a:srgbClr val="47D8FF"/>
      </a:hlink>
      <a:folHlink>
        <a:srgbClr val="47D8F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398" fontAlgn="base">
          <a:spcBef>
            <a:spcPct val="0"/>
          </a:spcBef>
          <a:spcAft>
            <a:spcPct val="0"/>
          </a:spcAft>
          <a:defRPr sz="2000" dirty="0">
            <a:gradFill>
              <a:gsLst>
                <a:gs pos="16814">
                  <a:srgbClr val="FFFFFF"/>
                </a:gs>
                <a:gs pos="46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Ignite_2015_Breakout_Template.potx" id="{1A2CE55D-C0EF-4064-A39F-620642E032AA}" vid="{A3A9C9DA-6617-4D3E-A382-CDB23C8F3BF1}"/>
    </a:ext>
  </a:extLst>
</a:theme>
</file>

<file path=ppt/theme/theme9.xml><?xml version="1.0" encoding="utf-8"?>
<a:theme xmlns:a="http://schemas.openxmlformats.org/drawingml/2006/main" name="3_5-30055_Office Template 2012 - 16x9 - White Background">
  <a:themeElements>
    <a:clrScheme name="Office light">
      <a:dk1>
        <a:srgbClr val="000000"/>
      </a:dk1>
      <a:lt1>
        <a:srgbClr val="FFFFFF"/>
      </a:lt1>
      <a:dk2>
        <a:srgbClr val="DC3C00"/>
      </a:dk2>
      <a:lt2>
        <a:srgbClr val="797A7D"/>
      </a:lt2>
      <a:accent1>
        <a:srgbClr val="DC3C00"/>
      </a:accent1>
      <a:accent2>
        <a:srgbClr val="FF8C00"/>
      </a:accent2>
      <a:accent3>
        <a:srgbClr val="FFB900"/>
      </a:accent3>
      <a:accent4>
        <a:srgbClr val="007233"/>
      </a:accent4>
      <a:accent5>
        <a:srgbClr val="00188F"/>
      </a:accent5>
      <a:accent6>
        <a:srgbClr val="68217A"/>
      </a:accent6>
      <a:hlink>
        <a:srgbClr val="FF8C00"/>
      </a:hlink>
      <a:folHlink>
        <a:srgbClr val="DC3C0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smtClean="0">
            <a:gradFill>
              <a:gsLst>
                <a:gs pos="2917">
                  <a:schemeClr val="bg2"/>
                </a:gs>
                <a:gs pos="95000">
                  <a:schemeClr val="bg2"/>
                </a:gs>
              </a:gsLst>
              <a:lin ang="5400000" scaled="0"/>
            </a:gradFill>
          </a:defRPr>
        </a:defPPr>
      </a:lstStyle>
    </a:txDef>
  </a:objectDefaults>
  <a:extraClrSchemeLst/>
  <a:extLst>
    <a:ext uri="{05A4C25C-085E-4340-85A3-A5531E510DB2}">
      <thm15:themeFamily xmlns:thm15="http://schemas.microsoft.com/office/thememl/2012/main" name="Office_Template_16x9_WHITE.potx" id="{BAC85760-2BE3-4369-8D6A-792FA239637A}" vid="{0B6ECECE-D832-4A6D-9382-4D4E764C03DC}"/>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5629</TotalTime>
  <Words>1559</Words>
  <Application>Microsoft Office PowerPoint</Application>
  <PresentationFormat>Widescreen</PresentationFormat>
  <Paragraphs>275</Paragraphs>
  <Slides>41</Slides>
  <Notes>17</Notes>
  <HiddenSlides>0</HiddenSlides>
  <MMClips>0</MMClips>
  <ScaleCrop>false</ScaleCrop>
  <HeadingPairs>
    <vt:vector size="6" baseType="variant">
      <vt:variant>
        <vt:lpstr>Fonts Used</vt:lpstr>
      </vt:variant>
      <vt:variant>
        <vt:i4>8</vt:i4>
      </vt:variant>
      <vt:variant>
        <vt:lpstr>Theme</vt:lpstr>
      </vt:variant>
      <vt:variant>
        <vt:i4>9</vt:i4>
      </vt:variant>
      <vt:variant>
        <vt:lpstr>Slide Titles</vt:lpstr>
      </vt:variant>
      <vt:variant>
        <vt:i4>41</vt:i4>
      </vt:variant>
    </vt:vector>
  </HeadingPairs>
  <TitlesOfParts>
    <vt:vector size="58" baseType="lpstr">
      <vt:lpstr>Arial</vt:lpstr>
      <vt:lpstr>Calibri</vt:lpstr>
      <vt:lpstr>Consolas</vt:lpstr>
      <vt:lpstr>Courier New</vt:lpstr>
      <vt:lpstr>Segoe Light</vt:lpstr>
      <vt:lpstr>Segoe UI</vt:lpstr>
      <vt:lpstr>Segoe UI Light</vt:lpstr>
      <vt:lpstr>Wingdings</vt:lpstr>
      <vt:lpstr>5-30055_Office Template 2012 - 16x9 - White Background</vt:lpstr>
      <vt:lpstr>5-30055_Office Template 2012 - 16x9 - Colored Accent Slides</vt:lpstr>
      <vt:lpstr>1_5-30055_Office Template 2012 - 16x9 - White Background</vt:lpstr>
      <vt:lpstr>1_Metro Presentation</vt:lpstr>
      <vt:lpstr>1_TEE14 Speaker PPT Template</vt:lpstr>
      <vt:lpstr>5-30610_Microsoft_Ignite_Keynote_Template_CUSTOM_LIGHT</vt:lpstr>
      <vt:lpstr>2_5-30610_Microsoft_Ignite_Keynote_Template_CUSTOM_LIGHT</vt:lpstr>
      <vt:lpstr>1_5-30610_Microsoft_Ignite_Keynote_Template_CUSTOM_LIGHT</vt:lpstr>
      <vt:lpstr>3_5-30055_Office Template 2012 - 16x9 - White Background</vt:lpstr>
      <vt:lpstr>Office 365 Development</vt:lpstr>
      <vt:lpstr>Recap</vt:lpstr>
      <vt:lpstr>This Course Agenda</vt:lpstr>
      <vt:lpstr>Deep dive into native iOS Development with Office 365 APIs</vt:lpstr>
      <vt:lpstr>Intro</vt:lpstr>
      <vt:lpstr>Agenda </vt:lpstr>
      <vt:lpstr>Developer vision</vt:lpstr>
      <vt:lpstr>IOS SDKs</vt:lpstr>
      <vt:lpstr>App Developer</vt:lpstr>
      <vt:lpstr>Getting Started</vt:lpstr>
      <vt:lpstr>Tools</vt:lpstr>
      <vt:lpstr>Authentication with Azure AD</vt:lpstr>
      <vt:lpstr>Overview</vt:lpstr>
      <vt:lpstr>Features</vt:lpstr>
      <vt:lpstr>Authentication Process</vt:lpstr>
      <vt:lpstr>Where can I find it?</vt:lpstr>
      <vt:lpstr>How do I use it?</vt:lpstr>
      <vt:lpstr>What else do I need?</vt:lpstr>
      <vt:lpstr>Examples</vt:lpstr>
      <vt:lpstr>Securely storing tokens</vt:lpstr>
      <vt:lpstr>PowerPoint Presentation</vt:lpstr>
      <vt:lpstr>Calling the O365 SharePoint Lists API</vt:lpstr>
      <vt:lpstr>Overview</vt:lpstr>
      <vt:lpstr>Where can I find it?</vt:lpstr>
      <vt:lpstr>What can I do with it?</vt:lpstr>
      <vt:lpstr>PowerPoint Presentation</vt:lpstr>
      <vt:lpstr>Calling the O365 Exchange API</vt:lpstr>
      <vt:lpstr>Overview</vt:lpstr>
      <vt:lpstr>Where can I find it?</vt:lpstr>
      <vt:lpstr>What can I do with it?</vt:lpstr>
      <vt:lpstr>PowerPoint Presentation</vt:lpstr>
      <vt:lpstr>Calling OneDrive for Business</vt:lpstr>
      <vt:lpstr>Overview</vt:lpstr>
      <vt:lpstr>Where can I find it?</vt:lpstr>
      <vt:lpstr>What can I do with it?</vt:lpstr>
      <vt:lpstr>PowerPoint Presentation</vt:lpstr>
      <vt:lpstr>Summary </vt:lpstr>
      <vt:lpstr>Resources</vt:lpstr>
      <vt:lpstr>Developer Program Launch</vt:lpstr>
      <vt:lpstr>Engage</vt:lpstr>
      <vt:lpstr>PowerPoint Presentation</vt:lpstr>
    </vt:vector>
  </TitlesOfParts>
  <Company>Intergen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O365 with Android and iOS</dc:title>
  <dc:creator>Benjamin Fox</dc:creator>
  <cp:lastModifiedBy>Jeremy Thake</cp:lastModifiedBy>
  <cp:revision>192</cp:revision>
  <dcterms:created xsi:type="dcterms:W3CDTF">2014-10-12T22:12:13Z</dcterms:created>
  <dcterms:modified xsi:type="dcterms:W3CDTF">2015-10-07T23:20:55Z</dcterms:modified>
</cp:coreProperties>
</file>